
<file path=[Content_Types].xml><?xml version="1.0" encoding="utf-8"?>
<Types xmlns="http://schemas.openxmlformats.org/package/2006/content-types">
  <Default Extension="avi" ContentType="video/x-msvideo"/>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4" r:id="rId1"/>
  </p:sldMasterIdLst>
  <p:notesMasterIdLst>
    <p:notesMasterId r:id="rId71"/>
  </p:notesMasterIdLst>
  <p:sldIdLst>
    <p:sldId id="256" r:id="rId2"/>
    <p:sldId id="258" r:id="rId3"/>
    <p:sldId id="257" r:id="rId4"/>
    <p:sldId id="330" r:id="rId5"/>
    <p:sldId id="331" r:id="rId6"/>
    <p:sldId id="332" r:id="rId7"/>
    <p:sldId id="264" r:id="rId8"/>
    <p:sldId id="327" r:id="rId9"/>
    <p:sldId id="328" r:id="rId10"/>
    <p:sldId id="355" r:id="rId11"/>
    <p:sldId id="356" r:id="rId12"/>
    <p:sldId id="265" r:id="rId13"/>
    <p:sldId id="357" r:id="rId14"/>
    <p:sldId id="267" r:id="rId15"/>
    <p:sldId id="269" r:id="rId16"/>
    <p:sldId id="266" r:id="rId17"/>
    <p:sldId id="270" r:id="rId18"/>
    <p:sldId id="319" r:id="rId19"/>
    <p:sldId id="302" r:id="rId20"/>
    <p:sldId id="303" r:id="rId21"/>
    <p:sldId id="304" r:id="rId22"/>
    <p:sldId id="316" r:id="rId23"/>
    <p:sldId id="317" r:id="rId24"/>
    <p:sldId id="306" r:id="rId25"/>
    <p:sldId id="307" r:id="rId26"/>
    <p:sldId id="308" r:id="rId27"/>
    <p:sldId id="309" r:id="rId28"/>
    <p:sldId id="310" r:id="rId29"/>
    <p:sldId id="311" r:id="rId30"/>
    <p:sldId id="312" r:id="rId31"/>
    <p:sldId id="314" r:id="rId32"/>
    <p:sldId id="282" r:id="rId33"/>
    <p:sldId id="286" r:id="rId34"/>
    <p:sldId id="290" r:id="rId35"/>
    <p:sldId id="291" r:id="rId36"/>
    <p:sldId id="292" r:id="rId37"/>
    <p:sldId id="293" r:id="rId38"/>
    <p:sldId id="294" r:id="rId39"/>
    <p:sldId id="299" r:id="rId40"/>
    <p:sldId id="271" r:id="rId41"/>
    <p:sldId id="298" r:id="rId42"/>
    <p:sldId id="295" r:id="rId43"/>
    <p:sldId id="296" r:id="rId44"/>
    <p:sldId id="297" r:id="rId45"/>
    <p:sldId id="300" r:id="rId46"/>
    <p:sldId id="301" r:id="rId47"/>
    <p:sldId id="320" r:id="rId48"/>
    <p:sldId id="321" r:id="rId49"/>
    <p:sldId id="322" r:id="rId50"/>
    <p:sldId id="323" r:id="rId51"/>
    <p:sldId id="324" r:id="rId52"/>
    <p:sldId id="325" r:id="rId53"/>
    <p:sldId id="326" r:id="rId54"/>
    <p:sldId id="353" r:id="rId55"/>
    <p:sldId id="354" r:id="rId56"/>
    <p:sldId id="352" r:id="rId57"/>
    <p:sldId id="334" r:id="rId58"/>
    <p:sldId id="349" r:id="rId59"/>
    <p:sldId id="350" r:id="rId60"/>
    <p:sldId id="347" r:id="rId61"/>
    <p:sldId id="346" r:id="rId62"/>
    <p:sldId id="345" r:id="rId63"/>
    <p:sldId id="338" r:id="rId64"/>
    <p:sldId id="339" r:id="rId65"/>
    <p:sldId id="340" r:id="rId66"/>
    <p:sldId id="342" r:id="rId67"/>
    <p:sldId id="336" r:id="rId68"/>
    <p:sldId id="276" r:id="rId69"/>
    <p:sldId id="277" r:id="rId7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7384" autoAdjust="0"/>
  </p:normalViewPr>
  <p:slideViewPr>
    <p:cSldViewPr snapToGrid="0">
      <p:cViewPr varScale="1">
        <p:scale>
          <a:sx n="71" d="100"/>
          <a:sy n="71" d="100"/>
        </p:scale>
        <p:origin x="1138"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microsoft.com/office/2016/11/relationships/changesInfo" Target="changesInfos/changesInfo1.xml"/><Relationship Id="rId7" Type="http://schemas.openxmlformats.org/officeDocument/2006/relationships/slide" Target="slides/slide6.xml"/><Relationship Id="rId71"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hmed Minhaz Uddin" userId="fe017d4acf2b71dd" providerId="LiveId" clId="{5DB3CBBD-23D6-4064-94D9-2CE3D4122086}"/>
    <pc:docChg chg="undo custSel addSld delSld modSld sldOrd">
      <pc:chgData name="Ahmed Minhaz Uddin" userId="fe017d4acf2b71dd" providerId="LiveId" clId="{5DB3CBBD-23D6-4064-94D9-2CE3D4122086}" dt="2023-02-15T03:50:29.215" v="1020" actId="20577"/>
      <pc:docMkLst>
        <pc:docMk/>
      </pc:docMkLst>
      <pc:sldChg chg="addSp modSp mod">
        <pc:chgData name="Ahmed Minhaz Uddin" userId="fe017d4acf2b71dd" providerId="LiveId" clId="{5DB3CBBD-23D6-4064-94D9-2CE3D4122086}" dt="2023-02-15T03:45:39.077" v="912" actId="1076"/>
        <pc:sldMkLst>
          <pc:docMk/>
          <pc:sldMk cId="1723631945" sldId="257"/>
        </pc:sldMkLst>
        <pc:spChg chg="mod">
          <ac:chgData name="Ahmed Minhaz Uddin" userId="fe017d4acf2b71dd" providerId="LiveId" clId="{5DB3CBBD-23D6-4064-94D9-2CE3D4122086}" dt="2023-02-15T03:45:35.959" v="911" actId="1076"/>
          <ac:spMkLst>
            <pc:docMk/>
            <pc:sldMk cId="1723631945" sldId="257"/>
            <ac:spMk id="3" creationId="{00000000-0000-0000-0000-000000000000}"/>
          </ac:spMkLst>
        </pc:spChg>
        <pc:spChg chg="add mod">
          <ac:chgData name="Ahmed Minhaz Uddin" userId="fe017d4acf2b71dd" providerId="LiveId" clId="{5DB3CBBD-23D6-4064-94D9-2CE3D4122086}" dt="2023-02-15T03:45:39.077" v="912" actId="1076"/>
          <ac:spMkLst>
            <pc:docMk/>
            <pc:sldMk cId="1723631945" sldId="257"/>
            <ac:spMk id="4" creationId="{F2074ABD-3638-B044-4AE0-779914294F2B}"/>
          </ac:spMkLst>
        </pc:spChg>
      </pc:sldChg>
      <pc:sldChg chg="modSp mod">
        <pc:chgData name="Ahmed Minhaz Uddin" userId="fe017d4acf2b71dd" providerId="LiveId" clId="{5DB3CBBD-23D6-4064-94D9-2CE3D4122086}" dt="2023-02-15T03:45:26.725" v="910" actId="1076"/>
        <pc:sldMkLst>
          <pc:docMk/>
          <pc:sldMk cId="3539077175" sldId="258"/>
        </pc:sldMkLst>
        <pc:spChg chg="mod">
          <ac:chgData name="Ahmed Minhaz Uddin" userId="fe017d4acf2b71dd" providerId="LiveId" clId="{5DB3CBBD-23D6-4064-94D9-2CE3D4122086}" dt="2023-02-15T03:45:26.725" v="910" actId="1076"/>
          <ac:spMkLst>
            <pc:docMk/>
            <pc:sldMk cId="3539077175" sldId="258"/>
            <ac:spMk id="12" creationId="{00000000-0000-0000-0000-000000000000}"/>
          </ac:spMkLst>
        </pc:spChg>
        <pc:picChg chg="mod">
          <ac:chgData name="Ahmed Minhaz Uddin" userId="fe017d4acf2b71dd" providerId="LiveId" clId="{5DB3CBBD-23D6-4064-94D9-2CE3D4122086}" dt="2023-02-15T03:45:21.724" v="909" actId="14100"/>
          <ac:picMkLst>
            <pc:docMk/>
            <pc:sldMk cId="3539077175" sldId="258"/>
            <ac:picMk id="4" creationId="{00000000-0000-0000-0000-000000000000}"/>
          </ac:picMkLst>
        </pc:picChg>
      </pc:sldChg>
      <pc:sldChg chg="del">
        <pc:chgData name="Ahmed Minhaz Uddin" userId="fe017d4acf2b71dd" providerId="LiveId" clId="{5DB3CBBD-23D6-4064-94D9-2CE3D4122086}" dt="2023-02-14T17:39:31.786" v="58" actId="47"/>
        <pc:sldMkLst>
          <pc:docMk/>
          <pc:sldMk cId="2644802217" sldId="273"/>
        </pc:sldMkLst>
      </pc:sldChg>
      <pc:sldChg chg="add del">
        <pc:chgData name="Ahmed Minhaz Uddin" userId="fe017d4acf2b71dd" providerId="LiveId" clId="{5DB3CBBD-23D6-4064-94D9-2CE3D4122086}" dt="2023-02-14T16:58:21.730" v="55" actId="47"/>
        <pc:sldMkLst>
          <pc:docMk/>
          <pc:sldMk cId="4010887740" sldId="282"/>
        </pc:sldMkLst>
      </pc:sldChg>
      <pc:sldChg chg="del">
        <pc:chgData name="Ahmed Minhaz Uddin" userId="fe017d4acf2b71dd" providerId="LiveId" clId="{5DB3CBBD-23D6-4064-94D9-2CE3D4122086}" dt="2023-02-14T17:40:58.938" v="60" actId="47"/>
        <pc:sldMkLst>
          <pc:docMk/>
          <pc:sldMk cId="2611633346" sldId="283"/>
        </pc:sldMkLst>
      </pc:sldChg>
      <pc:sldChg chg="del">
        <pc:chgData name="Ahmed Minhaz Uddin" userId="fe017d4acf2b71dd" providerId="LiveId" clId="{5DB3CBBD-23D6-4064-94D9-2CE3D4122086}" dt="2023-02-14T17:41:44.354" v="62" actId="47"/>
        <pc:sldMkLst>
          <pc:docMk/>
          <pc:sldMk cId="2034387218" sldId="287"/>
        </pc:sldMkLst>
      </pc:sldChg>
      <pc:sldChg chg="del">
        <pc:chgData name="Ahmed Minhaz Uddin" userId="fe017d4acf2b71dd" providerId="LiveId" clId="{5DB3CBBD-23D6-4064-94D9-2CE3D4122086}" dt="2023-02-14T17:41:38.391" v="61" actId="47"/>
        <pc:sldMkLst>
          <pc:docMk/>
          <pc:sldMk cId="1571689530" sldId="288"/>
        </pc:sldMkLst>
      </pc:sldChg>
      <pc:sldChg chg="del">
        <pc:chgData name="Ahmed Minhaz Uddin" userId="fe017d4acf2b71dd" providerId="LiveId" clId="{5DB3CBBD-23D6-4064-94D9-2CE3D4122086}" dt="2023-02-14T17:41:48.875" v="63" actId="47"/>
        <pc:sldMkLst>
          <pc:docMk/>
          <pc:sldMk cId="2791514837" sldId="289"/>
        </pc:sldMkLst>
      </pc:sldChg>
      <pc:sldChg chg="add del">
        <pc:chgData name="Ahmed Minhaz Uddin" userId="fe017d4acf2b71dd" providerId="LiveId" clId="{5DB3CBBD-23D6-4064-94D9-2CE3D4122086}" dt="2023-02-14T16:59:14.288" v="57" actId="47"/>
        <pc:sldMkLst>
          <pc:docMk/>
          <pc:sldMk cId="1871990088" sldId="291"/>
        </pc:sldMkLst>
      </pc:sldChg>
      <pc:sldChg chg="del">
        <pc:chgData name="Ahmed Minhaz Uddin" userId="fe017d4acf2b71dd" providerId="LiveId" clId="{5DB3CBBD-23D6-4064-94D9-2CE3D4122086}" dt="2023-02-14T16:57:49.084" v="52" actId="47"/>
        <pc:sldMkLst>
          <pc:docMk/>
          <pc:sldMk cId="2330073525" sldId="305"/>
        </pc:sldMkLst>
      </pc:sldChg>
      <pc:sldChg chg="del">
        <pc:chgData name="Ahmed Minhaz Uddin" userId="fe017d4acf2b71dd" providerId="LiveId" clId="{5DB3CBBD-23D6-4064-94D9-2CE3D4122086}" dt="2023-02-14T16:58:07.962" v="53" actId="47"/>
        <pc:sldMkLst>
          <pc:docMk/>
          <pc:sldMk cId="3889630116" sldId="313"/>
        </pc:sldMkLst>
      </pc:sldChg>
      <pc:sldChg chg="del">
        <pc:chgData name="Ahmed Minhaz Uddin" userId="fe017d4acf2b71dd" providerId="LiveId" clId="{5DB3CBBD-23D6-4064-94D9-2CE3D4122086}" dt="2023-02-14T17:40:18.124" v="59" actId="47"/>
        <pc:sldMkLst>
          <pc:docMk/>
          <pc:sldMk cId="3285520701" sldId="315"/>
        </pc:sldMkLst>
      </pc:sldChg>
      <pc:sldChg chg="del">
        <pc:chgData name="Ahmed Minhaz Uddin" userId="fe017d4acf2b71dd" providerId="LiveId" clId="{5DB3CBBD-23D6-4064-94D9-2CE3D4122086}" dt="2023-02-14T16:57:42.682" v="51" actId="47"/>
        <pc:sldMkLst>
          <pc:docMk/>
          <pc:sldMk cId="2318190365" sldId="318"/>
        </pc:sldMkLst>
      </pc:sldChg>
      <pc:sldChg chg="addSp modSp mod">
        <pc:chgData name="Ahmed Minhaz Uddin" userId="fe017d4acf2b71dd" providerId="LiveId" clId="{5DB3CBBD-23D6-4064-94D9-2CE3D4122086}" dt="2023-02-15T03:15:22.165" v="768" actId="1076"/>
        <pc:sldMkLst>
          <pc:docMk/>
          <pc:sldMk cId="3739373701" sldId="320"/>
        </pc:sldMkLst>
        <pc:picChg chg="mod">
          <ac:chgData name="Ahmed Minhaz Uddin" userId="fe017d4acf2b71dd" providerId="LiveId" clId="{5DB3CBBD-23D6-4064-94D9-2CE3D4122086}" dt="2023-02-15T03:14:32.139" v="764" actId="14100"/>
          <ac:picMkLst>
            <pc:docMk/>
            <pc:sldMk cId="3739373701" sldId="320"/>
            <ac:picMk id="4" creationId="{00000000-0000-0000-0000-000000000000}"/>
          </ac:picMkLst>
        </pc:picChg>
        <pc:picChg chg="add mod">
          <ac:chgData name="Ahmed Minhaz Uddin" userId="fe017d4acf2b71dd" providerId="LiveId" clId="{5DB3CBBD-23D6-4064-94D9-2CE3D4122086}" dt="2023-02-15T03:15:22.165" v="768" actId="1076"/>
          <ac:picMkLst>
            <pc:docMk/>
            <pc:sldMk cId="3739373701" sldId="320"/>
            <ac:picMk id="5" creationId="{FACBD3A6-AC4A-3283-40F7-F08C23E1472F}"/>
          </ac:picMkLst>
        </pc:picChg>
      </pc:sldChg>
      <pc:sldChg chg="addSp modSp mod">
        <pc:chgData name="Ahmed Minhaz Uddin" userId="fe017d4acf2b71dd" providerId="LiveId" clId="{5DB3CBBD-23D6-4064-94D9-2CE3D4122086}" dt="2023-02-15T03:37:50.919" v="860" actId="1076"/>
        <pc:sldMkLst>
          <pc:docMk/>
          <pc:sldMk cId="3029084822" sldId="323"/>
        </pc:sldMkLst>
        <pc:spChg chg="add mod">
          <ac:chgData name="Ahmed Minhaz Uddin" userId="fe017d4acf2b71dd" providerId="LiveId" clId="{5DB3CBBD-23D6-4064-94D9-2CE3D4122086}" dt="2023-02-15T03:37:50.919" v="860" actId="1076"/>
          <ac:spMkLst>
            <pc:docMk/>
            <pc:sldMk cId="3029084822" sldId="323"/>
            <ac:spMk id="9" creationId="{1631CB82-0B67-502C-35C0-189ED0DC65AE}"/>
          </ac:spMkLst>
        </pc:spChg>
        <pc:picChg chg="add mod">
          <ac:chgData name="Ahmed Minhaz Uddin" userId="fe017d4acf2b71dd" providerId="LiveId" clId="{5DB3CBBD-23D6-4064-94D9-2CE3D4122086}" dt="2023-02-15T03:30:17.473" v="853" actId="1076"/>
          <ac:picMkLst>
            <pc:docMk/>
            <pc:sldMk cId="3029084822" sldId="323"/>
            <ac:picMk id="7" creationId="{CC1D49A8-0710-7A16-3A2E-3DA0C2A043DF}"/>
          </ac:picMkLst>
        </pc:picChg>
      </pc:sldChg>
      <pc:sldChg chg="addSp delSp modSp mod">
        <pc:chgData name="Ahmed Minhaz Uddin" userId="fe017d4acf2b71dd" providerId="LiveId" clId="{5DB3CBBD-23D6-4064-94D9-2CE3D4122086}" dt="2023-02-15T03:08:25.052" v="669" actId="478"/>
        <pc:sldMkLst>
          <pc:docMk/>
          <pc:sldMk cId="4128772693" sldId="325"/>
        </pc:sldMkLst>
        <pc:picChg chg="mod">
          <ac:chgData name="Ahmed Minhaz Uddin" userId="fe017d4acf2b71dd" providerId="LiveId" clId="{5DB3CBBD-23D6-4064-94D9-2CE3D4122086}" dt="2023-02-15T03:08:06.080" v="663" actId="1076"/>
          <ac:picMkLst>
            <pc:docMk/>
            <pc:sldMk cId="4128772693" sldId="325"/>
            <ac:picMk id="4" creationId="{00000000-0000-0000-0000-000000000000}"/>
          </ac:picMkLst>
        </pc:picChg>
        <pc:picChg chg="add del mod">
          <ac:chgData name="Ahmed Minhaz Uddin" userId="fe017d4acf2b71dd" providerId="LiveId" clId="{5DB3CBBD-23D6-4064-94D9-2CE3D4122086}" dt="2023-02-15T03:08:25.052" v="669" actId="478"/>
          <ac:picMkLst>
            <pc:docMk/>
            <pc:sldMk cId="4128772693" sldId="325"/>
            <ac:picMk id="6" creationId="{096EDB61-6131-27FF-B83D-D8E85756155E}"/>
          </ac:picMkLst>
        </pc:picChg>
      </pc:sldChg>
      <pc:sldChg chg="del">
        <pc:chgData name="Ahmed Minhaz Uddin" userId="fe017d4acf2b71dd" providerId="LiveId" clId="{5DB3CBBD-23D6-4064-94D9-2CE3D4122086}" dt="2023-02-14T16:56:42.342" v="50" actId="47"/>
        <pc:sldMkLst>
          <pc:docMk/>
          <pc:sldMk cId="1126176768" sldId="329"/>
        </pc:sldMkLst>
      </pc:sldChg>
      <pc:sldChg chg="modSp mod">
        <pc:chgData name="Ahmed Minhaz Uddin" userId="fe017d4acf2b71dd" providerId="LiveId" clId="{5DB3CBBD-23D6-4064-94D9-2CE3D4122086}" dt="2023-02-14T16:30:16.033" v="1" actId="6549"/>
        <pc:sldMkLst>
          <pc:docMk/>
          <pc:sldMk cId="819331331" sldId="330"/>
        </pc:sldMkLst>
        <pc:graphicFrameChg chg="modGraphic">
          <ac:chgData name="Ahmed Minhaz Uddin" userId="fe017d4acf2b71dd" providerId="LiveId" clId="{5DB3CBBD-23D6-4064-94D9-2CE3D4122086}" dt="2023-02-14T16:30:16.033" v="1" actId="6549"/>
          <ac:graphicFrameMkLst>
            <pc:docMk/>
            <pc:sldMk cId="819331331" sldId="330"/>
            <ac:graphicFrameMk id="4" creationId="{00000000-0000-0000-0000-000000000000}"/>
          </ac:graphicFrameMkLst>
        </pc:graphicFrameChg>
      </pc:sldChg>
      <pc:sldChg chg="modSp mod">
        <pc:chgData name="Ahmed Minhaz Uddin" userId="fe017d4acf2b71dd" providerId="LiveId" clId="{5DB3CBBD-23D6-4064-94D9-2CE3D4122086}" dt="2023-02-15T03:19:02.506" v="776" actId="20577"/>
        <pc:sldMkLst>
          <pc:docMk/>
          <pc:sldMk cId="3437585707" sldId="332"/>
        </pc:sldMkLst>
        <pc:graphicFrameChg chg="modGraphic">
          <ac:chgData name="Ahmed Minhaz Uddin" userId="fe017d4acf2b71dd" providerId="LiveId" clId="{5DB3CBBD-23D6-4064-94D9-2CE3D4122086}" dt="2023-02-15T03:19:02.506" v="776" actId="20577"/>
          <ac:graphicFrameMkLst>
            <pc:docMk/>
            <pc:sldMk cId="3437585707" sldId="332"/>
            <ac:graphicFrameMk id="5" creationId="{00000000-0000-0000-0000-000000000000}"/>
          </ac:graphicFrameMkLst>
        </pc:graphicFrameChg>
      </pc:sldChg>
      <pc:sldChg chg="addSp delSp modSp new mod ord">
        <pc:chgData name="Ahmed Minhaz Uddin" userId="fe017d4acf2b71dd" providerId="LiveId" clId="{5DB3CBBD-23D6-4064-94D9-2CE3D4122086}" dt="2023-02-15T03:26:23.909" v="837" actId="6549"/>
        <pc:sldMkLst>
          <pc:docMk/>
          <pc:sldMk cId="3501180707" sldId="333"/>
        </pc:sldMkLst>
        <pc:spChg chg="mod">
          <ac:chgData name="Ahmed Minhaz Uddin" userId="fe017d4acf2b71dd" providerId="LiveId" clId="{5DB3CBBD-23D6-4064-94D9-2CE3D4122086}" dt="2023-02-14T17:48:01.740" v="140" actId="14100"/>
          <ac:spMkLst>
            <pc:docMk/>
            <pc:sldMk cId="3501180707" sldId="333"/>
            <ac:spMk id="2" creationId="{014F4813-FB8C-854E-3AAB-9FE6757C20F8}"/>
          </ac:spMkLst>
        </pc:spChg>
        <pc:spChg chg="del">
          <ac:chgData name="Ahmed Minhaz Uddin" userId="fe017d4acf2b71dd" providerId="LiveId" clId="{5DB3CBBD-23D6-4064-94D9-2CE3D4122086}" dt="2023-02-14T17:46:45.284" v="80" actId="22"/>
          <ac:spMkLst>
            <pc:docMk/>
            <pc:sldMk cId="3501180707" sldId="333"/>
            <ac:spMk id="3" creationId="{577F45B6-FB49-5314-E117-27DE920AF003}"/>
          </ac:spMkLst>
        </pc:spChg>
        <pc:spChg chg="add mod">
          <ac:chgData name="Ahmed Minhaz Uddin" userId="fe017d4acf2b71dd" providerId="LiveId" clId="{5DB3CBBD-23D6-4064-94D9-2CE3D4122086}" dt="2023-02-15T03:26:23.909" v="837" actId="6549"/>
          <ac:spMkLst>
            <pc:docMk/>
            <pc:sldMk cId="3501180707" sldId="333"/>
            <ac:spMk id="6" creationId="{0B18C004-F3ED-13F1-9E6A-098D92EE6C24}"/>
          </ac:spMkLst>
        </pc:spChg>
        <pc:picChg chg="add mod ord">
          <ac:chgData name="Ahmed Minhaz Uddin" userId="fe017d4acf2b71dd" providerId="LiveId" clId="{5DB3CBBD-23D6-4064-94D9-2CE3D4122086}" dt="2023-02-14T17:46:52.925" v="82" actId="14100"/>
          <ac:picMkLst>
            <pc:docMk/>
            <pc:sldMk cId="3501180707" sldId="333"/>
            <ac:picMk id="5" creationId="{53846CBE-9F2F-95DF-F45A-B8012387B185}"/>
          </ac:picMkLst>
        </pc:picChg>
      </pc:sldChg>
      <pc:sldChg chg="addSp delSp modSp new mod">
        <pc:chgData name="Ahmed Minhaz Uddin" userId="fe017d4acf2b71dd" providerId="LiveId" clId="{5DB3CBBD-23D6-4064-94D9-2CE3D4122086}" dt="2023-02-15T03:11:19.552" v="717" actId="1076"/>
        <pc:sldMkLst>
          <pc:docMk/>
          <pc:sldMk cId="126687882" sldId="334"/>
        </pc:sldMkLst>
        <pc:spChg chg="mod">
          <ac:chgData name="Ahmed Minhaz Uddin" userId="fe017d4acf2b71dd" providerId="LiveId" clId="{5DB3CBBD-23D6-4064-94D9-2CE3D4122086}" dt="2023-02-15T03:11:12.516" v="714" actId="20577"/>
          <ac:spMkLst>
            <pc:docMk/>
            <pc:sldMk cId="126687882" sldId="334"/>
            <ac:spMk id="2" creationId="{DD7EC9C4-6603-4A62-AC7C-625B89E902BB}"/>
          </ac:spMkLst>
        </pc:spChg>
        <pc:spChg chg="del">
          <ac:chgData name="Ahmed Minhaz Uddin" userId="fe017d4acf2b71dd" providerId="LiveId" clId="{5DB3CBBD-23D6-4064-94D9-2CE3D4122086}" dt="2023-02-15T03:10:39.837" v="686" actId="22"/>
          <ac:spMkLst>
            <pc:docMk/>
            <pc:sldMk cId="126687882" sldId="334"/>
            <ac:spMk id="3" creationId="{41BE4412-20C0-1BE4-A26F-5B6B5C8B9421}"/>
          </ac:spMkLst>
        </pc:spChg>
        <pc:picChg chg="add mod ord">
          <ac:chgData name="Ahmed Minhaz Uddin" userId="fe017d4acf2b71dd" providerId="LiveId" clId="{5DB3CBBD-23D6-4064-94D9-2CE3D4122086}" dt="2023-02-15T03:11:19.552" v="717" actId="1076"/>
          <ac:picMkLst>
            <pc:docMk/>
            <pc:sldMk cId="126687882" sldId="334"/>
            <ac:picMk id="5" creationId="{6A772ED3-0B43-0086-5090-88200CA557D2}"/>
          </ac:picMkLst>
        </pc:picChg>
      </pc:sldChg>
      <pc:sldChg chg="addSp delSp modSp new mod">
        <pc:chgData name="Ahmed Minhaz Uddin" userId="fe017d4acf2b71dd" providerId="LiveId" clId="{5DB3CBBD-23D6-4064-94D9-2CE3D4122086}" dt="2023-02-15T03:27:51.430" v="851" actId="14100"/>
        <pc:sldMkLst>
          <pc:docMk/>
          <pc:sldMk cId="2700269264" sldId="335"/>
        </pc:sldMkLst>
        <pc:spChg chg="mod">
          <ac:chgData name="Ahmed Minhaz Uddin" userId="fe017d4acf2b71dd" providerId="LiveId" clId="{5DB3CBBD-23D6-4064-94D9-2CE3D4122086}" dt="2023-02-14T17:58:41.252" v="198" actId="113"/>
          <ac:spMkLst>
            <pc:docMk/>
            <pc:sldMk cId="2700269264" sldId="335"/>
            <ac:spMk id="2" creationId="{1EB39547-28B9-118D-27E8-77BA488BB3FC}"/>
          </ac:spMkLst>
        </pc:spChg>
        <pc:spChg chg="del">
          <ac:chgData name="Ahmed Minhaz Uddin" userId="fe017d4acf2b71dd" providerId="LiveId" clId="{5DB3CBBD-23D6-4064-94D9-2CE3D4122086}" dt="2023-02-14T17:49:38.145" v="144" actId="22"/>
          <ac:spMkLst>
            <pc:docMk/>
            <pc:sldMk cId="2700269264" sldId="335"/>
            <ac:spMk id="3" creationId="{3C558179-6AAB-2734-7531-D052F94D9046}"/>
          </ac:spMkLst>
        </pc:spChg>
        <pc:spChg chg="add mod">
          <ac:chgData name="Ahmed Minhaz Uddin" userId="fe017d4acf2b71dd" providerId="LiveId" clId="{5DB3CBBD-23D6-4064-94D9-2CE3D4122086}" dt="2023-02-14T17:52:38.310" v="177" actId="1076"/>
          <ac:spMkLst>
            <pc:docMk/>
            <pc:sldMk cId="2700269264" sldId="335"/>
            <ac:spMk id="7" creationId="{713834CA-ACD2-1A61-6E56-00794CB24E91}"/>
          </ac:spMkLst>
        </pc:spChg>
        <pc:spChg chg="add mod">
          <ac:chgData name="Ahmed Minhaz Uddin" userId="fe017d4acf2b71dd" providerId="LiveId" clId="{5DB3CBBD-23D6-4064-94D9-2CE3D4122086}" dt="2023-02-15T03:26:50.966" v="848" actId="6549"/>
          <ac:spMkLst>
            <pc:docMk/>
            <pc:sldMk cId="2700269264" sldId="335"/>
            <ac:spMk id="8" creationId="{C5C1D304-35BF-3142-D138-34CE52674042}"/>
          </ac:spMkLst>
        </pc:spChg>
        <pc:spChg chg="add mod">
          <ac:chgData name="Ahmed Minhaz Uddin" userId="fe017d4acf2b71dd" providerId="LiveId" clId="{5DB3CBBD-23D6-4064-94D9-2CE3D4122086}" dt="2023-02-15T03:27:51.430" v="851" actId="14100"/>
          <ac:spMkLst>
            <pc:docMk/>
            <pc:sldMk cId="2700269264" sldId="335"/>
            <ac:spMk id="10" creationId="{2FF2FB4E-3751-1B26-8A1B-4D1B05FA62A0}"/>
          </ac:spMkLst>
        </pc:spChg>
        <pc:picChg chg="add mod ord">
          <ac:chgData name="Ahmed Minhaz Uddin" userId="fe017d4acf2b71dd" providerId="LiveId" clId="{5DB3CBBD-23D6-4064-94D9-2CE3D4122086}" dt="2023-02-14T17:49:39.698" v="145" actId="1076"/>
          <ac:picMkLst>
            <pc:docMk/>
            <pc:sldMk cId="2700269264" sldId="335"/>
            <ac:picMk id="5" creationId="{F799839A-6E75-EB10-18CD-2F934BA392F3}"/>
          </ac:picMkLst>
        </pc:picChg>
      </pc:sldChg>
      <pc:sldChg chg="modSp new mod">
        <pc:chgData name="Ahmed Minhaz Uddin" userId="fe017d4acf2b71dd" providerId="LiveId" clId="{5DB3CBBD-23D6-4064-94D9-2CE3D4122086}" dt="2023-02-15T03:50:29.215" v="1020" actId="20577"/>
        <pc:sldMkLst>
          <pc:docMk/>
          <pc:sldMk cId="3278000265" sldId="336"/>
        </pc:sldMkLst>
        <pc:spChg chg="mod">
          <ac:chgData name="Ahmed Minhaz Uddin" userId="fe017d4acf2b71dd" providerId="LiveId" clId="{5DB3CBBD-23D6-4064-94D9-2CE3D4122086}" dt="2023-02-14T17:50:35.103" v="162" actId="20577"/>
          <ac:spMkLst>
            <pc:docMk/>
            <pc:sldMk cId="3278000265" sldId="336"/>
            <ac:spMk id="2" creationId="{D5058B63-5687-ABCA-9723-F79234EBDBA8}"/>
          </ac:spMkLst>
        </pc:spChg>
        <pc:spChg chg="mod">
          <ac:chgData name="Ahmed Minhaz Uddin" userId="fe017d4acf2b71dd" providerId="LiveId" clId="{5DB3CBBD-23D6-4064-94D9-2CE3D4122086}" dt="2023-02-15T03:50:29.215" v="1020" actId="20577"/>
          <ac:spMkLst>
            <pc:docMk/>
            <pc:sldMk cId="3278000265" sldId="336"/>
            <ac:spMk id="3" creationId="{3B665B77-549D-C2CE-85FF-37864505A5BE}"/>
          </ac:spMkLst>
        </pc:spChg>
      </pc:sldChg>
      <pc:sldChg chg="addSp delSp modSp new del mod">
        <pc:chgData name="Ahmed Minhaz Uddin" userId="fe017d4acf2b71dd" providerId="LiveId" clId="{5DB3CBBD-23D6-4064-94D9-2CE3D4122086}" dt="2023-02-15T03:24:34.477" v="817" actId="47"/>
        <pc:sldMkLst>
          <pc:docMk/>
          <pc:sldMk cId="1351799153" sldId="337"/>
        </pc:sldMkLst>
        <pc:spChg chg="mod">
          <ac:chgData name="Ahmed Minhaz Uddin" userId="fe017d4acf2b71dd" providerId="LiveId" clId="{5DB3CBBD-23D6-4064-94D9-2CE3D4122086}" dt="2023-02-15T02:45:35.644" v="441" actId="20577"/>
          <ac:spMkLst>
            <pc:docMk/>
            <pc:sldMk cId="1351799153" sldId="337"/>
            <ac:spMk id="3" creationId="{261BC0A0-D05F-19AB-CEC3-2C5B37D9BD62}"/>
          </ac:spMkLst>
        </pc:spChg>
        <pc:spChg chg="add del mod">
          <ac:chgData name="Ahmed Minhaz Uddin" userId="fe017d4acf2b71dd" providerId="LiveId" clId="{5DB3CBBD-23D6-4064-94D9-2CE3D4122086}" dt="2023-02-14T17:52:55.777" v="188" actId="22"/>
          <ac:spMkLst>
            <pc:docMk/>
            <pc:sldMk cId="1351799153" sldId="337"/>
            <ac:spMk id="5" creationId="{13F57DEA-7887-2165-9E0D-8DFB7B6A810A}"/>
          </ac:spMkLst>
        </pc:spChg>
      </pc:sldChg>
      <pc:sldChg chg="addSp delSp modSp add mod">
        <pc:chgData name="Ahmed Minhaz Uddin" userId="fe017d4acf2b71dd" providerId="LiveId" clId="{5DB3CBBD-23D6-4064-94D9-2CE3D4122086}" dt="2023-02-15T03:24:30.119" v="816" actId="20577"/>
        <pc:sldMkLst>
          <pc:docMk/>
          <pc:sldMk cId="2811527736" sldId="338"/>
        </pc:sldMkLst>
        <pc:spChg chg="mod">
          <ac:chgData name="Ahmed Minhaz Uddin" userId="fe017d4acf2b71dd" providerId="LiveId" clId="{5DB3CBBD-23D6-4064-94D9-2CE3D4122086}" dt="2023-02-15T02:37:46.692" v="431" actId="20577"/>
          <ac:spMkLst>
            <pc:docMk/>
            <pc:sldMk cId="2811527736" sldId="338"/>
            <ac:spMk id="2" creationId="{A4FB3FF0-905D-ED46-B873-9C1CBA0DE0B6}"/>
          </ac:spMkLst>
        </pc:spChg>
        <pc:spChg chg="del">
          <ac:chgData name="Ahmed Minhaz Uddin" userId="fe017d4acf2b71dd" providerId="LiveId" clId="{5DB3CBBD-23D6-4064-94D9-2CE3D4122086}" dt="2023-02-15T02:37:27.331" v="405" actId="22"/>
          <ac:spMkLst>
            <pc:docMk/>
            <pc:sldMk cId="2811527736" sldId="338"/>
            <ac:spMk id="3" creationId="{261BC0A0-D05F-19AB-CEC3-2C5B37D9BD62}"/>
          </ac:spMkLst>
        </pc:spChg>
        <pc:spChg chg="add mod">
          <ac:chgData name="Ahmed Minhaz Uddin" userId="fe017d4acf2b71dd" providerId="LiveId" clId="{5DB3CBBD-23D6-4064-94D9-2CE3D4122086}" dt="2023-02-15T03:24:30.119" v="816" actId="20577"/>
          <ac:spMkLst>
            <pc:docMk/>
            <pc:sldMk cId="2811527736" sldId="338"/>
            <ac:spMk id="6" creationId="{A2BEAD2D-F3F1-8720-3F54-3016F15B0911}"/>
          </ac:spMkLst>
        </pc:spChg>
        <pc:picChg chg="add mod ord">
          <ac:chgData name="Ahmed Minhaz Uddin" userId="fe017d4acf2b71dd" providerId="LiveId" clId="{5DB3CBBD-23D6-4064-94D9-2CE3D4122086}" dt="2023-02-15T02:37:49.930" v="432" actId="1076"/>
          <ac:picMkLst>
            <pc:docMk/>
            <pc:sldMk cId="2811527736" sldId="338"/>
            <ac:picMk id="5" creationId="{399EF0CE-43DB-536C-AC14-81EECA72857C}"/>
          </ac:picMkLst>
        </pc:picChg>
      </pc:sldChg>
      <pc:sldChg chg="addSp delSp modSp add mod">
        <pc:chgData name="Ahmed Minhaz Uddin" userId="fe017d4acf2b71dd" providerId="LiveId" clId="{5DB3CBBD-23D6-4064-94D9-2CE3D4122086}" dt="2023-02-15T03:24:48.915" v="819" actId="1076"/>
        <pc:sldMkLst>
          <pc:docMk/>
          <pc:sldMk cId="3823478326" sldId="339"/>
        </pc:sldMkLst>
        <pc:spChg chg="mod">
          <ac:chgData name="Ahmed Minhaz Uddin" userId="fe017d4acf2b71dd" providerId="LiveId" clId="{5DB3CBBD-23D6-4064-94D9-2CE3D4122086}" dt="2023-02-15T02:36:01.154" v="403" actId="20577"/>
          <ac:spMkLst>
            <pc:docMk/>
            <pc:sldMk cId="3823478326" sldId="339"/>
            <ac:spMk id="2" creationId="{A4FB3FF0-905D-ED46-B873-9C1CBA0DE0B6}"/>
          </ac:spMkLst>
        </pc:spChg>
        <pc:spChg chg="del">
          <ac:chgData name="Ahmed Minhaz Uddin" userId="fe017d4acf2b71dd" providerId="LiveId" clId="{5DB3CBBD-23D6-4064-94D9-2CE3D4122086}" dt="2023-02-15T02:34:59.663" v="372" actId="22"/>
          <ac:spMkLst>
            <pc:docMk/>
            <pc:sldMk cId="3823478326" sldId="339"/>
            <ac:spMk id="3" creationId="{261BC0A0-D05F-19AB-CEC3-2C5B37D9BD62}"/>
          </ac:spMkLst>
        </pc:spChg>
        <pc:spChg chg="add mod">
          <ac:chgData name="Ahmed Minhaz Uddin" userId="fe017d4acf2b71dd" providerId="LiveId" clId="{5DB3CBBD-23D6-4064-94D9-2CE3D4122086}" dt="2023-02-15T02:35:30.123" v="376" actId="1076"/>
          <ac:spMkLst>
            <pc:docMk/>
            <pc:sldMk cId="3823478326" sldId="339"/>
            <ac:spMk id="7" creationId="{792031AD-49F6-83E6-D8E0-B4C4DF6E2359}"/>
          </ac:spMkLst>
        </pc:spChg>
        <pc:spChg chg="add mod">
          <ac:chgData name="Ahmed Minhaz Uddin" userId="fe017d4acf2b71dd" providerId="LiveId" clId="{5DB3CBBD-23D6-4064-94D9-2CE3D4122086}" dt="2023-02-15T03:24:48.915" v="819" actId="1076"/>
          <ac:spMkLst>
            <pc:docMk/>
            <pc:sldMk cId="3823478326" sldId="339"/>
            <ac:spMk id="8" creationId="{CE69FF92-D9E9-1548-01D6-A4D151169D26}"/>
          </ac:spMkLst>
        </pc:spChg>
        <pc:picChg chg="add mod ord">
          <ac:chgData name="Ahmed Minhaz Uddin" userId="fe017d4acf2b71dd" providerId="LiveId" clId="{5DB3CBBD-23D6-4064-94D9-2CE3D4122086}" dt="2023-02-15T02:36:05.457" v="404" actId="1076"/>
          <ac:picMkLst>
            <pc:docMk/>
            <pc:sldMk cId="3823478326" sldId="339"/>
            <ac:picMk id="5" creationId="{3EB4E240-BB9E-D81F-C0DB-C2A1122B2D22}"/>
          </ac:picMkLst>
        </pc:picChg>
      </pc:sldChg>
      <pc:sldChg chg="addSp delSp modSp add mod">
        <pc:chgData name="Ahmed Minhaz Uddin" userId="fe017d4acf2b71dd" providerId="LiveId" clId="{5DB3CBBD-23D6-4064-94D9-2CE3D4122086}" dt="2023-02-15T03:24:54.971" v="820"/>
        <pc:sldMkLst>
          <pc:docMk/>
          <pc:sldMk cId="181365937" sldId="340"/>
        </pc:sldMkLst>
        <pc:spChg chg="mod">
          <ac:chgData name="Ahmed Minhaz Uddin" userId="fe017d4acf2b71dd" providerId="LiveId" clId="{5DB3CBBD-23D6-4064-94D9-2CE3D4122086}" dt="2023-02-15T02:33:59.234" v="371" actId="20577"/>
          <ac:spMkLst>
            <pc:docMk/>
            <pc:sldMk cId="181365937" sldId="340"/>
            <ac:spMk id="2" creationId="{A4FB3FF0-905D-ED46-B873-9C1CBA0DE0B6}"/>
          </ac:spMkLst>
        </pc:spChg>
        <pc:spChg chg="del">
          <ac:chgData name="Ahmed Minhaz Uddin" userId="fe017d4acf2b71dd" providerId="LiveId" clId="{5DB3CBBD-23D6-4064-94D9-2CE3D4122086}" dt="2023-02-15T02:33:14.519" v="340" actId="22"/>
          <ac:spMkLst>
            <pc:docMk/>
            <pc:sldMk cId="181365937" sldId="340"/>
            <ac:spMk id="3" creationId="{261BC0A0-D05F-19AB-CEC3-2C5B37D9BD62}"/>
          </ac:spMkLst>
        </pc:spChg>
        <pc:spChg chg="add mod">
          <ac:chgData name="Ahmed Minhaz Uddin" userId="fe017d4acf2b71dd" providerId="LiveId" clId="{5DB3CBBD-23D6-4064-94D9-2CE3D4122086}" dt="2023-02-15T03:24:54.971" v="820"/>
          <ac:spMkLst>
            <pc:docMk/>
            <pc:sldMk cId="181365937" sldId="340"/>
            <ac:spMk id="6" creationId="{586C29D6-0B6F-1720-81B7-C1EE09F37C3B}"/>
          </ac:spMkLst>
        </pc:spChg>
        <pc:picChg chg="add mod ord">
          <ac:chgData name="Ahmed Minhaz Uddin" userId="fe017d4acf2b71dd" providerId="LiveId" clId="{5DB3CBBD-23D6-4064-94D9-2CE3D4122086}" dt="2023-02-15T02:33:27.310" v="343" actId="1076"/>
          <ac:picMkLst>
            <pc:docMk/>
            <pc:sldMk cId="181365937" sldId="340"/>
            <ac:picMk id="5" creationId="{1C09FDD3-358A-1445-5971-D1A8231030BB}"/>
          </ac:picMkLst>
        </pc:picChg>
      </pc:sldChg>
      <pc:sldChg chg="modSp add del mod">
        <pc:chgData name="Ahmed Minhaz Uddin" userId="fe017d4acf2b71dd" providerId="LiveId" clId="{5DB3CBBD-23D6-4064-94D9-2CE3D4122086}" dt="2023-02-15T03:25:16.765" v="826" actId="47"/>
        <pc:sldMkLst>
          <pc:docMk/>
          <pc:sldMk cId="4104565786" sldId="341"/>
        </pc:sldMkLst>
        <pc:spChg chg="mod">
          <ac:chgData name="Ahmed Minhaz Uddin" userId="fe017d4acf2b71dd" providerId="LiveId" clId="{5DB3CBBD-23D6-4064-94D9-2CE3D4122086}" dt="2023-02-15T02:32:14.859" v="339" actId="20577"/>
          <ac:spMkLst>
            <pc:docMk/>
            <pc:sldMk cId="4104565786" sldId="341"/>
            <ac:spMk id="3" creationId="{261BC0A0-D05F-19AB-CEC3-2C5B37D9BD62}"/>
          </ac:spMkLst>
        </pc:spChg>
      </pc:sldChg>
      <pc:sldChg chg="addSp delSp modSp add mod">
        <pc:chgData name="Ahmed Minhaz Uddin" userId="fe017d4acf2b71dd" providerId="LiveId" clId="{5DB3CBBD-23D6-4064-94D9-2CE3D4122086}" dt="2023-02-15T03:25:11.981" v="825" actId="20577"/>
        <pc:sldMkLst>
          <pc:docMk/>
          <pc:sldMk cId="3708965879" sldId="342"/>
        </pc:sldMkLst>
        <pc:spChg chg="mod">
          <ac:chgData name="Ahmed Minhaz Uddin" userId="fe017d4acf2b71dd" providerId="LiveId" clId="{5DB3CBBD-23D6-4064-94D9-2CE3D4122086}" dt="2023-02-15T02:29:44.807" v="294" actId="20577"/>
          <ac:spMkLst>
            <pc:docMk/>
            <pc:sldMk cId="3708965879" sldId="342"/>
            <ac:spMk id="2" creationId="{A4FB3FF0-905D-ED46-B873-9C1CBA0DE0B6}"/>
          </ac:spMkLst>
        </pc:spChg>
        <pc:spChg chg="del">
          <ac:chgData name="Ahmed Minhaz Uddin" userId="fe017d4acf2b71dd" providerId="LiveId" clId="{5DB3CBBD-23D6-4064-94D9-2CE3D4122086}" dt="2023-02-15T02:30:25.174" v="295" actId="22"/>
          <ac:spMkLst>
            <pc:docMk/>
            <pc:sldMk cId="3708965879" sldId="342"/>
            <ac:spMk id="3" creationId="{261BC0A0-D05F-19AB-CEC3-2C5B37D9BD62}"/>
          </ac:spMkLst>
        </pc:spChg>
        <pc:spChg chg="add mod">
          <ac:chgData name="Ahmed Minhaz Uddin" userId="fe017d4acf2b71dd" providerId="LiveId" clId="{5DB3CBBD-23D6-4064-94D9-2CE3D4122086}" dt="2023-02-15T02:31:07.156" v="301" actId="1076"/>
          <ac:spMkLst>
            <pc:docMk/>
            <pc:sldMk cId="3708965879" sldId="342"/>
            <ac:spMk id="7" creationId="{321486F0-896E-A3B7-634D-837513974CEC}"/>
          </ac:spMkLst>
        </pc:spChg>
        <pc:spChg chg="add mod">
          <ac:chgData name="Ahmed Minhaz Uddin" userId="fe017d4acf2b71dd" providerId="LiveId" clId="{5DB3CBBD-23D6-4064-94D9-2CE3D4122086}" dt="2023-02-15T03:25:11.981" v="825" actId="20577"/>
          <ac:spMkLst>
            <pc:docMk/>
            <pc:sldMk cId="3708965879" sldId="342"/>
            <ac:spMk id="8" creationId="{120DE75A-812A-1866-E952-F74F0A913819}"/>
          </ac:spMkLst>
        </pc:spChg>
        <pc:picChg chg="add mod ord">
          <ac:chgData name="Ahmed Minhaz Uddin" userId="fe017d4acf2b71dd" providerId="LiveId" clId="{5DB3CBBD-23D6-4064-94D9-2CE3D4122086}" dt="2023-02-15T02:30:25.174" v="295" actId="22"/>
          <ac:picMkLst>
            <pc:docMk/>
            <pc:sldMk cId="3708965879" sldId="342"/>
            <ac:picMk id="5" creationId="{A4774607-E576-9FB8-D775-3F0CCCE3793B}"/>
          </ac:picMkLst>
        </pc:picChg>
      </pc:sldChg>
      <pc:sldChg chg="addSp delSp modSp add mod">
        <pc:chgData name="Ahmed Minhaz Uddin" userId="fe017d4acf2b71dd" providerId="LiveId" clId="{5DB3CBBD-23D6-4064-94D9-2CE3D4122086}" dt="2023-02-15T03:26:39.170" v="840" actId="20577"/>
        <pc:sldMkLst>
          <pc:docMk/>
          <pc:sldMk cId="2254809256" sldId="343"/>
        </pc:sldMkLst>
        <pc:spChg chg="mod">
          <ac:chgData name="Ahmed Minhaz Uddin" userId="fe017d4acf2b71dd" providerId="LiveId" clId="{5DB3CBBD-23D6-4064-94D9-2CE3D4122086}" dt="2023-02-14T18:01:42.799" v="267" actId="20577"/>
          <ac:spMkLst>
            <pc:docMk/>
            <pc:sldMk cId="2254809256" sldId="343"/>
            <ac:spMk id="2" creationId="{A4FB3FF0-905D-ED46-B873-9C1CBA0DE0B6}"/>
          </ac:spMkLst>
        </pc:spChg>
        <pc:spChg chg="del">
          <ac:chgData name="Ahmed Minhaz Uddin" userId="fe017d4acf2b71dd" providerId="LiveId" clId="{5DB3CBBD-23D6-4064-94D9-2CE3D4122086}" dt="2023-02-15T02:28:04.485" v="268" actId="22"/>
          <ac:spMkLst>
            <pc:docMk/>
            <pc:sldMk cId="2254809256" sldId="343"/>
            <ac:spMk id="3" creationId="{261BC0A0-D05F-19AB-CEC3-2C5B37D9BD62}"/>
          </ac:spMkLst>
        </pc:spChg>
        <pc:spChg chg="add mod">
          <ac:chgData name="Ahmed Minhaz Uddin" userId="fe017d4acf2b71dd" providerId="LiveId" clId="{5DB3CBBD-23D6-4064-94D9-2CE3D4122086}" dt="2023-02-15T02:29:00.388" v="276" actId="12"/>
          <ac:spMkLst>
            <pc:docMk/>
            <pc:sldMk cId="2254809256" sldId="343"/>
            <ac:spMk id="7" creationId="{0ADB8D9B-A9E4-D006-3A87-A9116F6E4C0A}"/>
          </ac:spMkLst>
        </pc:spChg>
        <pc:spChg chg="add mod">
          <ac:chgData name="Ahmed Minhaz Uddin" userId="fe017d4acf2b71dd" providerId="LiveId" clId="{5DB3CBBD-23D6-4064-94D9-2CE3D4122086}" dt="2023-02-15T03:26:39.170" v="840" actId="20577"/>
          <ac:spMkLst>
            <pc:docMk/>
            <pc:sldMk cId="2254809256" sldId="343"/>
            <ac:spMk id="8" creationId="{A303554F-2257-F60E-B63D-D0188CFA46CD}"/>
          </ac:spMkLst>
        </pc:spChg>
        <pc:picChg chg="add mod ord">
          <ac:chgData name="Ahmed Minhaz Uddin" userId="fe017d4acf2b71dd" providerId="LiveId" clId="{5DB3CBBD-23D6-4064-94D9-2CE3D4122086}" dt="2023-02-15T02:28:37.300" v="271" actId="1076"/>
          <ac:picMkLst>
            <pc:docMk/>
            <pc:sldMk cId="2254809256" sldId="343"/>
            <ac:picMk id="5" creationId="{0A1286AB-BB48-ED6C-1D83-808A270BD69F}"/>
          </ac:picMkLst>
        </pc:picChg>
      </pc:sldChg>
      <pc:sldChg chg="addSp delSp modSp add mod">
        <pc:chgData name="Ahmed Minhaz Uddin" userId="fe017d4acf2b71dd" providerId="LiveId" clId="{5DB3CBBD-23D6-4064-94D9-2CE3D4122086}" dt="2023-02-15T03:26:45.314" v="844" actId="6549"/>
        <pc:sldMkLst>
          <pc:docMk/>
          <pc:sldMk cId="590646886" sldId="344"/>
        </pc:sldMkLst>
        <pc:spChg chg="mod">
          <ac:chgData name="Ahmed Minhaz Uddin" userId="fe017d4acf2b71dd" providerId="LiveId" clId="{5DB3CBBD-23D6-4064-94D9-2CE3D4122086}" dt="2023-02-14T17:59:58.058" v="237" actId="14100"/>
          <ac:spMkLst>
            <pc:docMk/>
            <pc:sldMk cId="590646886" sldId="344"/>
            <ac:spMk id="2" creationId="{A4FB3FF0-905D-ED46-B873-9C1CBA0DE0B6}"/>
          </ac:spMkLst>
        </pc:spChg>
        <pc:spChg chg="del">
          <ac:chgData name="Ahmed Minhaz Uddin" userId="fe017d4acf2b71dd" providerId="LiveId" clId="{5DB3CBBD-23D6-4064-94D9-2CE3D4122086}" dt="2023-02-14T17:58:29.300" v="196" actId="22"/>
          <ac:spMkLst>
            <pc:docMk/>
            <pc:sldMk cId="590646886" sldId="344"/>
            <ac:spMk id="3" creationId="{261BC0A0-D05F-19AB-CEC3-2C5B37D9BD62}"/>
          </ac:spMkLst>
        </pc:spChg>
        <pc:spChg chg="add mod">
          <ac:chgData name="Ahmed Minhaz Uddin" userId="fe017d4acf2b71dd" providerId="LiveId" clId="{5DB3CBBD-23D6-4064-94D9-2CE3D4122086}" dt="2023-02-15T03:26:45.314" v="844" actId="6549"/>
          <ac:spMkLst>
            <pc:docMk/>
            <pc:sldMk cId="590646886" sldId="344"/>
            <ac:spMk id="6" creationId="{C7241019-D965-5390-EBDF-E88E18178A84}"/>
          </ac:spMkLst>
        </pc:spChg>
        <pc:picChg chg="add mod ord">
          <ac:chgData name="Ahmed Minhaz Uddin" userId="fe017d4acf2b71dd" providerId="LiveId" clId="{5DB3CBBD-23D6-4064-94D9-2CE3D4122086}" dt="2023-02-14T18:00:09.002" v="242" actId="1076"/>
          <ac:picMkLst>
            <pc:docMk/>
            <pc:sldMk cId="590646886" sldId="344"/>
            <ac:picMk id="5" creationId="{77D95818-B4A5-9616-01B4-FD807DF69B5D}"/>
          </ac:picMkLst>
        </pc:picChg>
      </pc:sldChg>
      <pc:sldChg chg="addSp delSp modSp new mod">
        <pc:chgData name="Ahmed Minhaz Uddin" userId="fe017d4acf2b71dd" providerId="LiveId" clId="{5DB3CBBD-23D6-4064-94D9-2CE3D4122086}" dt="2023-02-15T03:23:57.935" v="800" actId="1076"/>
        <pc:sldMkLst>
          <pc:docMk/>
          <pc:sldMk cId="4130403492" sldId="345"/>
        </pc:sldMkLst>
        <pc:spChg chg="mod">
          <ac:chgData name="Ahmed Minhaz Uddin" userId="fe017d4acf2b71dd" providerId="LiveId" clId="{5DB3CBBD-23D6-4064-94D9-2CE3D4122086}" dt="2023-02-15T02:47:19.633" v="478" actId="20577"/>
          <ac:spMkLst>
            <pc:docMk/>
            <pc:sldMk cId="4130403492" sldId="345"/>
            <ac:spMk id="2" creationId="{983D593E-6215-8699-8B9F-7E3CB1840CDB}"/>
          </ac:spMkLst>
        </pc:spChg>
        <pc:spChg chg="del">
          <ac:chgData name="Ahmed Minhaz Uddin" userId="fe017d4acf2b71dd" providerId="LiveId" clId="{5DB3CBBD-23D6-4064-94D9-2CE3D4122086}" dt="2023-02-15T02:46:57.770" v="443" actId="22"/>
          <ac:spMkLst>
            <pc:docMk/>
            <pc:sldMk cId="4130403492" sldId="345"/>
            <ac:spMk id="3" creationId="{B38474A1-2056-E1EE-BADF-5E8DBFBEE40F}"/>
          </ac:spMkLst>
        </pc:spChg>
        <pc:spChg chg="add mod">
          <ac:chgData name="Ahmed Minhaz Uddin" userId="fe017d4acf2b71dd" providerId="LiveId" clId="{5DB3CBBD-23D6-4064-94D9-2CE3D4122086}" dt="2023-02-15T03:23:57.935" v="800" actId="1076"/>
          <ac:spMkLst>
            <pc:docMk/>
            <pc:sldMk cId="4130403492" sldId="345"/>
            <ac:spMk id="6" creationId="{ACCDB614-D50C-E4CE-5414-311EA93B3398}"/>
          </ac:spMkLst>
        </pc:spChg>
        <pc:picChg chg="add mod ord">
          <ac:chgData name="Ahmed Minhaz Uddin" userId="fe017d4acf2b71dd" providerId="LiveId" clId="{5DB3CBBD-23D6-4064-94D9-2CE3D4122086}" dt="2023-02-15T02:47:33.257" v="482" actId="1076"/>
          <ac:picMkLst>
            <pc:docMk/>
            <pc:sldMk cId="4130403492" sldId="345"/>
            <ac:picMk id="5" creationId="{C78C5E6D-D219-D4DD-FAA3-F53901782D3C}"/>
          </ac:picMkLst>
        </pc:picChg>
      </pc:sldChg>
      <pc:sldChg chg="addSp delSp modSp new mod">
        <pc:chgData name="Ahmed Minhaz Uddin" userId="fe017d4acf2b71dd" providerId="LiveId" clId="{5DB3CBBD-23D6-4064-94D9-2CE3D4122086}" dt="2023-02-15T03:23:44.487" v="798" actId="1076"/>
        <pc:sldMkLst>
          <pc:docMk/>
          <pc:sldMk cId="3739826553" sldId="346"/>
        </pc:sldMkLst>
        <pc:spChg chg="mod">
          <ac:chgData name="Ahmed Minhaz Uddin" userId="fe017d4acf2b71dd" providerId="LiveId" clId="{5DB3CBBD-23D6-4064-94D9-2CE3D4122086}" dt="2023-02-15T02:51:49.431" v="535" actId="20577"/>
          <ac:spMkLst>
            <pc:docMk/>
            <pc:sldMk cId="3739826553" sldId="346"/>
            <ac:spMk id="2" creationId="{DACB37BD-4CB9-9E37-3F6E-E9DF353409B7}"/>
          </ac:spMkLst>
        </pc:spChg>
        <pc:spChg chg="del">
          <ac:chgData name="Ahmed Minhaz Uddin" userId="fe017d4acf2b71dd" providerId="LiveId" clId="{5DB3CBBD-23D6-4064-94D9-2CE3D4122086}" dt="2023-02-15T02:49:35.435" v="484" actId="22"/>
          <ac:spMkLst>
            <pc:docMk/>
            <pc:sldMk cId="3739826553" sldId="346"/>
            <ac:spMk id="3" creationId="{C646EFB5-6DE5-A344-2739-F2C98A21CDD2}"/>
          </ac:spMkLst>
        </pc:spChg>
        <pc:spChg chg="add mod">
          <ac:chgData name="Ahmed Minhaz Uddin" userId="fe017d4acf2b71dd" providerId="LiveId" clId="{5DB3CBBD-23D6-4064-94D9-2CE3D4122086}" dt="2023-02-15T03:23:44.487" v="798" actId="1076"/>
          <ac:spMkLst>
            <pc:docMk/>
            <pc:sldMk cId="3739826553" sldId="346"/>
            <ac:spMk id="6" creationId="{74E4F543-7619-23B3-0DF8-A74B954316D8}"/>
          </ac:spMkLst>
        </pc:spChg>
        <pc:picChg chg="add mod ord">
          <ac:chgData name="Ahmed Minhaz Uddin" userId="fe017d4acf2b71dd" providerId="LiveId" clId="{5DB3CBBD-23D6-4064-94D9-2CE3D4122086}" dt="2023-02-15T02:57:55.714" v="595" actId="14100"/>
          <ac:picMkLst>
            <pc:docMk/>
            <pc:sldMk cId="3739826553" sldId="346"/>
            <ac:picMk id="5" creationId="{AE9A5938-51F7-BC23-DB92-C95BE4D16A49}"/>
          </ac:picMkLst>
        </pc:picChg>
      </pc:sldChg>
      <pc:sldChg chg="addSp delSp modSp new mod">
        <pc:chgData name="Ahmed Minhaz Uddin" userId="fe017d4acf2b71dd" providerId="LiveId" clId="{5DB3CBBD-23D6-4064-94D9-2CE3D4122086}" dt="2023-02-15T03:23:24.535" v="795" actId="20577"/>
        <pc:sldMkLst>
          <pc:docMk/>
          <pc:sldMk cId="355879159" sldId="347"/>
        </pc:sldMkLst>
        <pc:spChg chg="mod">
          <ac:chgData name="Ahmed Minhaz Uddin" userId="fe017d4acf2b71dd" providerId="LiveId" clId="{5DB3CBBD-23D6-4064-94D9-2CE3D4122086}" dt="2023-02-15T02:54:07.125" v="575" actId="313"/>
          <ac:spMkLst>
            <pc:docMk/>
            <pc:sldMk cId="355879159" sldId="347"/>
            <ac:spMk id="2" creationId="{C01B8817-6849-1A3A-8FCB-D60B0ACEA911}"/>
          </ac:spMkLst>
        </pc:spChg>
        <pc:spChg chg="del">
          <ac:chgData name="Ahmed Minhaz Uddin" userId="fe017d4acf2b71dd" providerId="LiveId" clId="{5DB3CBBD-23D6-4064-94D9-2CE3D4122086}" dt="2023-02-15T02:53:43.552" v="537" actId="22"/>
          <ac:spMkLst>
            <pc:docMk/>
            <pc:sldMk cId="355879159" sldId="347"/>
            <ac:spMk id="3" creationId="{6AA03D1B-FBB3-3752-1ED2-2EC0FBB8D76E}"/>
          </ac:spMkLst>
        </pc:spChg>
        <pc:spChg chg="add mod">
          <ac:chgData name="Ahmed Minhaz Uddin" userId="fe017d4acf2b71dd" providerId="LiveId" clId="{5DB3CBBD-23D6-4064-94D9-2CE3D4122086}" dt="2023-02-15T03:23:24.535" v="795" actId="20577"/>
          <ac:spMkLst>
            <pc:docMk/>
            <pc:sldMk cId="355879159" sldId="347"/>
            <ac:spMk id="6" creationId="{828CC0F2-AAAE-44E6-68E7-32BDD0BF3043}"/>
          </ac:spMkLst>
        </pc:spChg>
        <pc:picChg chg="add mod ord">
          <ac:chgData name="Ahmed Minhaz Uddin" userId="fe017d4acf2b71dd" providerId="LiveId" clId="{5DB3CBBD-23D6-4064-94D9-2CE3D4122086}" dt="2023-02-15T02:57:49.336" v="594" actId="14100"/>
          <ac:picMkLst>
            <pc:docMk/>
            <pc:sldMk cId="355879159" sldId="347"/>
            <ac:picMk id="5" creationId="{9ADD1E44-2928-AE44-567E-1CCA1ECFA03F}"/>
          </ac:picMkLst>
        </pc:picChg>
      </pc:sldChg>
      <pc:sldChg chg="modSp new del mod">
        <pc:chgData name="Ahmed Minhaz Uddin" userId="fe017d4acf2b71dd" providerId="LiveId" clId="{5DB3CBBD-23D6-4064-94D9-2CE3D4122086}" dt="2023-02-15T03:23:31.772" v="796" actId="47"/>
        <pc:sldMkLst>
          <pc:docMk/>
          <pc:sldMk cId="1775331718" sldId="348"/>
        </pc:sldMkLst>
        <pc:spChg chg="mod">
          <ac:chgData name="Ahmed Minhaz Uddin" userId="fe017d4acf2b71dd" providerId="LiveId" clId="{5DB3CBBD-23D6-4064-94D9-2CE3D4122086}" dt="2023-02-15T02:55:07.930" v="591" actId="20577"/>
          <ac:spMkLst>
            <pc:docMk/>
            <pc:sldMk cId="1775331718" sldId="348"/>
            <ac:spMk id="3" creationId="{05A6655A-BCDC-7ED7-3796-FD2314E00715}"/>
          </ac:spMkLst>
        </pc:spChg>
      </pc:sldChg>
      <pc:sldChg chg="addSp delSp modSp new mod">
        <pc:chgData name="Ahmed Minhaz Uddin" userId="fe017d4acf2b71dd" providerId="LiveId" clId="{5DB3CBBD-23D6-4064-94D9-2CE3D4122086}" dt="2023-02-15T03:22:52.965" v="783" actId="404"/>
        <pc:sldMkLst>
          <pc:docMk/>
          <pc:sldMk cId="2123321107" sldId="349"/>
        </pc:sldMkLst>
        <pc:spChg chg="mod">
          <ac:chgData name="Ahmed Minhaz Uddin" userId="fe017d4acf2b71dd" providerId="LiveId" clId="{5DB3CBBD-23D6-4064-94D9-2CE3D4122086}" dt="2023-02-15T03:00:10.924" v="620" actId="20577"/>
          <ac:spMkLst>
            <pc:docMk/>
            <pc:sldMk cId="2123321107" sldId="349"/>
            <ac:spMk id="2" creationId="{BC9BFBF6-F91B-B66D-2910-5614A08F5508}"/>
          </ac:spMkLst>
        </pc:spChg>
        <pc:spChg chg="del">
          <ac:chgData name="Ahmed Minhaz Uddin" userId="fe017d4acf2b71dd" providerId="LiveId" clId="{5DB3CBBD-23D6-4064-94D9-2CE3D4122086}" dt="2023-02-15T02:59:26.436" v="597" actId="22"/>
          <ac:spMkLst>
            <pc:docMk/>
            <pc:sldMk cId="2123321107" sldId="349"/>
            <ac:spMk id="3" creationId="{ABA5221C-BD7A-ECAB-4920-E43AD7B47CEC}"/>
          </ac:spMkLst>
        </pc:spChg>
        <pc:spChg chg="add mod">
          <ac:chgData name="Ahmed Minhaz Uddin" userId="fe017d4acf2b71dd" providerId="LiveId" clId="{5DB3CBBD-23D6-4064-94D9-2CE3D4122086}" dt="2023-02-15T03:22:52.965" v="783" actId="404"/>
          <ac:spMkLst>
            <pc:docMk/>
            <pc:sldMk cId="2123321107" sldId="349"/>
            <ac:spMk id="7" creationId="{805CDA28-6ADB-5CCC-C942-6CD94DC501F6}"/>
          </ac:spMkLst>
        </pc:spChg>
        <pc:picChg chg="add mod ord">
          <ac:chgData name="Ahmed Minhaz Uddin" userId="fe017d4acf2b71dd" providerId="LiveId" clId="{5DB3CBBD-23D6-4064-94D9-2CE3D4122086}" dt="2023-02-15T02:59:26.436" v="597" actId="22"/>
          <ac:picMkLst>
            <pc:docMk/>
            <pc:sldMk cId="2123321107" sldId="349"/>
            <ac:picMk id="5" creationId="{40889708-A747-CE2A-2A19-BBEA7B41A909}"/>
          </ac:picMkLst>
        </pc:picChg>
      </pc:sldChg>
      <pc:sldChg chg="addSp delSp modSp new mod">
        <pc:chgData name="Ahmed Minhaz Uddin" userId="fe017d4acf2b71dd" providerId="LiveId" clId="{5DB3CBBD-23D6-4064-94D9-2CE3D4122086}" dt="2023-02-15T03:23:01.550" v="785" actId="1076"/>
        <pc:sldMkLst>
          <pc:docMk/>
          <pc:sldMk cId="627582482" sldId="350"/>
        </pc:sldMkLst>
        <pc:spChg chg="mod">
          <ac:chgData name="Ahmed Minhaz Uddin" userId="fe017d4acf2b71dd" providerId="LiveId" clId="{5DB3CBBD-23D6-4064-94D9-2CE3D4122086}" dt="2023-02-15T03:02:01.474" v="657" actId="20577"/>
          <ac:spMkLst>
            <pc:docMk/>
            <pc:sldMk cId="627582482" sldId="350"/>
            <ac:spMk id="2" creationId="{5DAD0093-1EDC-2927-9F5F-8FAB30A49525}"/>
          </ac:spMkLst>
        </pc:spChg>
        <pc:spChg chg="del">
          <ac:chgData name="Ahmed Minhaz Uddin" userId="fe017d4acf2b71dd" providerId="LiveId" clId="{5DB3CBBD-23D6-4064-94D9-2CE3D4122086}" dt="2023-02-15T03:01:32.004" v="622" actId="22"/>
          <ac:spMkLst>
            <pc:docMk/>
            <pc:sldMk cId="627582482" sldId="350"/>
            <ac:spMk id="3" creationId="{4FAF58EA-986E-EF74-58B8-1FB86CA482BF}"/>
          </ac:spMkLst>
        </pc:spChg>
        <pc:spChg chg="add mod">
          <ac:chgData name="Ahmed Minhaz Uddin" userId="fe017d4acf2b71dd" providerId="LiveId" clId="{5DB3CBBD-23D6-4064-94D9-2CE3D4122086}" dt="2023-02-15T03:23:01.550" v="785" actId="1076"/>
          <ac:spMkLst>
            <pc:docMk/>
            <pc:sldMk cId="627582482" sldId="350"/>
            <ac:spMk id="6" creationId="{AB15DE7A-F18E-D3E2-E2A0-B82A6DB34DD5}"/>
          </ac:spMkLst>
        </pc:spChg>
        <pc:picChg chg="add mod ord">
          <ac:chgData name="Ahmed Minhaz Uddin" userId="fe017d4acf2b71dd" providerId="LiveId" clId="{5DB3CBBD-23D6-4064-94D9-2CE3D4122086}" dt="2023-02-15T03:02:12.786" v="660" actId="1076"/>
          <ac:picMkLst>
            <pc:docMk/>
            <pc:sldMk cId="627582482" sldId="350"/>
            <ac:picMk id="5" creationId="{3F538BCB-C19B-8A2F-6998-D02948140895}"/>
          </ac:picMkLst>
        </pc:picChg>
      </pc:sldChg>
      <pc:sldChg chg="modSp new del mod">
        <pc:chgData name="Ahmed Minhaz Uddin" userId="fe017d4acf2b71dd" providerId="LiveId" clId="{5DB3CBBD-23D6-4064-94D9-2CE3D4122086}" dt="2023-02-15T03:22:31.936" v="780" actId="47"/>
        <pc:sldMkLst>
          <pc:docMk/>
          <pc:sldMk cId="3572709616" sldId="351"/>
        </pc:sldMkLst>
        <pc:spChg chg="mod">
          <ac:chgData name="Ahmed Minhaz Uddin" userId="fe017d4acf2b71dd" providerId="LiveId" clId="{5DB3CBBD-23D6-4064-94D9-2CE3D4122086}" dt="2023-02-15T03:22:15.987" v="777" actId="21"/>
          <ac:spMkLst>
            <pc:docMk/>
            <pc:sldMk cId="3572709616" sldId="351"/>
            <ac:spMk id="3" creationId="{B83194BE-A266-5AB1-4565-2BBD8A0774E5}"/>
          </ac:spMkLst>
        </pc:spChg>
      </pc:sldChg>
      <pc:sldChg chg="addSp delSp modSp new mod">
        <pc:chgData name="Ahmed Minhaz Uddin" userId="fe017d4acf2b71dd" providerId="LiveId" clId="{5DB3CBBD-23D6-4064-94D9-2CE3D4122086}" dt="2023-02-15T03:12:59.090" v="763" actId="1076"/>
        <pc:sldMkLst>
          <pc:docMk/>
          <pc:sldMk cId="1530030922" sldId="352"/>
        </pc:sldMkLst>
        <pc:spChg chg="mod">
          <ac:chgData name="Ahmed Minhaz Uddin" userId="fe017d4acf2b71dd" providerId="LiveId" clId="{5DB3CBBD-23D6-4064-94D9-2CE3D4122086}" dt="2023-02-15T03:12:24.864" v="761" actId="20577"/>
          <ac:spMkLst>
            <pc:docMk/>
            <pc:sldMk cId="1530030922" sldId="352"/>
            <ac:spMk id="2" creationId="{B6020A2A-B15B-0F77-BEE6-A24750A43F5F}"/>
          </ac:spMkLst>
        </pc:spChg>
        <pc:spChg chg="del">
          <ac:chgData name="Ahmed Minhaz Uddin" userId="fe017d4acf2b71dd" providerId="LiveId" clId="{5DB3CBBD-23D6-4064-94D9-2CE3D4122086}" dt="2023-02-15T03:12:56.212" v="762" actId="22"/>
          <ac:spMkLst>
            <pc:docMk/>
            <pc:sldMk cId="1530030922" sldId="352"/>
            <ac:spMk id="3" creationId="{7575E743-6090-5493-492B-8796ECBE9652}"/>
          </ac:spMkLst>
        </pc:spChg>
        <pc:picChg chg="add mod ord">
          <ac:chgData name="Ahmed Minhaz Uddin" userId="fe017d4acf2b71dd" providerId="LiveId" clId="{5DB3CBBD-23D6-4064-94D9-2CE3D4122086}" dt="2023-02-15T03:12:59.090" v="763" actId="1076"/>
          <ac:picMkLst>
            <pc:docMk/>
            <pc:sldMk cId="1530030922" sldId="352"/>
            <ac:picMk id="5" creationId="{CDB5440A-EEB0-F409-940C-859B05A70FC0}"/>
          </ac:picMkLst>
        </pc:picChg>
      </pc:sldChg>
      <pc:sldChg chg="addSp delSp modSp new mod">
        <pc:chgData name="Ahmed Minhaz Uddin" userId="fe017d4acf2b71dd" providerId="LiveId" clId="{5DB3CBBD-23D6-4064-94D9-2CE3D4122086}" dt="2023-02-15T03:42:45.561" v="893" actId="14100"/>
        <pc:sldMkLst>
          <pc:docMk/>
          <pc:sldMk cId="4236119208" sldId="353"/>
        </pc:sldMkLst>
        <pc:spChg chg="mod">
          <ac:chgData name="Ahmed Minhaz Uddin" userId="fe017d4acf2b71dd" providerId="LiveId" clId="{5DB3CBBD-23D6-4064-94D9-2CE3D4122086}" dt="2023-02-15T03:42:04.742" v="884" actId="20577"/>
          <ac:spMkLst>
            <pc:docMk/>
            <pc:sldMk cId="4236119208" sldId="353"/>
            <ac:spMk id="2" creationId="{83E28DA0-E147-E7D6-9C6D-DE7EF2C81063}"/>
          </ac:spMkLst>
        </pc:spChg>
        <pc:spChg chg="del">
          <ac:chgData name="Ahmed Minhaz Uddin" userId="fe017d4acf2b71dd" providerId="LiveId" clId="{5DB3CBBD-23D6-4064-94D9-2CE3D4122086}" dt="2023-02-15T03:42:11.315" v="885" actId="22"/>
          <ac:spMkLst>
            <pc:docMk/>
            <pc:sldMk cId="4236119208" sldId="353"/>
            <ac:spMk id="3" creationId="{2A28E7D9-596B-3355-7B86-54DD3898BE28}"/>
          </ac:spMkLst>
        </pc:spChg>
        <pc:spChg chg="add mod">
          <ac:chgData name="Ahmed Minhaz Uddin" userId="fe017d4acf2b71dd" providerId="LiveId" clId="{5DB3CBBD-23D6-4064-94D9-2CE3D4122086}" dt="2023-02-15T03:42:38.035" v="891" actId="6549"/>
          <ac:spMkLst>
            <pc:docMk/>
            <pc:sldMk cId="4236119208" sldId="353"/>
            <ac:spMk id="7" creationId="{249798A9-BC35-1ADF-44C2-F14512D839C7}"/>
          </ac:spMkLst>
        </pc:spChg>
        <pc:picChg chg="add mod ord">
          <ac:chgData name="Ahmed Minhaz Uddin" userId="fe017d4acf2b71dd" providerId="LiveId" clId="{5DB3CBBD-23D6-4064-94D9-2CE3D4122086}" dt="2023-02-15T03:42:45.561" v="893" actId="14100"/>
          <ac:picMkLst>
            <pc:docMk/>
            <pc:sldMk cId="4236119208" sldId="353"/>
            <ac:picMk id="5" creationId="{295FC704-C109-5602-E438-64A6CB6CFF56}"/>
          </ac:picMkLst>
        </pc:picChg>
      </pc:sldChg>
      <pc:sldChg chg="addSp delSp modSp new mod">
        <pc:chgData name="Ahmed Minhaz Uddin" userId="fe017d4acf2b71dd" providerId="LiveId" clId="{5DB3CBBD-23D6-4064-94D9-2CE3D4122086}" dt="2023-02-15T03:44:44.955" v="908" actId="14100"/>
        <pc:sldMkLst>
          <pc:docMk/>
          <pc:sldMk cId="3615097204" sldId="354"/>
        </pc:sldMkLst>
        <pc:spChg chg="mod">
          <ac:chgData name="Ahmed Minhaz Uddin" userId="fe017d4acf2b71dd" providerId="LiveId" clId="{5DB3CBBD-23D6-4064-94D9-2CE3D4122086}" dt="2023-02-15T03:44:23.755" v="900"/>
          <ac:spMkLst>
            <pc:docMk/>
            <pc:sldMk cId="3615097204" sldId="354"/>
            <ac:spMk id="2" creationId="{CCC21B3C-2161-7F5D-70D5-3CA745C09363}"/>
          </ac:spMkLst>
        </pc:spChg>
        <pc:spChg chg="del">
          <ac:chgData name="Ahmed Minhaz Uddin" userId="fe017d4acf2b71dd" providerId="LiveId" clId="{5DB3CBBD-23D6-4064-94D9-2CE3D4122086}" dt="2023-02-15T03:43:48.340" v="895" actId="22"/>
          <ac:spMkLst>
            <pc:docMk/>
            <pc:sldMk cId="3615097204" sldId="354"/>
            <ac:spMk id="3" creationId="{ED94019E-709D-1F46-84DF-81E4E4447F7B}"/>
          </ac:spMkLst>
        </pc:spChg>
        <pc:spChg chg="add mod">
          <ac:chgData name="Ahmed Minhaz Uddin" userId="fe017d4acf2b71dd" providerId="LiveId" clId="{5DB3CBBD-23D6-4064-94D9-2CE3D4122086}" dt="2023-02-15T03:44:33.577" v="906" actId="20577"/>
          <ac:spMkLst>
            <pc:docMk/>
            <pc:sldMk cId="3615097204" sldId="354"/>
            <ac:spMk id="7" creationId="{94C4B4E9-2884-429C-79C5-302F18E0A218}"/>
          </ac:spMkLst>
        </pc:spChg>
        <pc:picChg chg="add mod ord">
          <ac:chgData name="Ahmed Minhaz Uddin" userId="fe017d4acf2b71dd" providerId="LiveId" clId="{5DB3CBBD-23D6-4064-94D9-2CE3D4122086}" dt="2023-02-15T03:44:44.955" v="908" actId="14100"/>
          <ac:picMkLst>
            <pc:docMk/>
            <pc:sldMk cId="3615097204" sldId="354"/>
            <ac:picMk id="5" creationId="{0FB34F67-3DB1-EB52-3C0B-AB772B8383F4}"/>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FB77012-B2BC-4AD8-BD62-A130A7B5554E}" type="datetimeFigureOut">
              <a:rPr lang="en-US" smtClean="0"/>
              <a:t>9/7/2026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719E99-DA91-48FD-B620-57FE9728A6E3}" type="slidenum">
              <a:rPr lang="en-US" smtClean="0"/>
              <a:t>‹#›</a:t>
            </a:fld>
            <a:endParaRPr lang="en-US"/>
          </a:p>
        </p:txBody>
      </p:sp>
    </p:spTree>
    <p:extLst>
      <p:ext uri="{BB962C8B-B14F-4D97-AF65-F5344CB8AC3E}">
        <p14:creationId xmlns:p14="http://schemas.microsoft.com/office/powerpoint/2010/main" val="25915304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are human actions</a:t>
            </a:r>
          </a:p>
        </p:txBody>
      </p:sp>
      <p:sp>
        <p:nvSpPr>
          <p:cNvPr id="4" name="Slide Number Placeholder 3"/>
          <p:cNvSpPr>
            <a:spLocks noGrp="1"/>
          </p:cNvSpPr>
          <p:nvPr>
            <p:ph type="sldNum" sz="quarter" idx="10"/>
          </p:nvPr>
        </p:nvSpPr>
        <p:spPr/>
        <p:txBody>
          <a:bodyPr/>
          <a:lstStyle/>
          <a:p>
            <a:fld id="{384983A5-AB2D-4E89-A181-D2FC76D6E246}" type="slidenum">
              <a:rPr lang="en-US" smtClean="0"/>
              <a:t>42</a:t>
            </a:fld>
            <a:endParaRPr lang="en-US"/>
          </a:p>
        </p:txBody>
      </p:sp>
    </p:spTree>
    <p:extLst>
      <p:ext uri="{BB962C8B-B14F-4D97-AF65-F5344CB8AC3E}">
        <p14:creationId xmlns:p14="http://schemas.microsoft.com/office/powerpoint/2010/main" val="23270169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84983A5-AB2D-4E89-A181-D2FC76D6E246}" type="slidenum">
              <a:rPr lang="en-US" smtClean="0"/>
              <a:t>43</a:t>
            </a:fld>
            <a:endParaRPr lang="en-US"/>
          </a:p>
        </p:txBody>
      </p:sp>
    </p:spTree>
    <p:extLst>
      <p:ext uri="{BB962C8B-B14F-4D97-AF65-F5344CB8AC3E}">
        <p14:creationId xmlns:p14="http://schemas.microsoft.com/office/powerpoint/2010/main" val="38324141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Traditional Model </a:t>
            </a:r>
          </a:p>
          <a:p>
            <a:endParaRPr lang="en-US" dirty="0"/>
          </a:p>
          <a:p>
            <a:r>
              <a:rPr lang="en-US" dirty="0"/>
              <a:t>Learned </a:t>
            </a:r>
          </a:p>
          <a:p>
            <a:endParaRPr lang="en-US" dirty="0"/>
          </a:p>
          <a:p>
            <a:r>
              <a:rPr lang="en-US" dirty="0"/>
              <a:t>Hand designed, hard</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a:t>Shallow or linear classifier is not enough (operation on raw pixels could not possibly distinguish)</a:t>
            </a:r>
          </a:p>
          <a:p>
            <a:endParaRPr lang="en-US" dirty="0"/>
          </a:p>
        </p:txBody>
      </p:sp>
      <p:sp>
        <p:nvSpPr>
          <p:cNvPr id="4" name="Slide Number Placeholder 3"/>
          <p:cNvSpPr>
            <a:spLocks noGrp="1"/>
          </p:cNvSpPr>
          <p:nvPr>
            <p:ph type="sldNum" sz="quarter" idx="10"/>
          </p:nvPr>
        </p:nvSpPr>
        <p:spPr/>
        <p:txBody>
          <a:bodyPr/>
          <a:lstStyle/>
          <a:p>
            <a:fld id="{384983A5-AB2D-4E89-A181-D2FC76D6E246}" type="slidenum">
              <a:rPr lang="en-US" smtClean="0"/>
              <a:t>45</a:t>
            </a:fld>
            <a:endParaRPr lang="en-US"/>
          </a:p>
        </p:txBody>
      </p:sp>
    </p:spTree>
    <p:extLst>
      <p:ext uri="{BB962C8B-B14F-4D97-AF65-F5344CB8AC3E}">
        <p14:creationId xmlns:p14="http://schemas.microsoft.com/office/powerpoint/2010/main" val="42525751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a:t>Deep models </a:t>
            </a:r>
          </a:p>
          <a:p>
            <a:r>
              <a:rPr lang="en-US" dirty="0"/>
              <a:t>    </a:t>
            </a:r>
            <a:r>
              <a:rPr lang="en-US" sz="1200" dirty="0"/>
              <a:t>Learned jointly</a:t>
            </a:r>
          </a:p>
          <a:p>
            <a:r>
              <a:rPr lang="en-US" sz="1200" dirty="0"/>
              <a:t>    Tied like biological system</a:t>
            </a:r>
          </a:p>
          <a:p>
            <a:endParaRPr lang="en-US" dirty="0"/>
          </a:p>
        </p:txBody>
      </p:sp>
      <p:sp>
        <p:nvSpPr>
          <p:cNvPr id="4" name="Slide Number Placeholder 3"/>
          <p:cNvSpPr>
            <a:spLocks noGrp="1"/>
          </p:cNvSpPr>
          <p:nvPr>
            <p:ph type="sldNum" sz="quarter" idx="10"/>
          </p:nvPr>
        </p:nvSpPr>
        <p:spPr/>
        <p:txBody>
          <a:bodyPr/>
          <a:lstStyle/>
          <a:p>
            <a:fld id="{384983A5-AB2D-4E89-A181-D2FC76D6E246}" type="slidenum">
              <a:rPr lang="en-US" smtClean="0"/>
              <a:t>46</a:t>
            </a:fld>
            <a:endParaRPr lang="en-US"/>
          </a:p>
        </p:txBody>
      </p:sp>
    </p:spTree>
    <p:extLst>
      <p:ext uri="{BB962C8B-B14F-4D97-AF65-F5344CB8AC3E}">
        <p14:creationId xmlns:p14="http://schemas.microsoft.com/office/powerpoint/2010/main" val="25089558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time indoor 3D scene reconstruction</a:t>
            </a:r>
          </a:p>
        </p:txBody>
      </p:sp>
      <p:sp>
        <p:nvSpPr>
          <p:cNvPr id="4" name="Slide Number Placeholder 3"/>
          <p:cNvSpPr>
            <a:spLocks noGrp="1"/>
          </p:cNvSpPr>
          <p:nvPr>
            <p:ph type="sldNum" sz="quarter" idx="5"/>
          </p:nvPr>
        </p:nvSpPr>
        <p:spPr/>
        <p:txBody>
          <a:bodyPr/>
          <a:lstStyle/>
          <a:p>
            <a:fld id="{EE719E99-DA91-48FD-B620-57FE9728A6E3}" type="slidenum">
              <a:rPr lang="en-US" smtClean="0"/>
              <a:t>52</a:t>
            </a:fld>
            <a:endParaRPr lang="en-US"/>
          </a:p>
        </p:txBody>
      </p:sp>
    </p:spTree>
    <p:extLst>
      <p:ext uri="{BB962C8B-B14F-4D97-AF65-F5344CB8AC3E}">
        <p14:creationId xmlns:p14="http://schemas.microsoft.com/office/powerpoint/2010/main" val="19224599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0AABCEA9-342F-49DA-8846-1F2209C1EED6}" type="slidenum">
              <a:rPr lang="en-US" smtClean="0"/>
              <a:pPr/>
              <a:t>68</a:t>
            </a:fld>
            <a:endParaRPr lang="en-US"/>
          </a:p>
        </p:txBody>
      </p:sp>
    </p:spTree>
    <p:extLst>
      <p:ext uri="{BB962C8B-B14F-4D97-AF65-F5344CB8AC3E}">
        <p14:creationId xmlns:p14="http://schemas.microsoft.com/office/powerpoint/2010/main" val="27444331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EF995A3-E8DC-4E31-A2CF-2D980271CAE1}" type="datetimeFigureOut">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88DDE7-5592-4CB5-AAB6-ABD7022767A3}" type="slidenum">
              <a:rPr lang="en-US" smtClean="0"/>
              <a:t>‹#›</a:t>
            </a:fld>
            <a:endParaRPr lang="en-US"/>
          </a:p>
        </p:txBody>
      </p:sp>
    </p:spTree>
    <p:extLst>
      <p:ext uri="{BB962C8B-B14F-4D97-AF65-F5344CB8AC3E}">
        <p14:creationId xmlns:p14="http://schemas.microsoft.com/office/powerpoint/2010/main" val="28928437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EF995A3-E8DC-4E31-A2CF-2D980271CAE1}" type="datetimeFigureOut">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88DDE7-5592-4CB5-AAB6-ABD7022767A3}" type="slidenum">
              <a:rPr lang="en-US" smtClean="0"/>
              <a:t>‹#›</a:t>
            </a:fld>
            <a:endParaRPr lang="en-US"/>
          </a:p>
        </p:txBody>
      </p:sp>
    </p:spTree>
    <p:extLst>
      <p:ext uri="{BB962C8B-B14F-4D97-AF65-F5344CB8AC3E}">
        <p14:creationId xmlns:p14="http://schemas.microsoft.com/office/powerpoint/2010/main" val="36041667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EF995A3-E8DC-4E31-A2CF-2D980271CAE1}" type="datetimeFigureOut">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88DDE7-5592-4CB5-AAB6-ABD7022767A3}" type="slidenum">
              <a:rPr lang="en-US" smtClean="0"/>
              <a:t>‹#›</a:t>
            </a:fld>
            <a:endParaRPr lang="en-US"/>
          </a:p>
        </p:txBody>
      </p:sp>
    </p:spTree>
    <p:extLst>
      <p:ext uri="{BB962C8B-B14F-4D97-AF65-F5344CB8AC3E}">
        <p14:creationId xmlns:p14="http://schemas.microsoft.com/office/powerpoint/2010/main" val="28710848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EF995A3-E8DC-4E31-A2CF-2D980271CAE1}" type="datetimeFigureOut">
              <a:rPr lang="en-US" smtClean="0"/>
              <a:t>9/7/2026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188DDE7-5592-4CB5-AAB6-ABD7022767A3}" type="slidenum">
              <a:rPr lang="en-US" smtClean="0"/>
              <a:t>‹#›</a:t>
            </a:fld>
            <a:endParaRPr lang="en-US"/>
          </a:p>
        </p:txBody>
      </p:sp>
    </p:spTree>
    <p:extLst>
      <p:ext uri="{BB962C8B-B14F-4D97-AF65-F5344CB8AC3E}">
        <p14:creationId xmlns:p14="http://schemas.microsoft.com/office/powerpoint/2010/main" val="36896133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EF995A3-E8DC-4E31-A2CF-2D980271CAE1}" type="datetimeFigureOut">
              <a:rPr lang="en-US" smtClean="0"/>
              <a:t>9/7/2026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188DDE7-5592-4CB5-AAB6-ABD7022767A3}" type="slidenum">
              <a:rPr lang="en-US" smtClean="0"/>
              <a:t>‹#›</a:t>
            </a:fld>
            <a:endParaRPr lang="en-US"/>
          </a:p>
        </p:txBody>
      </p:sp>
    </p:spTree>
    <p:extLst>
      <p:ext uri="{BB962C8B-B14F-4D97-AF65-F5344CB8AC3E}">
        <p14:creationId xmlns:p14="http://schemas.microsoft.com/office/powerpoint/2010/main" val="20878241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EF995A3-E8DC-4E31-A2CF-2D980271CAE1}" type="datetimeFigureOut">
              <a:rPr lang="en-US" smtClean="0"/>
              <a:t>9/7/2026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188DDE7-5592-4CB5-AAB6-ABD7022767A3}" type="slidenum">
              <a:rPr lang="en-US" smtClean="0"/>
              <a:t>‹#›</a:t>
            </a:fld>
            <a:endParaRPr lang="en-US"/>
          </a:p>
        </p:txBody>
      </p:sp>
    </p:spTree>
    <p:extLst>
      <p:ext uri="{BB962C8B-B14F-4D97-AF65-F5344CB8AC3E}">
        <p14:creationId xmlns:p14="http://schemas.microsoft.com/office/powerpoint/2010/main" val="27453909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EF995A3-E8DC-4E31-A2CF-2D980271CAE1}" type="datetimeFigureOut">
              <a:rPr lang="en-US" smtClean="0"/>
              <a:t>9/7/2026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188DDE7-5592-4CB5-AAB6-ABD7022767A3}" type="slidenum">
              <a:rPr lang="en-US" smtClean="0"/>
              <a:t>‹#›</a:t>
            </a:fld>
            <a:endParaRPr lang="en-US"/>
          </a:p>
        </p:txBody>
      </p:sp>
    </p:spTree>
    <p:extLst>
      <p:ext uri="{BB962C8B-B14F-4D97-AF65-F5344CB8AC3E}">
        <p14:creationId xmlns:p14="http://schemas.microsoft.com/office/powerpoint/2010/main" val="38921460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EF995A3-E8DC-4E31-A2CF-2D980271CAE1}" type="datetimeFigureOut">
              <a:rPr lang="en-US" smtClean="0"/>
              <a:t>9/7/2026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188DDE7-5592-4CB5-AAB6-ABD7022767A3}" type="slidenum">
              <a:rPr lang="en-US" smtClean="0"/>
              <a:t>‹#›</a:t>
            </a:fld>
            <a:endParaRPr lang="en-US"/>
          </a:p>
        </p:txBody>
      </p:sp>
    </p:spTree>
    <p:extLst>
      <p:ext uri="{BB962C8B-B14F-4D97-AF65-F5344CB8AC3E}">
        <p14:creationId xmlns:p14="http://schemas.microsoft.com/office/powerpoint/2010/main" val="25087029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188DDE7-5592-4CB5-AAB6-ABD7022767A3}" type="slidenum">
              <a:rPr lang="en-US" smtClean="0"/>
              <a:t>‹#›</a:t>
            </a:fld>
            <a:endParaRPr lang="en-US"/>
          </a:p>
        </p:txBody>
      </p:sp>
      <p:sp>
        <p:nvSpPr>
          <p:cNvPr id="5" name="Date Placeholder 4"/>
          <p:cNvSpPr>
            <a:spLocks noGrp="1"/>
          </p:cNvSpPr>
          <p:nvPr>
            <p:ph type="dt" sz="half" idx="10"/>
          </p:nvPr>
        </p:nvSpPr>
        <p:spPr/>
        <p:txBody>
          <a:bodyPr/>
          <a:lstStyle/>
          <a:p>
            <a:fld id="{CEF995A3-E8DC-4E31-A2CF-2D980271CAE1}" type="datetimeFigureOut">
              <a:rPr lang="en-US" smtClean="0"/>
              <a:t>9/7/2026</a:t>
            </a:fld>
            <a:endParaRPr lang="en-US"/>
          </a:p>
        </p:txBody>
      </p:sp>
    </p:spTree>
    <p:extLst>
      <p:ext uri="{BB962C8B-B14F-4D97-AF65-F5344CB8AC3E}">
        <p14:creationId xmlns:p14="http://schemas.microsoft.com/office/powerpoint/2010/main" val="36371049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EF995A3-E8DC-4E31-A2CF-2D980271CAE1}" type="datetimeFigureOut">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88DDE7-5592-4CB5-AAB6-ABD7022767A3}" type="slidenum">
              <a:rPr lang="en-US" smtClean="0"/>
              <a:t>‹#›</a:t>
            </a:fld>
            <a:endParaRPr lang="en-US"/>
          </a:p>
        </p:txBody>
      </p:sp>
    </p:spTree>
    <p:extLst>
      <p:ext uri="{BB962C8B-B14F-4D97-AF65-F5344CB8AC3E}">
        <p14:creationId xmlns:p14="http://schemas.microsoft.com/office/powerpoint/2010/main" val="27086196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EF995A3-E8DC-4E31-A2CF-2D980271CAE1}" type="datetimeFigureOut">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88DDE7-5592-4CB5-AAB6-ABD7022767A3}"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4693665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EF995A3-E8DC-4E31-A2CF-2D980271CAE1}" type="datetimeFigureOut">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88DDE7-5592-4CB5-AAB6-ABD7022767A3}" type="slidenum">
              <a:rPr lang="en-US" smtClean="0"/>
              <a:t>‹#›</a:t>
            </a:fld>
            <a:endParaRPr lang="en-US"/>
          </a:p>
        </p:txBody>
      </p:sp>
    </p:spTree>
    <p:extLst>
      <p:ext uri="{BB962C8B-B14F-4D97-AF65-F5344CB8AC3E}">
        <p14:creationId xmlns:p14="http://schemas.microsoft.com/office/powerpoint/2010/main" val="42795243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EF995A3-E8DC-4E31-A2CF-2D980271CAE1}" type="datetimeFigureOut">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88DDE7-5592-4CB5-AAB6-ABD7022767A3}"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9960261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EF995A3-E8DC-4E31-A2CF-2D980271CAE1}" type="datetimeFigureOut">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88DDE7-5592-4CB5-AAB6-ABD7022767A3}" type="slidenum">
              <a:rPr lang="en-US" smtClean="0"/>
              <a:t>‹#›</a:t>
            </a:fld>
            <a:endParaRPr lang="en-US"/>
          </a:p>
        </p:txBody>
      </p:sp>
    </p:spTree>
    <p:extLst>
      <p:ext uri="{BB962C8B-B14F-4D97-AF65-F5344CB8AC3E}">
        <p14:creationId xmlns:p14="http://schemas.microsoft.com/office/powerpoint/2010/main" val="322035951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EF995A3-E8DC-4E31-A2CF-2D980271CAE1}" type="datetimeFigureOut">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88DDE7-5592-4CB5-AAB6-ABD7022767A3}" type="slidenum">
              <a:rPr lang="en-US" smtClean="0"/>
              <a:t>‹#›</a:t>
            </a:fld>
            <a:endParaRPr lang="en-US"/>
          </a:p>
        </p:txBody>
      </p:sp>
    </p:spTree>
    <p:extLst>
      <p:ext uri="{BB962C8B-B14F-4D97-AF65-F5344CB8AC3E}">
        <p14:creationId xmlns:p14="http://schemas.microsoft.com/office/powerpoint/2010/main" val="6384072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EF995A3-E8DC-4E31-A2CF-2D980271CAE1}" type="datetimeFigureOut">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88DDE7-5592-4CB5-AAB6-ABD7022767A3}" type="slidenum">
              <a:rPr lang="en-US" smtClean="0"/>
              <a:t>‹#›</a:t>
            </a:fld>
            <a:endParaRPr lang="en-US"/>
          </a:p>
        </p:txBody>
      </p:sp>
    </p:spTree>
    <p:extLst>
      <p:ext uri="{BB962C8B-B14F-4D97-AF65-F5344CB8AC3E}">
        <p14:creationId xmlns:p14="http://schemas.microsoft.com/office/powerpoint/2010/main" val="37434628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CEF995A3-E8DC-4E31-A2CF-2D980271CAE1}" type="datetimeFigureOut">
              <a:rPr lang="en-US" smtClean="0"/>
              <a:t>9/7/2026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9188DDE7-5592-4CB5-AAB6-ABD7022767A3}" type="slidenum">
              <a:rPr lang="en-US" smtClean="0"/>
              <a:t>‹#›</a:t>
            </a:fld>
            <a:endParaRPr lang="en-US"/>
          </a:p>
        </p:txBody>
      </p:sp>
    </p:spTree>
    <p:extLst>
      <p:ext uri="{BB962C8B-B14F-4D97-AF65-F5344CB8AC3E}">
        <p14:creationId xmlns:p14="http://schemas.microsoft.com/office/powerpoint/2010/main" val="2866548495"/>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06" r:id="rId12"/>
    <p:sldLayoutId id="2147483707" r:id="rId13"/>
    <p:sldLayoutId id="2147483708" r:id="rId14"/>
    <p:sldLayoutId id="2147483709" r:id="rId15"/>
    <p:sldLayoutId id="2147483710"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minhaz.ahmed@gmail.com"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 Id="rId5" Type="http://schemas.openxmlformats.org/officeDocument/2006/relationships/image" Target="../media/image43.png"/><Relationship Id="rId4" Type="http://schemas.openxmlformats.org/officeDocument/2006/relationships/image" Target="../media/image42.png"/></Relationships>
</file>

<file path=ppt/slides/_rels/slide4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42.xml.rels><?xml version="1.0" encoding="UTF-8" standalone="yes"?>
<Relationships xmlns="http://schemas.openxmlformats.org/package/2006/relationships"><Relationship Id="rId3" Type="http://schemas.openxmlformats.org/officeDocument/2006/relationships/image" Target="../media/image49.jp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52.jpg"/><Relationship Id="rId5" Type="http://schemas.openxmlformats.org/officeDocument/2006/relationships/image" Target="../media/image51.jpeg"/><Relationship Id="rId4" Type="http://schemas.openxmlformats.org/officeDocument/2006/relationships/image" Target="../media/image50.jpeg"/></Relationships>
</file>

<file path=ppt/slides/_rels/slide4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4.png"/></Relationships>
</file>

<file path=ppt/slides/_rels/slide44.xml.rels><?xml version="1.0" encoding="UTF-8" standalone="yes"?>
<Relationships xmlns="http://schemas.openxmlformats.org/package/2006/relationships"><Relationship Id="rId3" Type="http://schemas.openxmlformats.org/officeDocument/2006/relationships/image" Target="../media/image56.jpg"/><Relationship Id="rId2" Type="http://schemas.openxmlformats.org/officeDocument/2006/relationships/image" Target="../media/image55.jpg"/><Relationship Id="rId1" Type="http://schemas.openxmlformats.org/officeDocument/2006/relationships/slideLayout" Target="../slideLayouts/slideLayout2.xml"/><Relationship Id="rId5" Type="http://schemas.openxmlformats.org/officeDocument/2006/relationships/image" Target="../media/image58.jpg"/><Relationship Id="rId4" Type="http://schemas.openxmlformats.org/officeDocument/2006/relationships/image" Target="../media/image57.jpeg"/></Relationships>
</file>

<file path=ppt/slides/_rels/slide45.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avi"/><Relationship Id="rId1" Type="http://schemas.microsoft.com/office/2007/relationships/media" Target="../media/media1.avi"/><Relationship Id="rId5" Type="http://schemas.openxmlformats.org/officeDocument/2006/relationships/image" Target="../media/image62.png"/><Relationship Id="rId4" Type="http://schemas.openxmlformats.org/officeDocument/2006/relationships/image" Target="../media/image61.png"/></Relationships>
</file>

<file path=ppt/slides/_rels/slide48.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Multimedia Computing</a:t>
            </a:r>
            <a:endParaRPr lang="en-US" dirty="0"/>
          </a:p>
        </p:txBody>
      </p:sp>
      <p:sp>
        <p:nvSpPr>
          <p:cNvPr id="3" name="Subtitle 2"/>
          <p:cNvSpPr>
            <a:spLocks noGrp="1"/>
          </p:cNvSpPr>
          <p:nvPr>
            <p:ph type="subTitle" idx="1"/>
          </p:nvPr>
        </p:nvSpPr>
        <p:spPr/>
        <p:txBody>
          <a:bodyPr>
            <a:normAutofit fontScale="25000" lnSpcReduction="20000"/>
          </a:bodyPr>
          <a:lstStyle/>
          <a:p>
            <a:pPr algn="ctr"/>
            <a:r>
              <a:rPr lang="en-US" dirty="0"/>
              <a:t>By </a:t>
            </a:r>
          </a:p>
          <a:p>
            <a:pPr algn="ctr"/>
            <a:r>
              <a:rPr lang="en-US" sz="5600" dirty="0"/>
              <a:t>Minhaz Uddin Ahmed, PhD</a:t>
            </a:r>
          </a:p>
          <a:p>
            <a:pPr algn="ctr"/>
            <a:r>
              <a:rPr lang="en-US" sz="5600" dirty="0"/>
              <a:t>Department of Computer Engineering</a:t>
            </a:r>
          </a:p>
          <a:p>
            <a:pPr algn="ctr"/>
            <a:r>
              <a:rPr lang="en-US" sz="5600" dirty="0" err="1"/>
              <a:t>Inha</a:t>
            </a:r>
            <a:r>
              <a:rPr lang="en-US" sz="5600" dirty="0"/>
              <a:t> University in Tashkent.</a:t>
            </a:r>
          </a:p>
          <a:p>
            <a:pPr algn="ctr"/>
            <a:r>
              <a:rPr lang="en-US" sz="5600" dirty="0"/>
              <a:t>Email: </a:t>
            </a:r>
            <a:r>
              <a:rPr lang="en-US" sz="5600" dirty="0">
                <a:hlinkClick r:id="rId2"/>
              </a:rPr>
              <a:t>minhaz.ahmed@gmail.com</a:t>
            </a:r>
            <a:endParaRPr lang="en-US" sz="5600" dirty="0"/>
          </a:p>
          <a:p>
            <a:pPr algn="ctr"/>
            <a:endParaRPr lang="en-US" sz="5600" dirty="0"/>
          </a:p>
        </p:txBody>
      </p:sp>
    </p:spTree>
    <p:extLst>
      <p:ext uri="{BB962C8B-B14F-4D97-AF65-F5344CB8AC3E}">
        <p14:creationId xmlns:p14="http://schemas.microsoft.com/office/powerpoint/2010/main" val="471775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Course Overview</a:t>
            </a:r>
          </a:p>
        </p:txBody>
      </p:sp>
      <p:sp>
        <p:nvSpPr>
          <p:cNvPr id="3" name="Content Placeholder 2"/>
          <p:cNvSpPr>
            <a:spLocks noGrp="1"/>
          </p:cNvSpPr>
          <p:nvPr>
            <p:ph idx="1"/>
          </p:nvPr>
        </p:nvSpPr>
        <p:spPr/>
        <p:txBody>
          <a:bodyPr/>
          <a:lstStyle/>
          <a:p>
            <a:r>
              <a:rPr lang="en-US" dirty="0"/>
              <a:t>Textbook</a:t>
            </a:r>
          </a:p>
          <a:p>
            <a:pPr marL="0" indent="0">
              <a:buNone/>
            </a:pPr>
            <a:endParaRPr lang="en-US" dirty="0"/>
          </a:p>
        </p:txBody>
      </p:sp>
      <p:sp>
        <p:nvSpPr>
          <p:cNvPr id="10" name="TextBox 9"/>
          <p:cNvSpPr txBox="1"/>
          <p:nvPr/>
        </p:nvSpPr>
        <p:spPr>
          <a:xfrm>
            <a:off x="4014397" y="5377039"/>
            <a:ext cx="2281727" cy="307777"/>
          </a:xfrm>
          <a:prstGeom prst="rect">
            <a:avLst/>
          </a:prstGeom>
          <a:noFill/>
        </p:spPr>
        <p:txBody>
          <a:bodyPr wrap="square" rtlCol="0">
            <a:spAutoFit/>
          </a:bodyPr>
          <a:lstStyle/>
          <a:p>
            <a:r>
              <a:rPr lang="en-US" sz="1400" dirty="0"/>
              <a:t>Image processing</a:t>
            </a:r>
          </a:p>
        </p:txBody>
      </p:sp>
      <p:pic>
        <p:nvPicPr>
          <p:cNvPr id="6" name="Picture 5"/>
          <p:cNvPicPr>
            <a:picLocks noChangeAspect="1"/>
          </p:cNvPicPr>
          <p:nvPr/>
        </p:nvPicPr>
        <p:blipFill>
          <a:blip r:embed="rId2"/>
          <a:stretch>
            <a:fillRect/>
          </a:stretch>
        </p:blipFill>
        <p:spPr>
          <a:xfrm>
            <a:off x="4114846" y="2716101"/>
            <a:ext cx="1864700" cy="2464435"/>
          </a:xfrm>
          <a:prstGeom prst="rect">
            <a:avLst/>
          </a:prstGeom>
        </p:spPr>
      </p:pic>
      <p:sp>
        <p:nvSpPr>
          <p:cNvPr id="12" name="TextBox 11"/>
          <p:cNvSpPr txBox="1"/>
          <p:nvPr/>
        </p:nvSpPr>
        <p:spPr>
          <a:xfrm>
            <a:off x="7072899" y="5377038"/>
            <a:ext cx="1599762" cy="307777"/>
          </a:xfrm>
          <a:prstGeom prst="rect">
            <a:avLst/>
          </a:prstGeom>
          <a:noFill/>
        </p:spPr>
        <p:txBody>
          <a:bodyPr wrap="square" rtlCol="0">
            <a:spAutoFit/>
          </a:bodyPr>
          <a:lstStyle/>
          <a:p>
            <a:r>
              <a:rPr lang="en-US" sz="1400" dirty="0"/>
              <a:t>Computer Vision</a:t>
            </a:r>
          </a:p>
        </p:txBody>
      </p:sp>
      <p:pic>
        <p:nvPicPr>
          <p:cNvPr id="7" name="Picture 6">
            <a:extLst>
              <a:ext uri="{FF2B5EF4-FFF2-40B4-BE49-F238E27FC236}">
                <a16:creationId xmlns:a16="http://schemas.microsoft.com/office/drawing/2014/main" id="{FBDD6041-E497-F101-E610-E2CDDD4BAF19}"/>
              </a:ext>
            </a:extLst>
          </p:cNvPr>
          <p:cNvPicPr>
            <a:picLocks noChangeAspect="1"/>
          </p:cNvPicPr>
          <p:nvPr/>
        </p:nvPicPr>
        <p:blipFill>
          <a:blip r:embed="rId3"/>
          <a:stretch>
            <a:fillRect/>
          </a:stretch>
        </p:blipFill>
        <p:spPr>
          <a:xfrm>
            <a:off x="988350" y="2716101"/>
            <a:ext cx="1929648" cy="2464435"/>
          </a:xfrm>
          <a:prstGeom prst="rect">
            <a:avLst/>
          </a:prstGeom>
        </p:spPr>
      </p:pic>
      <p:sp>
        <p:nvSpPr>
          <p:cNvPr id="8" name="TextBox 7">
            <a:extLst>
              <a:ext uri="{FF2B5EF4-FFF2-40B4-BE49-F238E27FC236}">
                <a16:creationId xmlns:a16="http://schemas.microsoft.com/office/drawing/2014/main" id="{83466C88-9929-4034-27C3-ECBE8D0E99C5}"/>
              </a:ext>
            </a:extLst>
          </p:cNvPr>
          <p:cNvSpPr txBox="1"/>
          <p:nvPr/>
        </p:nvSpPr>
        <p:spPr>
          <a:xfrm>
            <a:off x="1048898" y="5303171"/>
            <a:ext cx="2281727" cy="307777"/>
          </a:xfrm>
          <a:prstGeom prst="rect">
            <a:avLst/>
          </a:prstGeom>
          <a:noFill/>
        </p:spPr>
        <p:txBody>
          <a:bodyPr wrap="square" rtlCol="0">
            <a:spAutoFit/>
          </a:bodyPr>
          <a:lstStyle/>
          <a:p>
            <a:r>
              <a:rPr lang="en-US" sz="1400" dirty="0"/>
              <a:t>Multimedia</a:t>
            </a:r>
          </a:p>
        </p:txBody>
      </p:sp>
      <p:pic>
        <p:nvPicPr>
          <p:cNvPr id="11" name="Picture 10">
            <a:extLst>
              <a:ext uri="{FF2B5EF4-FFF2-40B4-BE49-F238E27FC236}">
                <a16:creationId xmlns:a16="http://schemas.microsoft.com/office/drawing/2014/main" id="{2CE53B1B-244A-C682-9921-6D0BC4401ED4}"/>
              </a:ext>
            </a:extLst>
          </p:cNvPr>
          <p:cNvPicPr>
            <a:picLocks noChangeAspect="1"/>
          </p:cNvPicPr>
          <p:nvPr/>
        </p:nvPicPr>
        <p:blipFill>
          <a:blip r:embed="rId4"/>
          <a:stretch>
            <a:fillRect/>
          </a:stretch>
        </p:blipFill>
        <p:spPr>
          <a:xfrm>
            <a:off x="6820352" y="2610738"/>
            <a:ext cx="2034716" cy="2766300"/>
          </a:xfrm>
          <a:prstGeom prst="rect">
            <a:avLst/>
          </a:prstGeom>
        </p:spPr>
      </p:pic>
    </p:spTree>
    <p:extLst>
      <p:ext uri="{BB962C8B-B14F-4D97-AF65-F5344CB8AC3E}">
        <p14:creationId xmlns:p14="http://schemas.microsoft.com/office/powerpoint/2010/main" val="35390771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Course overview</a:t>
            </a:r>
          </a:p>
        </p:txBody>
      </p:sp>
      <p:sp>
        <p:nvSpPr>
          <p:cNvPr id="3" name="Content Placeholder 2"/>
          <p:cNvSpPr>
            <a:spLocks noGrp="1"/>
          </p:cNvSpPr>
          <p:nvPr>
            <p:ph idx="1"/>
          </p:nvPr>
        </p:nvSpPr>
        <p:spPr>
          <a:xfrm>
            <a:off x="677334" y="1930400"/>
            <a:ext cx="8596668" cy="3880773"/>
          </a:xfrm>
        </p:spPr>
        <p:txBody>
          <a:bodyPr/>
          <a:lstStyle/>
          <a:p>
            <a:endParaRPr lang="en-US" dirty="0"/>
          </a:p>
          <a:p>
            <a:r>
              <a:rPr lang="en-US" dirty="0"/>
              <a:t>Course Evaluation:</a:t>
            </a:r>
          </a:p>
          <a:p>
            <a:pPr lvl="1"/>
            <a:r>
              <a:rPr lang="en-US" dirty="0"/>
              <a:t>Mid term Exam 30% </a:t>
            </a:r>
          </a:p>
          <a:p>
            <a:pPr lvl="1"/>
            <a:r>
              <a:rPr lang="en-US" dirty="0"/>
              <a:t>Final Exam 30%</a:t>
            </a:r>
          </a:p>
          <a:p>
            <a:pPr lvl="1"/>
            <a:r>
              <a:rPr lang="en-US" dirty="0"/>
              <a:t>Assignment 15%</a:t>
            </a:r>
          </a:p>
          <a:p>
            <a:pPr lvl="1"/>
            <a:r>
              <a:rPr lang="en-US" dirty="0"/>
              <a:t>Quiz 20%</a:t>
            </a:r>
          </a:p>
          <a:p>
            <a:pPr lvl="1"/>
            <a:r>
              <a:rPr lang="en-US" dirty="0"/>
              <a:t>Attendance 5%+ class activity 10%</a:t>
            </a:r>
          </a:p>
        </p:txBody>
      </p:sp>
      <p:sp>
        <p:nvSpPr>
          <p:cNvPr id="4" name="TextBox 3">
            <a:extLst>
              <a:ext uri="{FF2B5EF4-FFF2-40B4-BE49-F238E27FC236}">
                <a16:creationId xmlns:a16="http://schemas.microsoft.com/office/drawing/2014/main" id="{F2074ABD-3638-B044-4AE0-779914294F2B}"/>
              </a:ext>
            </a:extLst>
          </p:cNvPr>
          <p:cNvSpPr txBox="1"/>
          <p:nvPr/>
        </p:nvSpPr>
        <p:spPr>
          <a:xfrm>
            <a:off x="677334" y="5220878"/>
            <a:ext cx="5522259" cy="369332"/>
          </a:xfrm>
          <a:prstGeom prst="rect">
            <a:avLst/>
          </a:prstGeom>
          <a:noFill/>
        </p:spPr>
        <p:txBody>
          <a:bodyPr wrap="square" rtlCol="0">
            <a:spAutoFit/>
          </a:bodyPr>
          <a:lstStyle/>
          <a:p>
            <a:pPr marL="285750" indent="-285750">
              <a:buFont typeface="Wingdings" panose="05000000000000000000" pitchFamily="2" charset="2"/>
              <a:buChar char="Ø"/>
            </a:pPr>
            <a:r>
              <a:rPr lang="en-US" dirty="0"/>
              <a:t>Assignments are based on </a:t>
            </a:r>
            <a:r>
              <a:rPr lang="en-US" dirty="0">
                <a:solidFill>
                  <a:srgbClr val="00B050"/>
                </a:solidFill>
              </a:rPr>
              <a:t>python</a:t>
            </a:r>
            <a:r>
              <a:rPr lang="en-US" dirty="0"/>
              <a:t> programming</a:t>
            </a:r>
          </a:p>
        </p:txBody>
      </p:sp>
    </p:spTree>
    <p:extLst>
      <p:ext uri="{BB962C8B-B14F-4D97-AF65-F5344CB8AC3E}">
        <p14:creationId xmlns:p14="http://schemas.microsoft.com/office/powerpoint/2010/main" val="17236319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Course Syllabus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80843723"/>
              </p:ext>
            </p:extLst>
          </p:nvPr>
        </p:nvGraphicFramePr>
        <p:xfrm>
          <a:off x="813542" y="1622114"/>
          <a:ext cx="8597900" cy="4947920"/>
        </p:xfrm>
        <a:graphic>
          <a:graphicData uri="http://schemas.openxmlformats.org/drawingml/2006/table">
            <a:tbl>
              <a:tblPr firstRow="1" bandRow="1">
                <a:tableStyleId>{5C22544A-7EE6-4342-B048-85BDC9FD1C3A}</a:tableStyleId>
              </a:tblPr>
              <a:tblGrid>
                <a:gridCol w="3040611">
                  <a:extLst>
                    <a:ext uri="{9D8B030D-6E8A-4147-A177-3AD203B41FA5}">
                      <a16:colId xmlns:a16="http://schemas.microsoft.com/office/drawing/2014/main" val="20000"/>
                    </a:ext>
                  </a:extLst>
                </a:gridCol>
                <a:gridCol w="5557289">
                  <a:extLst>
                    <a:ext uri="{9D8B030D-6E8A-4147-A177-3AD203B41FA5}">
                      <a16:colId xmlns:a16="http://schemas.microsoft.com/office/drawing/2014/main" val="20001"/>
                    </a:ext>
                  </a:extLst>
                </a:gridCol>
              </a:tblGrid>
              <a:tr h="370840">
                <a:tc>
                  <a:txBody>
                    <a:bodyPr/>
                    <a:lstStyle/>
                    <a:p>
                      <a:r>
                        <a:rPr lang="en-US"/>
                        <a:t>Week</a:t>
                      </a:r>
                    </a:p>
                  </a:txBody>
                  <a:tcPr/>
                </a:tc>
                <a:tc>
                  <a:txBody>
                    <a:bodyPr/>
                    <a:lstStyle/>
                    <a:p>
                      <a:r>
                        <a:rPr lang="en-US"/>
                        <a:t>            Content</a:t>
                      </a:r>
                    </a:p>
                  </a:txBody>
                  <a:tcPr/>
                </a:tc>
                <a:extLst>
                  <a:ext uri="{0D108BD9-81ED-4DB2-BD59-A6C34878D82A}">
                    <a16:rowId xmlns:a16="http://schemas.microsoft.com/office/drawing/2014/main" val="10000"/>
                  </a:ext>
                </a:extLst>
              </a:tr>
              <a:tr h="370840">
                <a:tc>
                  <a:txBody>
                    <a:bodyPr/>
                    <a:lstStyle/>
                    <a:p>
                      <a:r>
                        <a:rPr lang="en-US"/>
                        <a:t>Week</a:t>
                      </a:r>
                      <a:r>
                        <a:rPr lang="en-US" baseline="0"/>
                        <a:t> One</a:t>
                      </a:r>
                      <a:endParaRPr lang="en-US"/>
                    </a:p>
                  </a:txBody>
                  <a:tcPr/>
                </a:tc>
                <a:tc>
                  <a:txBody>
                    <a:bodyPr/>
                    <a:lstStyle/>
                    <a:p>
                      <a:r>
                        <a:rPr lang="en-US" dirty="0"/>
                        <a:t>Introduction to Multimedia</a:t>
                      </a:r>
                      <a:r>
                        <a:rPr lang="en-US" baseline="0" dirty="0"/>
                        <a:t> computing</a:t>
                      </a:r>
                      <a:endParaRPr lang="en-US" dirty="0"/>
                    </a:p>
                  </a:txBody>
                  <a:tcPr/>
                </a:tc>
                <a:extLst>
                  <a:ext uri="{0D108BD9-81ED-4DB2-BD59-A6C34878D82A}">
                    <a16:rowId xmlns:a16="http://schemas.microsoft.com/office/drawing/2014/main" val="10001"/>
                  </a:ext>
                </a:extLst>
              </a:tr>
              <a:tr h="370840">
                <a:tc>
                  <a:txBody>
                    <a:bodyPr/>
                    <a:lstStyle/>
                    <a:p>
                      <a:r>
                        <a:rPr lang="en-US"/>
                        <a:t>Week Two </a:t>
                      </a:r>
                    </a:p>
                  </a:txBody>
                  <a:tcPr/>
                </a:tc>
                <a:tc>
                  <a:txBody>
                    <a:bodyPr/>
                    <a:lstStyle/>
                    <a:p>
                      <a:r>
                        <a:rPr lang="en-US" sz="1400" dirty="0"/>
                        <a:t>Audio Analysis</a:t>
                      </a:r>
                    </a:p>
                    <a:p>
                      <a:pPr marL="285750" indent="-285750">
                        <a:buFont typeface="Courier New" panose="02070309020205020404" pitchFamily="49" charset="0"/>
                        <a:buChar char="o"/>
                      </a:pPr>
                      <a:r>
                        <a:rPr lang="en-US" sz="1400" dirty="0"/>
                        <a:t>Nature of Sound</a:t>
                      </a:r>
                    </a:p>
                    <a:p>
                      <a:pPr marL="285750" indent="-285750">
                        <a:buFont typeface="Courier New" panose="02070309020205020404" pitchFamily="49" charset="0"/>
                        <a:buChar char="o"/>
                      </a:pPr>
                      <a:r>
                        <a:rPr lang="en-US" sz="1400" dirty="0"/>
                        <a:t>Waveform </a:t>
                      </a:r>
                    </a:p>
                    <a:p>
                      <a:pPr marL="285750" indent="-285750">
                        <a:buFont typeface="Courier New" panose="02070309020205020404" pitchFamily="49" charset="0"/>
                        <a:buChar char="o"/>
                      </a:pPr>
                      <a:r>
                        <a:rPr lang="en-US" sz="1400" dirty="0"/>
                        <a:t>Digitization</a:t>
                      </a:r>
                    </a:p>
                  </a:txBody>
                  <a:tcPr/>
                </a:tc>
                <a:extLst>
                  <a:ext uri="{0D108BD9-81ED-4DB2-BD59-A6C34878D82A}">
                    <a16:rowId xmlns:a16="http://schemas.microsoft.com/office/drawing/2014/main" val="10002"/>
                  </a:ext>
                </a:extLst>
              </a:tr>
              <a:tr h="370840">
                <a:tc>
                  <a:txBody>
                    <a:bodyPr/>
                    <a:lstStyle/>
                    <a:p>
                      <a:r>
                        <a:rPr lang="en-US"/>
                        <a:t>Week Three</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400" dirty="0"/>
                        <a:t>Audio Analysis</a:t>
                      </a:r>
                    </a:p>
                    <a:p>
                      <a:pPr marL="285750" marR="0" indent="-285750" algn="l" defTabSz="4572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lang="en-US" sz="1400" dirty="0"/>
                        <a:t>Audio Processing</a:t>
                      </a:r>
                    </a:p>
                    <a:p>
                      <a:pPr marL="285750" marR="0" indent="-285750" algn="l" defTabSz="4572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lang="en-US" sz="1400" dirty="0"/>
                        <a:t>Audio Compression</a:t>
                      </a:r>
                    </a:p>
                    <a:p>
                      <a:pPr marL="285750" marR="0" indent="-285750" algn="l" defTabSz="4572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lang="en-US" sz="1400" dirty="0"/>
                        <a:t>Perceptually based compression</a:t>
                      </a:r>
                    </a:p>
                  </a:txBody>
                  <a:tcPr/>
                </a:tc>
                <a:extLst>
                  <a:ext uri="{0D108BD9-81ED-4DB2-BD59-A6C34878D82A}">
                    <a16:rowId xmlns:a16="http://schemas.microsoft.com/office/drawing/2014/main" val="10003"/>
                  </a:ext>
                </a:extLst>
              </a:tr>
              <a:tr h="370840">
                <a:tc>
                  <a:txBody>
                    <a:bodyPr/>
                    <a:lstStyle/>
                    <a:p>
                      <a:r>
                        <a:rPr lang="en-US" dirty="0"/>
                        <a:t>Week Four</a:t>
                      </a:r>
                    </a:p>
                  </a:txBody>
                  <a:tcPr/>
                </a:tc>
                <a:tc>
                  <a:txBody>
                    <a:bodyPr/>
                    <a:lstStyle/>
                    <a:p>
                      <a:r>
                        <a:rPr lang="en-US" sz="1400" baseline="0" dirty="0"/>
                        <a:t>Image data representation</a:t>
                      </a:r>
                      <a:endParaRPr lang="en-US" sz="1400" dirty="0"/>
                    </a:p>
                    <a:p>
                      <a:pPr marL="285750" indent="-285750">
                        <a:buFont typeface="Courier New" panose="02070309020205020404" pitchFamily="49" charset="0"/>
                        <a:buChar char="o"/>
                      </a:pPr>
                      <a:r>
                        <a:rPr lang="en-US" sz="1400" dirty="0"/>
                        <a:t>Fundamental</a:t>
                      </a:r>
                    </a:p>
                    <a:p>
                      <a:pPr marL="285750" indent="-285750">
                        <a:buFont typeface="Courier New" panose="02070309020205020404" pitchFamily="49" charset="0"/>
                        <a:buChar char="o"/>
                      </a:pPr>
                      <a:r>
                        <a:rPr lang="en-US" sz="1400" dirty="0"/>
                        <a:t>Physics</a:t>
                      </a:r>
                      <a:r>
                        <a:rPr lang="en-US" sz="1400" baseline="0" dirty="0"/>
                        <a:t> of image</a:t>
                      </a:r>
                    </a:p>
                    <a:p>
                      <a:pPr marL="285750" indent="-285750">
                        <a:buFont typeface="Courier New" panose="02070309020205020404" pitchFamily="49" charset="0"/>
                        <a:buChar char="o"/>
                      </a:pPr>
                      <a:r>
                        <a:rPr lang="en-US" sz="1400" baseline="0" dirty="0"/>
                        <a:t>Intensity transformation</a:t>
                      </a:r>
                      <a:endParaRPr lang="en-US" sz="1400" dirty="0"/>
                    </a:p>
                    <a:p>
                      <a:endParaRPr lang="en-US" sz="1400" dirty="0"/>
                    </a:p>
                  </a:txBody>
                  <a:tcPr/>
                </a:tc>
                <a:extLst>
                  <a:ext uri="{0D108BD9-81ED-4DB2-BD59-A6C34878D82A}">
                    <a16:rowId xmlns:a16="http://schemas.microsoft.com/office/drawing/2014/main" val="10004"/>
                  </a:ext>
                </a:extLst>
              </a:tr>
              <a:tr h="370840">
                <a:tc>
                  <a:txBody>
                    <a:bodyPr/>
                    <a:lstStyle/>
                    <a:p>
                      <a:r>
                        <a:rPr lang="en-US"/>
                        <a:t>Week Five</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400" dirty="0"/>
                        <a:t>Color in Image processing</a:t>
                      </a:r>
                    </a:p>
                    <a:p>
                      <a:pPr marL="285750" indent="-285750">
                        <a:buFont typeface="Courier New" panose="02070309020205020404" pitchFamily="49" charset="0"/>
                        <a:buChar char="o"/>
                      </a:pPr>
                      <a:r>
                        <a:rPr lang="en-US" sz="1400" dirty="0"/>
                        <a:t>Color</a:t>
                      </a:r>
                      <a:r>
                        <a:rPr lang="en-US" sz="1400" baseline="0" dirty="0"/>
                        <a:t> image processing</a:t>
                      </a:r>
                      <a:endParaRPr lang="en-US" sz="1400" dirty="0"/>
                    </a:p>
                    <a:p>
                      <a:pPr marL="285750" indent="-285750">
                        <a:buFont typeface="Courier New" panose="02070309020205020404" pitchFamily="49" charset="0"/>
                        <a:buChar char="o"/>
                      </a:pPr>
                      <a:r>
                        <a:rPr lang="en-US" sz="1400" dirty="0"/>
                        <a:t>feature extraction</a:t>
                      </a:r>
                    </a:p>
                    <a:p>
                      <a:pPr marL="285750" indent="-285750">
                        <a:buFont typeface="Courier New" panose="02070309020205020404" pitchFamily="49" charset="0"/>
                        <a:buChar char="o"/>
                      </a:pPr>
                      <a:r>
                        <a:rPr lang="en-US" sz="1400" dirty="0"/>
                        <a:t>XYZ to RGB transform</a:t>
                      </a:r>
                    </a:p>
                    <a:p>
                      <a:endParaRPr lang="en-US" sz="1400" dirty="0"/>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8193313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6060" y="199402"/>
            <a:ext cx="8596668" cy="663723"/>
          </a:xfrm>
        </p:spPr>
        <p:txBody>
          <a:bodyPr>
            <a:normAutofit/>
          </a:bodyPr>
          <a:lstStyle/>
          <a:p>
            <a:r>
              <a:rPr lang="en-US" sz="2800" dirty="0"/>
              <a:t>Course Syllabus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89444363"/>
              </p:ext>
            </p:extLst>
          </p:nvPr>
        </p:nvGraphicFramePr>
        <p:xfrm>
          <a:off x="624828" y="863125"/>
          <a:ext cx="8597900" cy="4440395"/>
        </p:xfrm>
        <a:graphic>
          <a:graphicData uri="http://schemas.openxmlformats.org/drawingml/2006/table">
            <a:tbl>
              <a:tblPr firstRow="1" bandRow="1">
                <a:tableStyleId>{5C22544A-7EE6-4342-B048-85BDC9FD1C3A}</a:tableStyleId>
              </a:tblPr>
              <a:tblGrid>
                <a:gridCol w="3040611">
                  <a:extLst>
                    <a:ext uri="{9D8B030D-6E8A-4147-A177-3AD203B41FA5}">
                      <a16:colId xmlns:a16="http://schemas.microsoft.com/office/drawing/2014/main" val="20000"/>
                    </a:ext>
                  </a:extLst>
                </a:gridCol>
                <a:gridCol w="5557289">
                  <a:extLst>
                    <a:ext uri="{9D8B030D-6E8A-4147-A177-3AD203B41FA5}">
                      <a16:colId xmlns:a16="http://schemas.microsoft.com/office/drawing/2014/main" val="20001"/>
                    </a:ext>
                  </a:extLst>
                </a:gridCol>
              </a:tblGrid>
              <a:tr h="370840">
                <a:tc>
                  <a:txBody>
                    <a:bodyPr/>
                    <a:lstStyle/>
                    <a:p>
                      <a:r>
                        <a:rPr lang="en-US"/>
                        <a:t>Week</a:t>
                      </a:r>
                    </a:p>
                  </a:txBody>
                  <a:tcPr/>
                </a:tc>
                <a:tc>
                  <a:txBody>
                    <a:bodyPr/>
                    <a:lstStyle/>
                    <a:p>
                      <a:r>
                        <a:rPr lang="en-US"/>
                        <a:t>            Content</a:t>
                      </a:r>
                    </a:p>
                  </a:txBody>
                  <a:tcPr/>
                </a:tc>
                <a:extLst>
                  <a:ext uri="{0D108BD9-81ED-4DB2-BD59-A6C34878D82A}">
                    <a16:rowId xmlns:a16="http://schemas.microsoft.com/office/drawing/2014/main" val="10000"/>
                  </a:ext>
                </a:extLst>
              </a:tr>
              <a:tr h="370840">
                <a:tc>
                  <a:txBody>
                    <a:bodyPr/>
                    <a:lstStyle/>
                    <a:p>
                      <a:r>
                        <a:rPr lang="en-US"/>
                        <a:t>Week</a:t>
                      </a:r>
                      <a:r>
                        <a:rPr lang="en-US" baseline="0"/>
                        <a:t> six</a:t>
                      </a:r>
                      <a:endParaRPr lang="en-US"/>
                    </a:p>
                  </a:txBody>
                  <a:tcPr/>
                </a:tc>
                <a:tc>
                  <a:txBody>
                    <a:bodyPr/>
                    <a:lstStyle/>
                    <a:p>
                      <a:r>
                        <a:rPr lang="en-US" sz="1400" dirty="0"/>
                        <a:t>Fundamental concepts in Video</a:t>
                      </a:r>
                    </a:p>
                    <a:p>
                      <a:pPr marL="285750" indent="-285750">
                        <a:buFont typeface="Courier New" panose="02070309020205020404" pitchFamily="49" charset="0"/>
                        <a:buChar char="o"/>
                      </a:pPr>
                      <a:r>
                        <a:rPr lang="en-US" sz="1400" dirty="0"/>
                        <a:t>NTSC vs PAL</a:t>
                      </a:r>
                    </a:p>
                    <a:p>
                      <a:pPr marL="285750" indent="-285750">
                        <a:buFont typeface="Courier New" panose="02070309020205020404" pitchFamily="49" charset="0"/>
                        <a:buChar char="o"/>
                      </a:pPr>
                      <a:r>
                        <a:rPr lang="en-US" sz="1400" dirty="0"/>
                        <a:t>3D camera model</a:t>
                      </a:r>
                    </a:p>
                    <a:p>
                      <a:pPr marL="285750" indent="-285750">
                        <a:buFont typeface="Courier New" panose="02070309020205020404" pitchFamily="49" charset="0"/>
                        <a:buChar char="o"/>
                      </a:pPr>
                      <a:r>
                        <a:rPr lang="en-US" sz="1400" dirty="0"/>
                        <a:t>Video compression</a:t>
                      </a:r>
                    </a:p>
                  </a:txBody>
                  <a:tcPr/>
                </a:tc>
                <a:extLst>
                  <a:ext uri="{0D108BD9-81ED-4DB2-BD59-A6C34878D82A}">
                    <a16:rowId xmlns:a16="http://schemas.microsoft.com/office/drawing/2014/main" val="10001"/>
                  </a:ext>
                </a:extLst>
              </a:tr>
              <a:tr h="370840">
                <a:tc>
                  <a:txBody>
                    <a:bodyPr/>
                    <a:lstStyle/>
                    <a:p>
                      <a:r>
                        <a:rPr lang="en-US"/>
                        <a:t>Week</a:t>
                      </a:r>
                      <a:r>
                        <a:rPr lang="en-US" baseline="0"/>
                        <a:t> Seven</a:t>
                      </a:r>
                      <a:endParaRPr lang="en-US"/>
                    </a:p>
                  </a:txBody>
                  <a:tcPr/>
                </a:tc>
                <a:tc>
                  <a:txBody>
                    <a:bodyPr/>
                    <a:lstStyle/>
                    <a:p>
                      <a:r>
                        <a:rPr lang="en-US" sz="1400" dirty="0"/>
                        <a:t>Image</a:t>
                      </a:r>
                      <a:r>
                        <a:rPr lang="en-US" sz="1400" baseline="0" dirty="0"/>
                        <a:t> Processing</a:t>
                      </a:r>
                    </a:p>
                    <a:p>
                      <a:pPr marL="285750" indent="-285750">
                        <a:buFont typeface="Courier New" panose="02070309020205020404" pitchFamily="49" charset="0"/>
                        <a:buChar char="o"/>
                      </a:pPr>
                      <a:r>
                        <a:rPr lang="en-US" sz="1400" dirty="0"/>
                        <a:t>Image</a:t>
                      </a:r>
                      <a:r>
                        <a:rPr lang="en-US" sz="1400" baseline="0" dirty="0"/>
                        <a:t> pattern classification</a:t>
                      </a:r>
                      <a:endParaRPr lang="en-US" sz="1400" dirty="0"/>
                    </a:p>
                    <a:p>
                      <a:endParaRPr lang="en-US" sz="1400" dirty="0"/>
                    </a:p>
                  </a:txBody>
                  <a:tcPr/>
                </a:tc>
                <a:extLst>
                  <a:ext uri="{0D108BD9-81ED-4DB2-BD59-A6C34878D82A}">
                    <a16:rowId xmlns:a16="http://schemas.microsoft.com/office/drawing/2014/main" val="10002"/>
                  </a:ext>
                </a:extLst>
              </a:tr>
              <a:tr h="503395">
                <a:tc>
                  <a:txBody>
                    <a:bodyPr/>
                    <a:lstStyle/>
                    <a:p>
                      <a:r>
                        <a:rPr lang="en-US"/>
                        <a:t>Week Eight</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dirty="0"/>
                        <a:t> Mid-Term Exam</a:t>
                      </a:r>
                    </a:p>
                  </a:txBody>
                  <a:tcPr/>
                </a:tc>
                <a:extLst>
                  <a:ext uri="{0D108BD9-81ED-4DB2-BD59-A6C34878D82A}">
                    <a16:rowId xmlns:a16="http://schemas.microsoft.com/office/drawing/2014/main" val="10003"/>
                  </a:ext>
                </a:extLst>
              </a:tr>
              <a:tr h="370840">
                <a:tc>
                  <a:txBody>
                    <a:bodyPr/>
                    <a:lstStyle/>
                    <a:p>
                      <a:r>
                        <a:rPr lang="en-US"/>
                        <a:t>Week Nine</a:t>
                      </a:r>
                    </a:p>
                  </a:txBody>
                  <a:tcPr/>
                </a:tc>
                <a:tc>
                  <a:txBody>
                    <a:bodyPr/>
                    <a:lstStyle/>
                    <a:p>
                      <a:r>
                        <a:rPr lang="en-US" sz="1400" dirty="0"/>
                        <a:t>Computer</a:t>
                      </a:r>
                      <a:r>
                        <a:rPr lang="en-US" sz="1400" baseline="0" dirty="0"/>
                        <a:t> Graphics </a:t>
                      </a:r>
                    </a:p>
                    <a:p>
                      <a:pPr marL="285750" marR="0" indent="-285750" algn="l" defTabSz="4572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lang="en-US" sz="1400" dirty="0"/>
                        <a:t>Raster images</a:t>
                      </a:r>
                    </a:p>
                    <a:p>
                      <a:pPr marL="285750" marR="0" indent="-285750" algn="l" defTabSz="4572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lang="en-US" sz="1400" dirty="0"/>
                        <a:t>Raster Devices</a:t>
                      </a:r>
                    </a:p>
                    <a:p>
                      <a:endParaRPr lang="en-US" sz="1400" dirty="0"/>
                    </a:p>
                  </a:txBody>
                  <a:tcPr/>
                </a:tc>
                <a:extLst>
                  <a:ext uri="{0D108BD9-81ED-4DB2-BD59-A6C34878D82A}">
                    <a16:rowId xmlns:a16="http://schemas.microsoft.com/office/drawing/2014/main" val="10004"/>
                  </a:ext>
                </a:extLst>
              </a:tr>
              <a:tr h="370840">
                <a:tc>
                  <a:txBody>
                    <a:bodyPr/>
                    <a:lstStyle/>
                    <a:p>
                      <a:r>
                        <a:rPr lang="en-US"/>
                        <a:t>Week </a:t>
                      </a:r>
                      <a:r>
                        <a:rPr lang="en-US" baseline="0"/>
                        <a:t>Ten</a:t>
                      </a:r>
                      <a:endParaRPr lang="en-US"/>
                    </a:p>
                  </a:txBody>
                  <a:tcPr/>
                </a:tc>
                <a:tc>
                  <a:txBody>
                    <a:bodyPr/>
                    <a:lstStyle/>
                    <a:p>
                      <a:r>
                        <a:rPr lang="en-US" sz="1400" dirty="0"/>
                        <a:t>Computer</a:t>
                      </a:r>
                      <a:r>
                        <a:rPr lang="en-US" sz="1400" baseline="0" dirty="0"/>
                        <a:t> Graphics </a:t>
                      </a:r>
                    </a:p>
                    <a:p>
                      <a:pPr marL="285750" indent="-285750">
                        <a:buFont typeface="Courier New" panose="02070309020205020404" pitchFamily="49" charset="0"/>
                        <a:buChar char="o"/>
                      </a:pPr>
                      <a:r>
                        <a:rPr lang="en-US" sz="1400" dirty="0"/>
                        <a:t>Basic Ray-Tracing Algorithm</a:t>
                      </a:r>
                    </a:p>
                    <a:p>
                      <a:pPr marL="285750" indent="-285750">
                        <a:buFont typeface="Courier New" panose="02070309020205020404" pitchFamily="49" charset="0"/>
                        <a:buChar char="o"/>
                      </a:pPr>
                      <a:r>
                        <a:rPr lang="en-US" sz="1400" dirty="0"/>
                        <a:t>Ray-Object Intersection</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400" dirty="0"/>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8533170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a:t>Course Syllabus</a:t>
            </a:r>
          </a:p>
        </p:txBody>
      </p:sp>
      <p:graphicFrame>
        <p:nvGraphicFramePr>
          <p:cNvPr id="5" name="Content Placeholder 3"/>
          <p:cNvGraphicFramePr>
            <a:graphicFrameLocks noGrp="1"/>
          </p:cNvGraphicFramePr>
          <p:nvPr>
            <p:ph idx="1"/>
            <p:extLst>
              <p:ext uri="{D42A27DB-BD31-4B8C-83A1-F6EECF244321}">
                <p14:modId xmlns:p14="http://schemas.microsoft.com/office/powerpoint/2010/main" val="2420941825"/>
              </p:ext>
            </p:extLst>
          </p:nvPr>
        </p:nvGraphicFramePr>
        <p:xfrm>
          <a:off x="676102" y="1136352"/>
          <a:ext cx="8597900" cy="5127423"/>
        </p:xfrm>
        <a:graphic>
          <a:graphicData uri="http://schemas.openxmlformats.org/drawingml/2006/table">
            <a:tbl>
              <a:tblPr firstRow="1" bandRow="1">
                <a:tableStyleId>{5C22544A-7EE6-4342-B048-85BDC9FD1C3A}</a:tableStyleId>
              </a:tblPr>
              <a:tblGrid>
                <a:gridCol w="3040611">
                  <a:extLst>
                    <a:ext uri="{9D8B030D-6E8A-4147-A177-3AD203B41FA5}">
                      <a16:colId xmlns:a16="http://schemas.microsoft.com/office/drawing/2014/main" val="20000"/>
                    </a:ext>
                  </a:extLst>
                </a:gridCol>
                <a:gridCol w="5557289">
                  <a:extLst>
                    <a:ext uri="{9D8B030D-6E8A-4147-A177-3AD203B41FA5}">
                      <a16:colId xmlns:a16="http://schemas.microsoft.com/office/drawing/2014/main" val="20001"/>
                    </a:ext>
                  </a:extLst>
                </a:gridCol>
              </a:tblGrid>
              <a:tr h="331219">
                <a:tc>
                  <a:txBody>
                    <a:bodyPr/>
                    <a:lstStyle/>
                    <a:p>
                      <a:r>
                        <a:rPr lang="en-US"/>
                        <a:t>Week</a:t>
                      </a:r>
                    </a:p>
                  </a:txBody>
                  <a:tcPr/>
                </a:tc>
                <a:tc>
                  <a:txBody>
                    <a:bodyPr/>
                    <a:lstStyle/>
                    <a:p>
                      <a:r>
                        <a:rPr lang="en-US" dirty="0"/>
                        <a:t>            Content</a:t>
                      </a:r>
                    </a:p>
                  </a:txBody>
                  <a:tcPr/>
                </a:tc>
                <a:extLst>
                  <a:ext uri="{0D108BD9-81ED-4DB2-BD59-A6C34878D82A}">
                    <a16:rowId xmlns:a16="http://schemas.microsoft.com/office/drawing/2014/main" val="10000"/>
                  </a:ext>
                </a:extLst>
              </a:tr>
              <a:tr h="910852">
                <a:tc>
                  <a:txBody>
                    <a:bodyPr/>
                    <a:lstStyle/>
                    <a:p>
                      <a:r>
                        <a:rPr lang="en-US"/>
                        <a:t>Week Eleven</a:t>
                      </a:r>
                    </a:p>
                  </a:txBody>
                  <a:tcPr/>
                </a:tc>
                <a:tc>
                  <a:txBody>
                    <a:bodyPr/>
                    <a:lstStyle/>
                    <a:p>
                      <a:r>
                        <a:rPr lang="en-US" sz="1600" dirty="0"/>
                        <a:t>Computer Vision</a:t>
                      </a:r>
                    </a:p>
                    <a:p>
                      <a:pPr marL="285750" indent="-285750">
                        <a:buFont typeface="Courier New" panose="02070309020205020404" pitchFamily="49" charset="0"/>
                        <a:buChar char="o"/>
                      </a:pPr>
                      <a:r>
                        <a:rPr lang="en-US" sz="1400" dirty="0"/>
                        <a:t>Application of Computer Vision</a:t>
                      </a:r>
                    </a:p>
                    <a:p>
                      <a:pPr marL="285750" indent="-285750">
                        <a:buFont typeface="Courier New" panose="02070309020205020404" pitchFamily="49" charset="0"/>
                        <a:buChar char="o"/>
                      </a:pPr>
                      <a:r>
                        <a:rPr lang="en-US" sz="1400" dirty="0"/>
                        <a:t>Topics in Computer Vision</a:t>
                      </a:r>
                    </a:p>
                    <a:p>
                      <a:pPr marL="285750" indent="-285750">
                        <a:buFont typeface="Courier New" panose="02070309020205020404" pitchFamily="49" charset="0"/>
                        <a:buChar char="o"/>
                      </a:pPr>
                      <a:r>
                        <a:rPr lang="en-US" sz="1400" dirty="0"/>
                        <a:t>Recent research work</a:t>
                      </a:r>
                    </a:p>
                  </a:txBody>
                  <a:tcPr/>
                </a:tc>
                <a:extLst>
                  <a:ext uri="{0D108BD9-81ED-4DB2-BD59-A6C34878D82A}">
                    <a16:rowId xmlns:a16="http://schemas.microsoft.com/office/drawing/2014/main" val="10001"/>
                  </a:ext>
                </a:extLst>
              </a:tr>
              <a:tr h="331219">
                <a:tc>
                  <a:txBody>
                    <a:bodyPr/>
                    <a:lstStyle/>
                    <a:p>
                      <a:r>
                        <a:rPr lang="en-US"/>
                        <a:t>Week </a:t>
                      </a:r>
                      <a:r>
                        <a:rPr lang="en-US" baseline="0"/>
                        <a:t>Twelve</a:t>
                      </a:r>
                      <a:endParaRPr lang="en-US"/>
                    </a:p>
                  </a:txBody>
                  <a:tcPr/>
                </a:tc>
                <a:tc>
                  <a:txBody>
                    <a:bodyPr/>
                    <a:lstStyle/>
                    <a:p>
                      <a:r>
                        <a:rPr lang="en-US" sz="1600" dirty="0"/>
                        <a:t>Computer Vision</a:t>
                      </a:r>
                    </a:p>
                    <a:p>
                      <a:pPr marL="285750" indent="-285750">
                        <a:buFont typeface="Courier New" panose="02070309020205020404" pitchFamily="49" charset="0"/>
                        <a:buChar char="o"/>
                      </a:pPr>
                      <a:r>
                        <a:rPr lang="en-US" sz="1400" baseline="0" dirty="0"/>
                        <a:t>Canny edge detector</a:t>
                      </a:r>
                    </a:p>
                    <a:p>
                      <a:pPr marL="285750" indent="-285750">
                        <a:buFont typeface="Courier New" panose="02070309020205020404" pitchFamily="49" charset="0"/>
                        <a:buChar char="o"/>
                      </a:pPr>
                      <a:r>
                        <a:rPr lang="en-US" sz="1400" baseline="0" dirty="0"/>
                        <a:t>Harris Corner detector</a:t>
                      </a:r>
                    </a:p>
                    <a:p>
                      <a:pPr marL="285750" indent="-285750">
                        <a:buFont typeface="Courier New" panose="02070309020205020404" pitchFamily="49" charset="0"/>
                        <a:buChar char="o"/>
                      </a:pPr>
                      <a:r>
                        <a:rPr lang="en-US" sz="1400" baseline="0" dirty="0"/>
                        <a:t>Feature matching/ Analysis</a:t>
                      </a:r>
                      <a:endParaRPr lang="en-US" sz="1400" dirty="0"/>
                    </a:p>
                  </a:txBody>
                  <a:tcPr/>
                </a:tc>
                <a:extLst>
                  <a:ext uri="{0D108BD9-81ED-4DB2-BD59-A6C34878D82A}">
                    <a16:rowId xmlns:a16="http://schemas.microsoft.com/office/drawing/2014/main" val="10002"/>
                  </a:ext>
                </a:extLst>
              </a:tr>
              <a:tr h="1104063">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dirty="0"/>
                        <a:t>Week</a:t>
                      </a:r>
                      <a:r>
                        <a:rPr lang="en-US" baseline="0" dirty="0"/>
                        <a:t> </a:t>
                      </a:r>
                      <a:r>
                        <a:rPr lang="en-US" dirty="0"/>
                        <a:t>Thirteen</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dirty="0"/>
                        <a:t>Computer Vision</a:t>
                      </a:r>
                    </a:p>
                    <a:p>
                      <a:pPr marL="285750" marR="0" indent="-285750" algn="l" defTabSz="4572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lang="en-US" sz="1400" baseline="0" dirty="0"/>
                        <a:t>Stereo</a:t>
                      </a:r>
                    </a:p>
                    <a:p>
                      <a:pPr marL="285750" marR="0" indent="-285750" algn="l" defTabSz="4572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lang="en-US" sz="1400" baseline="0" dirty="0"/>
                        <a:t>Model Fitting</a:t>
                      </a:r>
                    </a:p>
                    <a:p>
                      <a:pPr marL="285750" marR="0" indent="-285750" algn="l" defTabSz="4572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lang="en-US" sz="1400" baseline="0" dirty="0"/>
                        <a:t>Segmentation</a:t>
                      </a:r>
                    </a:p>
                  </a:txBody>
                  <a:tcPr/>
                </a:tc>
                <a:extLst>
                  <a:ext uri="{0D108BD9-81ED-4DB2-BD59-A6C34878D82A}">
                    <a16:rowId xmlns:a16="http://schemas.microsoft.com/office/drawing/2014/main" val="10003"/>
                  </a:ext>
                </a:extLst>
              </a:tr>
              <a:tr h="91085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t>Week </a:t>
                      </a:r>
                      <a:r>
                        <a:rPr lang="en-US" baseline="0"/>
                        <a:t>Fourteen</a:t>
                      </a:r>
                      <a:endParaRPr lang="en-US"/>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dirty="0"/>
                        <a:t>Computer Vision</a:t>
                      </a:r>
                    </a:p>
                    <a:p>
                      <a:pPr marL="285750" marR="0" indent="-285750" algn="l" defTabSz="4572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lang="en-US" sz="1400" baseline="0" dirty="0"/>
                        <a:t>Recognition</a:t>
                      </a:r>
                    </a:p>
                    <a:p>
                      <a:pPr marL="285750" marR="0" indent="-285750" algn="l" defTabSz="4572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lang="en-US" sz="1400" baseline="0" dirty="0"/>
                        <a:t>Classification</a:t>
                      </a:r>
                    </a:p>
                    <a:p>
                      <a:pPr marL="285750" marR="0" indent="-285750" algn="l" defTabSz="4572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lang="en-US" sz="1400" baseline="0" dirty="0"/>
                        <a:t>Generative AI in CV</a:t>
                      </a:r>
                    </a:p>
                  </a:txBody>
                  <a:tcPr/>
                </a:tc>
                <a:extLst>
                  <a:ext uri="{0D108BD9-81ED-4DB2-BD59-A6C34878D82A}">
                    <a16:rowId xmlns:a16="http://schemas.microsoft.com/office/drawing/2014/main" val="10004"/>
                  </a:ext>
                </a:extLst>
              </a:tr>
              <a:tr h="331219">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t>Week</a:t>
                      </a:r>
                      <a:r>
                        <a:rPr lang="en-US" baseline="0"/>
                        <a:t> Fifteen</a:t>
                      </a:r>
                      <a:endParaRPr lang="en-US"/>
                    </a:p>
                  </a:txBody>
                  <a:tcPr/>
                </a:tc>
                <a:tc>
                  <a:txBody>
                    <a:bodyPr/>
                    <a:lstStyle/>
                    <a:p>
                      <a:r>
                        <a:rPr lang="en-US"/>
                        <a:t> Final</a:t>
                      </a:r>
                      <a:r>
                        <a:rPr lang="en-US" baseline="0"/>
                        <a:t> Exam</a:t>
                      </a:r>
                      <a:endParaRPr lang="en-US"/>
                    </a:p>
                  </a:txBody>
                  <a:tcPr/>
                </a:tc>
                <a:extLst>
                  <a:ext uri="{0D108BD9-81ED-4DB2-BD59-A6C34878D82A}">
                    <a16:rowId xmlns:a16="http://schemas.microsoft.com/office/drawing/2014/main" val="10005"/>
                  </a:ext>
                </a:extLst>
              </a:tr>
              <a:tr h="331219">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t>Week </a:t>
                      </a:r>
                      <a:r>
                        <a:rPr lang="en-US" baseline="0"/>
                        <a:t>Sixteen</a:t>
                      </a:r>
                      <a:endParaRPr lang="en-US"/>
                    </a:p>
                  </a:txBody>
                  <a:tcPr/>
                </a:tc>
                <a:tc>
                  <a:txBody>
                    <a:bodyPr/>
                    <a:lstStyle/>
                    <a:p>
                      <a:r>
                        <a:rPr lang="en-US" baseline="0" dirty="0"/>
                        <a:t> Review Class </a:t>
                      </a:r>
                      <a:endParaRPr lang="en-US" dirty="0"/>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4375857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 to multimedia</a:t>
            </a:r>
          </a:p>
        </p:txBody>
      </p:sp>
      <p:sp>
        <p:nvSpPr>
          <p:cNvPr id="3" name="Content Placeholder 2"/>
          <p:cNvSpPr>
            <a:spLocks noGrp="1"/>
          </p:cNvSpPr>
          <p:nvPr>
            <p:ph idx="1"/>
          </p:nvPr>
        </p:nvSpPr>
        <p:spPr>
          <a:xfrm>
            <a:off x="611346" y="1930400"/>
            <a:ext cx="8596668" cy="3880773"/>
          </a:xfrm>
        </p:spPr>
        <p:txBody>
          <a:bodyPr>
            <a:normAutofit/>
          </a:bodyPr>
          <a:lstStyle/>
          <a:p>
            <a:r>
              <a:rPr lang="en-US" dirty="0"/>
              <a:t>Multimedia is media and contents that uses a combination of different content forms.</a:t>
            </a:r>
          </a:p>
          <a:p>
            <a:endParaRPr lang="en-US" dirty="0"/>
          </a:p>
          <a:p>
            <a:r>
              <a:rPr lang="en-US" dirty="0"/>
              <a:t>Multimedia includes a combination of </a:t>
            </a:r>
          </a:p>
          <a:p>
            <a:r>
              <a:rPr lang="en-US" dirty="0"/>
              <a:t>Text</a:t>
            </a:r>
          </a:p>
          <a:p>
            <a:r>
              <a:rPr lang="en-US" dirty="0"/>
              <a:t>Audio</a:t>
            </a:r>
          </a:p>
          <a:p>
            <a:r>
              <a:rPr lang="en-US" dirty="0"/>
              <a:t>Still Images</a:t>
            </a:r>
          </a:p>
          <a:p>
            <a:r>
              <a:rPr lang="en-US" dirty="0"/>
              <a:t>Animation Video</a:t>
            </a:r>
          </a:p>
          <a:p>
            <a:r>
              <a:rPr lang="en-US" dirty="0"/>
              <a:t>Interactivity content forms</a:t>
            </a:r>
          </a:p>
        </p:txBody>
      </p:sp>
      <p:pic>
        <p:nvPicPr>
          <p:cNvPr id="4" name="Picture 3"/>
          <p:cNvPicPr>
            <a:picLocks noChangeAspect="1"/>
          </p:cNvPicPr>
          <p:nvPr/>
        </p:nvPicPr>
        <p:blipFill>
          <a:blip r:embed="rId2"/>
          <a:stretch>
            <a:fillRect/>
          </a:stretch>
        </p:blipFill>
        <p:spPr>
          <a:xfrm>
            <a:off x="8197553" y="2277676"/>
            <a:ext cx="1676400" cy="1533525"/>
          </a:xfrm>
          <a:prstGeom prst="rect">
            <a:avLst/>
          </a:prstGeom>
        </p:spPr>
      </p:pic>
      <p:pic>
        <p:nvPicPr>
          <p:cNvPr id="5" name="Picture 4"/>
          <p:cNvPicPr>
            <a:picLocks noChangeAspect="1"/>
          </p:cNvPicPr>
          <p:nvPr/>
        </p:nvPicPr>
        <p:blipFill>
          <a:blip r:embed="rId3"/>
          <a:stretch>
            <a:fillRect/>
          </a:stretch>
        </p:blipFill>
        <p:spPr>
          <a:xfrm>
            <a:off x="6221789" y="4001294"/>
            <a:ext cx="1719212" cy="1626639"/>
          </a:xfrm>
          <a:prstGeom prst="rect">
            <a:avLst/>
          </a:prstGeom>
        </p:spPr>
      </p:pic>
    </p:spTree>
    <p:extLst>
      <p:ext uri="{BB962C8B-B14F-4D97-AF65-F5344CB8AC3E}">
        <p14:creationId xmlns:p14="http://schemas.microsoft.com/office/powerpoint/2010/main" val="6398021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 to multimedia</a:t>
            </a:r>
          </a:p>
        </p:txBody>
      </p:sp>
      <p:pic>
        <p:nvPicPr>
          <p:cNvPr id="4" name="Content Placeholder 3"/>
          <p:cNvPicPr>
            <a:picLocks noGrp="1" noChangeAspect="1"/>
          </p:cNvPicPr>
          <p:nvPr>
            <p:ph idx="1"/>
          </p:nvPr>
        </p:nvPicPr>
        <p:blipFill>
          <a:blip r:embed="rId2"/>
          <a:stretch>
            <a:fillRect/>
          </a:stretch>
        </p:blipFill>
        <p:spPr>
          <a:xfrm>
            <a:off x="677334" y="1558713"/>
            <a:ext cx="8013898" cy="4351338"/>
          </a:xfrm>
          <a:prstGeom prst="rect">
            <a:avLst/>
          </a:prstGeom>
        </p:spPr>
      </p:pic>
      <p:sp>
        <p:nvSpPr>
          <p:cNvPr id="5" name="Rectangle 4"/>
          <p:cNvSpPr/>
          <p:nvPr/>
        </p:nvSpPr>
        <p:spPr>
          <a:xfrm>
            <a:off x="1776122" y="6248400"/>
            <a:ext cx="5193473" cy="369332"/>
          </a:xfrm>
          <a:prstGeom prst="rect">
            <a:avLst/>
          </a:prstGeom>
        </p:spPr>
        <p:txBody>
          <a:bodyPr wrap="none">
            <a:spAutoFit/>
          </a:bodyPr>
          <a:lstStyle/>
          <a:p>
            <a:r>
              <a:rPr lang="en-US" dirty="0"/>
              <a:t>Figure 1-2 Components of a multimedia system today</a:t>
            </a:r>
          </a:p>
        </p:txBody>
      </p:sp>
    </p:spTree>
    <p:extLst>
      <p:ext uri="{BB962C8B-B14F-4D97-AF65-F5344CB8AC3E}">
        <p14:creationId xmlns:p14="http://schemas.microsoft.com/office/powerpoint/2010/main" val="25557138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 to multimedia</a:t>
            </a:r>
          </a:p>
        </p:txBody>
      </p:sp>
      <p:sp>
        <p:nvSpPr>
          <p:cNvPr id="3" name="Content Placeholder 2"/>
          <p:cNvSpPr>
            <a:spLocks noGrp="1"/>
          </p:cNvSpPr>
          <p:nvPr>
            <p:ph idx="1"/>
          </p:nvPr>
        </p:nvSpPr>
        <p:spPr>
          <a:xfrm>
            <a:off x="838199" y="1825625"/>
            <a:ext cx="10791825" cy="4351338"/>
          </a:xfrm>
        </p:spPr>
        <p:txBody>
          <a:bodyPr>
            <a:normAutofit/>
          </a:bodyPr>
          <a:lstStyle/>
          <a:p>
            <a:pPr marL="0" indent="0">
              <a:buNone/>
            </a:pPr>
            <a:r>
              <a:rPr lang="en-US" dirty="0"/>
              <a:t>1. A PowerPoint presentation. PowerPoint presentations involve all types of media and have tools to make it interactive.</a:t>
            </a:r>
          </a:p>
          <a:p>
            <a:pPr marL="0" indent="0">
              <a:buNone/>
            </a:pPr>
            <a:r>
              <a:rPr lang="en-US" dirty="0"/>
              <a:t>2. Playing a video game. Video games are inherently interactive.</a:t>
            </a:r>
          </a:p>
          <a:p>
            <a:pPr marL="0" indent="0">
              <a:buNone/>
            </a:pPr>
            <a:r>
              <a:rPr lang="en-US" dirty="0"/>
              <a:t>3. Describing a picture to your friend. </a:t>
            </a:r>
          </a:p>
          <a:p>
            <a:pPr marL="0" indent="0">
              <a:buNone/>
            </a:pPr>
            <a:r>
              <a:rPr lang="en-US" dirty="0"/>
              <a:t>4. Reading the newspaper in the morning. </a:t>
            </a:r>
          </a:p>
          <a:p>
            <a:pPr marL="0" indent="0">
              <a:buNone/>
            </a:pPr>
            <a:r>
              <a:rPr lang="en-US" dirty="0"/>
              <a:t>5. Videoconferencing. </a:t>
            </a:r>
          </a:p>
          <a:p>
            <a:pPr marL="0" indent="0">
              <a:buNone/>
            </a:pPr>
            <a:r>
              <a:rPr lang="en-US" dirty="0"/>
              <a:t>6. Watching television or listening to radio. </a:t>
            </a:r>
          </a:p>
          <a:p>
            <a:pPr marL="0" indent="0">
              <a:buNone/>
            </a:pPr>
            <a:r>
              <a:rPr lang="en-US" dirty="0"/>
              <a:t>7.TV comprises audio and video, with channel surfing as interactivity.</a:t>
            </a:r>
          </a:p>
        </p:txBody>
      </p:sp>
    </p:spTree>
    <p:extLst>
      <p:ext uri="{BB962C8B-B14F-4D97-AF65-F5344CB8AC3E}">
        <p14:creationId xmlns:p14="http://schemas.microsoft.com/office/powerpoint/2010/main" val="29138795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03B1B-4EBD-F752-B5CF-F2DDA9E7AAF3}"/>
              </a:ext>
            </a:extLst>
          </p:cNvPr>
          <p:cNvSpPr>
            <a:spLocks noGrp="1"/>
          </p:cNvSpPr>
          <p:nvPr>
            <p:ph type="title"/>
          </p:nvPr>
        </p:nvSpPr>
        <p:spPr/>
        <p:txBody>
          <a:bodyPr/>
          <a:lstStyle/>
          <a:p>
            <a:r>
              <a:rPr lang="en-US" dirty="0"/>
              <a:t>History of Multimedia</a:t>
            </a:r>
          </a:p>
        </p:txBody>
      </p:sp>
      <p:pic>
        <p:nvPicPr>
          <p:cNvPr id="5" name="Content Placeholder 4">
            <a:extLst>
              <a:ext uri="{FF2B5EF4-FFF2-40B4-BE49-F238E27FC236}">
                <a16:creationId xmlns:a16="http://schemas.microsoft.com/office/drawing/2014/main" id="{687662A8-DA75-CC45-4FA1-CCC4C5CD9BD6}"/>
              </a:ext>
            </a:extLst>
          </p:cNvPr>
          <p:cNvPicPr>
            <a:picLocks noGrp="1" noChangeAspect="1"/>
          </p:cNvPicPr>
          <p:nvPr>
            <p:ph idx="1"/>
          </p:nvPr>
        </p:nvPicPr>
        <p:blipFill>
          <a:blip r:embed="rId2"/>
          <a:stretch>
            <a:fillRect/>
          </a:stretch>
        </p:blipFill>
        <p:spPr>
          <a:xfrm>
            <a:off x="253128" y="1563717"/>
            <a:ext cx="5657478" cy="3489050"/>
          </a:xfrm>
          <a:prstGeom prst="rect">
            <a:avLst/>
          </a:prstGeom>
        </p:spPr>
      </p:pic>
      <p:pic>
        <p:nvPicPr>
          <p:cNvPr id="6" name="Picture 5">
            <a:extLst>
              <a:ext uri="{FF2B5EF4-FFF2-40B4-BE49-F238E27FC236}">
                <a16:creationId xmlns:a16="http://schemas.microsoft.com/office/drawing/2014/main" id="{92DCD3F3-5D3C-D0C1-20F0-6D5B3033570F}"/>
              </a:ext>
            </a:extLst>
          </p:cNvPr>
          <p:cNvPicPr>
            <a:picLocks noChangeAspect="1"/>
          </p:cNvPicPr>
          <p:nvPr/>
        </p:nvPicPr>
        <p:blipFill>
          <a:blip r:embed="rId3"/>
          <a:stretch>
            <a:fillRect/>
          </a:stretch>
        </p:blipFill>
        <p:spPr>
          <a:xfrm>
            <a:off x="6173016" y="1161908"/>
            <a:ext cx="3100986" cy="3890859"/>
          </a:xfrm>
          <a:prstGeom prst="rect">
            <a:avLst/>
          </a:prstGeom>
        </p:spPr>
      </p:pic>
      <p:sp>
        <p:nvSpPr>
          <p:cNvPr id="8" name="TextBox 7">
            <a:extLst>
              <a:ext uri="{FF2B5EF4-FFF2-40B4-BE49-F238E27FC236}">
                <a16:creationId xmlns:a16="http://schemas.microsoft.com/office/drawing/2014/main" id="{E5BB9F5F-B412-9227-FF8B-05B34E349305}"/>
              </a:ext>
            </a:extLst>
          </p:cNvPr>
          <p:cNvSpPr txBox="1"/>
          <p:nvPr/>
        </p:nvSpPr>
        <p:spPr>
          <a:xfrm>
            <a:off x="4871301" y="5354743"/>
            <a:ext cx="6103854" cy="923330"/>
          </a:xfrm>
          <a:prstGeom prst="rect">
            <a:avLst/>
          </a:prstGeom>
          <a:noFill/>
        </p:spPr>
        <p:txBody>
          <a:bodyPr wrap="square">
            <a:spAutoFit/>
          </a:bodyPr>
          <a:lstStyle/>
          <a:p>
            <a:r>
              <a:rPr lang="en-US" dirty="0"/>
              <a:t>Thomas Alva Edison’s phonograph, invented in 1877, was the first device that was able to record and reproduce sound.</a:t>
            </a:r>
          </a:p>
        </p:txBody>
      </p:sp>
    </p:spTree>
    <p:extLst>
      <p:ext uri="{BB962C8B-B14F-4D97-AF65-F5344CB8AC3E}">
        <p14:creationId xmlns:p14="http://schemas.microsoft.com/office/powerpoint/2010/main" val="21824680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F2C80-BF63-67CA-8445-B1DE54B02F19}"/>
              </a:ext>
            </a:extLst>
          </p:cNvPr>
          <p:cNvSpPr>
            <a:spLocks noGrp="1"/>
          </p:cNvSpPr>
          <p:nvPr>
            <p:ph type="title"/>
          </p:nvPr>
        </p:nvSpPr>
        <p:spPr/>
        <p:txBody>
          <a:bodyPr/>
          <a:lstStyle/>
          <a:p>
            <a:r>
              <a:rPr lang="en-US" dirty="0"/>
              <a:t>Evolution of audio storage media</a:t>
            </a:r>
          </a:p>
        </p:txBody>
      </p:sp>
      <p:pic>
        <p:nvPicPr>
          <p:cNvPr id="9" name="Content Placeholder 8">
            <a:extLst>
              <a:ext uri="{FF2B5EF4-FFF2-40B4-BE49-F238E27FC236}">
                <a16:creationId xmlns:a16="http://schemas.microsoft.com/office/drawing/2014/main" id="{FA16E513-5993-A202-1E7A-E4CA6EAE714C}"/>
              </a:ext>
            </a:extLst>
          </p:cNvPr>
          <p:cNvPicPr>
            <a:picLocks noGrp="1" noChangeAspect="1"/>
          </p:cNvPicPr>
          <p:nvPr>
            <p:ph idx="1"/>
          </p:nvPr>
        </p:nvPicPr>
        <p:blipFill>
          <a:blip r:embed="rId2"/>
          <a:stretch>
            <a:fillRect/>
          </a:stretch>
        </p:blipFill>
        <p:spPr>
          <a:xfrm>
            <a:off x="576332" y="1602355"/>
            <a:ext cx="7539965" cy="2762255"/>
          </a:xfrm>
        </p:spPr>
      </p:pic>
      <p:pic>
        <p:nvPicPr>
          <p:cNvPr id="13" name="Picture 12">
            <a:extLst>
              <a:ext uri="{FF2B5EF4-FFF2-40B4-BE49-F238E27FC236}">
                <a16:creationId xmlns:a16="http://schemas.microsoft.com/office/drawing/2014/main" id="{89C0DCE3-5117-6271-39D4-C1033DD3B774}"/>
              </a:ext>
            </a:extLst>
          </p:cNvPr>
          <p:cNvPicPr>
            <a:picLocks noChangeAspect="1"/>
          </p:cNvPicPr>
          <p:nvPr/>
        </p:nvPicPr>
        <p:blipFill>
          <a:blip r:embed="rId3"/>
          <a:stretch>
            <a:fillRect/>
          </a:stretch>
        </p:blipFill>
        <p:spPr>
          <a:xfrm>
            <a:off x="1089954" y="4207804"/>
            <a:ext cx="5883150" cy="2095682"/>
          </a:xfrm>
          <a:prstGeom prst="rect">
            <a:avLst/>
          </a:prstGeom>
        </p:spPr>
      </p:pic>
    </p:spTree>
    <p:extLst>
      <p:ext uri="{BB962C8B-B14F-4D97-AF65-F5344CB8AC3E}">
        <p14:creationId xmlns:p14="http://schemas.microsoft.com/office/powerpoint/2010/main" val="34030699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 to multimedia computing</a:t>
            </a:r>
          </a:p>
        </p:txBody>
      </p:sp>
      <p:sp>
        <p:nvSpPr>
          <p:cNvPr id="3" name="Content Placeholder 2"/>
          <p:cNvSpPr>
            <a:spLocks noGrp="1"/>
          </p:cNvSpPr>
          <p:nvPr>
            <p:ph idx="1"/>
          </p:nvPr>
        </p:nvSpPr>
        <p:spPr/>
        <p:txBody>
          <a:bodyPr/>
          <a:lstStyle/>
          <a:p>
            <a:r>
              <a:rPr lang="en-US" b="1" dirty="0"/>
              <a:t>TEXT</a:t>
            </a:r>
          </a:p>
          <a:p>
            <a:r>
              <a:rPr lang="en-US" dirty="0"/>
              <a:t>Text is the most widely used and flexible means of presenting information on screen and conveying ideas.</a:t>
            </a:r>
          </a:p>
          <a:p>
            <a:r>
              <a:rPr lang="en-US" dirty="0"/>
              <a:t>Text is an essential aspect of presenting the information.</a:t>
            </a:r>
          </a:p>
          <a:p>
            <a:r>
              <a:rPr lang="en-US" dirty="0"/>
              <a:t>Like each element of the multimedia design, effective use of text can either direct users/readers attention or divert it.</a:t>
            </a:r>
          </a:p>
        </p:txBody>
      </p:sp>
      <p:pic>
        <p:nvPicPr>
          <p:cNvPr id="5" name="Picture 4">
            <a:extLst>
              <a:ext uri="{FF2B5EF4-FFF2-40B4-BE49-F238E27FC236}">
                <a16:creationId xmlns:a16="http://schemas.microsoft.com/office/drawing/2014/main" id="{170897A0-B365-1FFB-5850-56FB96201B0B}"/>
              </a:ext>
            </a:extLst>
          </p:cNvPr>
          <p:cNvPicPr>
            <a:picLocks noChangeAspect="1"/>
          </p:cNvPicPr>
          <p:nvPr/>
        </p:nvPicPr>
        <p:blipFill>
          <a:blip r:embed="rId2"/>
          <a:stretch>
            <a:fillRect/>
          </a:stretch>
        </p:blipFill>
        <p:spPr>
          <a:xfrm>
            <a:off x="5755014" y="4214384"/>
            <a:ext cx="2445745" cy="2478647"/>
          </a:xfrm>
          <a:prstGeom prst="rect">
            <a:avLst/>
          </a:prstGeom>
        </p:spPr>
      </p:pic>
    </p:spTree>
    <p:extLst>
      <p:ext uri="{BB962C8B-B14F-4D97-AF65-F5344CB8AC3E}">
        <p14:creationId xmlns:p14="http://schemas.microsoft.com/office/powerpoint/2010/main" val="42625473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9293A-1A27-043F-E6C7-8B1E712B7441}"/>
              </a:ext>
            </a:extLst>
          </p:cNvPr>
          <p:cNvSpPr>
            <a:spLocks noGrp="1"/>
          </p:cNvSpPr>
          <p:nvPr>
            <p:ph type="title"/>
          </p:nvPr>
        </p:nvSpPr>
        <p:spPr/>
        <p:txBody>
          <a:bodyPr/>
          <a:lstStyle/>
          <a:p>
            <a:r>
              <a:rPr lang="en-US" dirty="0"/>
              <a:t>Hypermedia</a:t>
            </a:r>
          </a:p>
        </p:txBody>
      </p:sp>
      <p:sp>
        <p:nvSpPr>
          <p:cNvPr id="3" name="Content Placeholder 2">
            <a:extLst>
              <a:ext uri="{FF2B5EF4-FFF2-40B4-BE49-F238E27FC236}">
                <a16:creationId xmlns:a16="http://schemas.microsoft.com/office/drawing/2014/main" id="{3DAE3E81-52A0-22BF-24BD-3ABEF29CA4E0}"/>
              </a:ext>
            </a:extLst>
          </p:cNvPr>
          <p:cNvSpPr>
            <a:spLocks noGrp="1"/>
          </p:cNvSpPr>
          <p:nvPr>
            <p:ph idx="1"/>
          </p:nvPr>
        </p:nvSpPr>
        <p:spPr/>
        <p:txBody>
          <a:bodyPr/>
          <a:lstStyle/>
          <a:p>
            <a:r>
              <a:rPr lang="en-US" dirty="0"/>
              <a:t>Hypermedia,  first introduced by Ted Nelson, went beyond text-only. It includes a wide array of media, such as graphics, images, and especially the continuous media—sound and video, and links them together. The World Wide Web (WWW or simply Web) is the best example of a hypermedia application</a:t>
            </a:r>
          </a:p>
        </p:txBody>
      </p:sp>
    </p:spTree>
    <p:extLst>
      <p:ext uri="{BB962C8B-B14F-4D97-AF65-F5344CB8AC3E}">
        <p14:creationId xmlns:p14="http://schemas.microsoft.com/office/powerpoint/2010/main" val="919833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AUDIO</a:t>
            </a:r>
          </a:p>
        </p:txBody>
      </p:sp>
      <p:sp>
        <p:nvSpPr>
          <p:cNvPr id="3" name="Content Placeholder 2"/>
          <p:cNvSpPr>
            <a:spLocks noGrp="1"/>
          </p:cNvSpPr>
          <p:nvPr>
            <p:ph idx="1"/>
          </p:nvPr>
        </p:nvSpPr>
        <p:spPr>
          <a:xfrm>
            <a:off x="677334" y="1745810"/>
            <a:ext cx="8596668" cy="3880773"/>
          </a:xfrm>
        </p:spPr>
        <p:txBody>
          <a:bodyPr/>
          <a:lstStyle/>
          <a:p>
            <a:r>
              <a:rPr lang="en-US" dirty="0"/>
              <a:t>Audio refers to sound. Multimedia can include files which contain sounds</a:t>
            </a:r>
          </a:p>
          <a:p>
            <a:r>
              <a:rPr lang="en-US" dirty="0"/>
              <a:t>Audio songs also come under the heading multimedia</a:t>
            </a:r>
          </a:p>
          <a:p>
            <a:r>
              <a:rPr lang="en-US" dirty="0"/>
              <a:t>Multimedia presentations often have some audio tracks which makes it easier for people to understand.</a:t>
            </a:r>
          </a:p>
          <a:p>
            <a:r>
              <a:rPr lang="en-US" dirty="0"/>
              <a:t>Multimedia phones have music players to run audio music</a:t>
            </a:r>
          </a:p>
          <a:p>
            <a:r>
              <a:rPr lang="en-US" dirty="0"/>
              <a:t>Various audio software include VLC media player, real player, </a:t>
            </a:r>
            <a:r>
              <a:rPr lang="en-US" dirty="0" err="1"/>
              <a:t>etc</a:t>
            </a:r>
            <a:endParaRPr lang="en-US" dirty="0"/>
          </a:p>
        </p:txBody>
      </p:sp>
      <p:pic>
        <p:nvPicPr>
          <p:cNvPr id="5" name="Picture 4">
            <a:extLst>
              <a:ext uri="{FF2B5EF4-FFF2-40B4-BE49-F238E27FC236}">
                <a16:creationId xmlns:a16="http://schemas.microsoft.com/office/drawing/2014/main" id="{93C70F63-1224-3790-6F1A-CFA77A93DCB8}"/>
              </a:ext>
            </a:extLst>
          </p:cNvPr>
          <p:cNvPicPr>
            <a:picLocks noChangeAspect="1"/>
          </p:cNvPicPr>
          <p:nvPr/>
        </p:nvPicPr>
        <p:blipFill>
          <a:blip r:embed="rId2"/>
          <a:stretch>
            <a:fillRect/>
          </a:stretch>
        </p:blipFill>
        <p:spPr>
          <a:xfrm>
            <a:off x="1893839" y="4414331"/>
            <a:ext cx="2842506" cy="1950889"/>
          </a:xfrm>
          <a:prstGeom prst="rect">
            <a:avLst/>
          </a:prstGeom>
        </p:spPr>
      </p:pic>
    </p:spTree>
    <p:extLst>
      <p:ext uri="{BB962C8B-B14F-4D97-AF65-F5344CB8AC3E}">
        <p14:creationId xmlns:p14="http://schemas.microsoft.com/office/powerpoint/2010/main" val="2026545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Images</a:t>
            </a:r>
          </a:p>
        </p:txBody>
      </p:sp>
      <p:sp>
        <p:nvSpPr>
          <p:cNvPr id="3" name="Content Placeholder 2"/>
          <p:cNvSpPr>
            <a:spLocks noGrp="1"/>
          </p:cNvSpPr>
          <p:nvPr>
            <p:ph idx="1"/>
          </p:nvPr>
        </p:nvSpPr>
        <p:spPr/>
        <p:txBody>
          <a:bodyPr/>
          <a:lstStyle/>
          <a:p>
            <a:r>
              <a:rPr lang="en-US" dirty="0"/>
              <a:t>Pictures(images) is a two-dimensional screen display, and as well as a three-dimensional, such as a statue or hologram.</a:t>
            </a:r>
          </a:p>
          <a:p>
            <a:r>
              <a:rPr lang="en-US" dirty="0"/>
              <a:t>Graphs, pie-charts, painting etc. all come under images.</a:t>
            </a:r>
          </a:p>
          <a:p>
            <a:r>
              <a:rPr lang="en-US" dirty="0"/>
              <a:t>Images are a very useful feature of multimedia. Multimedia presentation uses pictures or clip-art to make people understand.</a:t>
            </a:r>
          </a:p>
          <a:p>
            <a:r>
              <a:rPr lang="en-US" dirty="0"/>
              <a:t>Various file formats of images are .jpg, .</a:t>
            </a:r>
            <a:r>
              <a:rPr lang="en-US" dirty="0" err="1"/>
              <a:t>png</a:t>
            </a:r>
            <a:r>
              <a:rPr lang="en-US" dirty="0"/>
              <a:t>, .gif </a:t>
            </a:r>
            <a:r>
              <a:rPr lang="en-US" dirty="0" err="1"/>
              <a:t>etc</a:t>
            </a:r>
            <a:endParaRPr lang="en-US" dirty="0"/>
          </a:p>
          <a:p>
            <a:endParaRPr lang="en-US" dirty="0"/>
          </a:p>
          <a:p>
            <a:endParaRPr lang="en-US" dirty="0"/>
          </a:p>
        </p:txBody>
      </p:sp>
      <p:pic>
        <p:nvPicPr>
          <p:cNvPr id="4" name="Picture 3"/>
          <p:cNvPicPr>
            <a:picLocks noChangeAspect="1"/>
          </p:cNvPicPr>
          <p:nvPr/>
        </p:nvPicPr>
        <p:blipFill>
          <a:blip r:embed="rId2"/>
          <a:stretch>
            <a:fillRect/>
          </a:stretch>
        </p:blipFill>
        <p:spPr>
          <a:xfrm>
            <a:off x="8296275" y="4553392"/>
            <a:ext cx="3500437" cy="1623571"/>
          </a:xfrm>
          <a:prstGeom prst="rect">
            <a:avLst/>
          </a:prstGeom>
        </p:spPr>
      </p:pic>
    </p:spTree>
    <p:extLst>
      <p:ext uri="{BB962C8B-B14F-4D97-AF65-F5344CB8AC3E}">
        <p14:creationId xmlns:p14="http://schemas.microsoft.com/office/powerpoint/2010/main" val="2789453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VIDEO</a:t>
            </a:r>
          </a:p>
        </p:txBody>
      </p:sp>
      <p:sp>
        <p:nvSpPr>
          <p:cNvPr id="3" name="Content Placeholder 2"/>
          <p:cNvSpPr>
            <a:spLocks noGrp="1"/>
          </p:cNvSpPr>
          <p:nvPr>
            <p:ph idx="1"/>
          </p:nvPr>
        </p:nvSpPr>
        <p:spPr>
          <a:xfrm>
            <a:off x="677334" y="1698675"/>
            <a:ext cx="8596668" cy="3880773"/>
          </a:xfrm>
        </p:spPr>
        <p:txBody>
          <a:bodyPr/>
          <a:lstStyle/>
          <a:p>
            <a:r>
              <a:rPr lang="en-US" dirty="0"/>
              <a:t>A video is unedited material as it had been originally filmed by movie camera or recorded by a video camera. </a:t>
            </a:r>
          </a:p>
          <a:p>
            <a:r>
              <a:rPr lang="en-US" dirty="0"/>
              <a:t>The embedding of video in multimedia applications is a powerful way to convey information which can incorporate a personal element which other media lack.</a:t>
            </a:r>
          </a:p>
          <a:p>
            <a:r>
              <a:rPr lang="en-US" dirty="0"/>
              <a:t>Video enhances, dramatizes, and gives impact to your multimedia application.</a:t>
            </a:r>
          </a:p>
          <a:p>
            <a:r>
              <a:rPr lang="en-US" dirty="0"/>
              <a:t>The advantage of integrating video into a multimedia presentation is the capacity to effectively convey a great deal of information in the least amount of time</a:t>
            </a:r>
          </a:p>
        </p:txBody>
      </p:sp>
      <p:pic>
        <p:nvPicPr>
          <p:cNvPr id="5" name="Picture 4">
            <a:extLst>
              <a:ext uri="{FF2B5EF4-FFF2-40B4-BE49-F238E27FC236}">
                <a16:creationId xmlns:a16="http://schemas.microsoft.com/office/drawing/2014/main" id="{89013146-0F4B-A092-8D03-731EAED5A6AE}"/>
              </a:ext>
            </a:extLst>
          </p:cNvPr>
          <p:cNvPicPr>
            <a:picLocks noChangeAspect="1"/>
          </p:cNvPicPr>
          <p:nvPr/>
        </p:nvPicPr>
        <p:blipFill>
          <a:blip r:embed="rId2"/>
          <a:stretch>
            <a:fillRect/>
          </a:stretch>
        </p:blipFill>
        <p:spPr>
          <a:xfrm>
            <a:off x="2058349" y="5136770"/>
            <a:ext cx="3475021" cy="1531753"/>
          </a:xfrm>
          <a:prstGeom prst="rect">
            <a:avLst/>
          </a:prstGeom>
        </p:spPr>
      </p:pic>
    </p:spTree>
    <p:extLst>
      <p:ext uri="{BB962C8B-B14F-4D97-AF65-F5344CB8AC3E}">
        <p14:creationId xmlns:p14="http://schemas.microsoft.com/office/powerpoint/2010/main" val="23749402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Applications of digital image processing</a:t>
            </a:r>
          </a:p>
        </p:txBody>
      </p:sp>
      <p:sp>
        <p:nvSpPr>
          <p:cNvPr id="3" name="Content Placeholder 2"/>
          <p:cNvSpPr>
            <a:spLocks noGrp="1"/>
          </p:cNvSpPr>
          <p:nvPr>
            <p:ph idx="1"/>
          </p:nvPr>
        </p:nvSpPr>
        <p:spPr/>
        <p:txBody>
          <a:bodyPr/>
          <a:lstStyle/>
          <a:p>
            <a:r>
              <a:rPr lang="en-US" dirty="0"/>
              <a:t>Necessity of digital image processing</a:t>
            </a:r>
          </a:p>
          <a:p>
            <a:pPr marL="0" indent="0">
              <a:buNone/>
            </a:pPr>
            <a:r>
              <a:rPr lang="en-US" dirty="0"/>
              <a:t>	-Improvement of pictorial information for human perception</a:t>
            </a:r>
          </a:p>
          <a:p>
            <a:pPr marL="0" indent="0">
              <a:buNone/>
            </a:pPr>
            <a:r>
              <a:rPr lang="en-US" dirty="0"/>
              <a:t>	-Image processing for autonomous machine application</a:t>
            </a:r>
          </a:p>
          <a:p>
            <a:pPr marL="0" indent="0">
              <a:buNone/>
            </a:pPr>
            <a:r>
              <a:rPr lang="en-US" dirty="0"/>
              <a:t>	-Efficient storage and transmission</a:t>
            </a:r>
          </a:p>
        </p:txBody>
      </p:sp>
    </p:spTree>
    <p:extLst>
      <p:ext uri="{BB962C8B-B14F-4D97-AF65-F5344CB8AC3E}">
        <p14:creationId xmlns:p14="http://schemas.microsoft.com/office/powerpoint/2010/main" val="35542851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steps in digital image processing</a:t>
            </a:r>
          </a:p>
        </p:txBody>
      </p:sp>
      <p:pic>
        <p:nvPicPr>
          <p:cNvPr id="3" name="Picture 2"/>
          <p:cNvPicPr>
            <a:picLocks noChangeAspect="1"/>
          </p:cNvPicPr>
          <p:nvPr/>
        </p:nvPicPr>
        <p:blipFill>
          <a:blip r:embed="rId2"/>
          <a:stretch>
            <a:fillRect/>
          </a:stretch>
        </p:blipFill>
        <p:spPr>
          <a:xfrm>
            <a:off x="663402" y="1461332"/>
            <a:ext cx="8610600" cy="5096319"/>
          </a:xfrm>
          <a:prstGeom prst="rect">
            <a:avLst/>
          </a:prstGeom>
        </p:spPr>
      </p:pic>
    </p:spTree>
    <p:extLst>
      <p:ext uri="{BB962C8B-B14F-4D97-AF65-F5344CB8AC3E}">
        <p14:creationId xmlns:p14="http://schemas.microsoft.com/office/powerpoint/2010/main" val="33560368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Image processing applied to computer vision</a:t>
            </a:r>
            <a:br>
              <a:rPr lang="en-US" dirty="0"/>
            </a:br>
            <a:endParaRPr lang="en-US" dirty="0"/>
          </a:p>
        </p:txBody>
      </p:sp>
      <p:sp>
        <p:nvSpPr>
          <p:cNvPr id="3" name="Content Placeholder 2"/>
          <p:cNvSpPr>
            <a:spLocks noGrp="1"/>
          </p:cNvSpPr>
          <p:nvPr>
            <p:ph idx="1"/>
          </p:nvPr>
        </p:nvSpPr>
        <p:spPr>
          <a:xfrm>
            <a:off x="676275" y="1930400"/>
            <a:ext cx="8596668" cy="3880773"/>
          </a:xfrm>
        </p:spPr>
        <p:txBody>
          <a:bodyPr/>
          <a:lstStyle/>
          <a:p>
            <a:r>
              <a:rPr lang="en-US" dirty="0"/>
              <a:t>Low level (Noise removal, image sharpening) </a:t>
            </a:r>
          </a:p>
          <a:p>
            <a:r>
              <a:rPr lang="en-US" dirty="0"/>
              <a:t>Mid level (object segmentation)</a:t>
            </a:r>
          </a:p>
          <a:p>
            <a:r>
              <a:rPr lang="en-US" dirty="0"/>
              <a:t>High level (Scene understanding)</a:t>
            </a:r>
          </a:p>
          <a:p>
            <a:pPr marL="0" indent="0">
              <a:buNone/>
            </a:pPr>
            <a:endParaRPr lang="en-US" dirty="0"/>
          </a:p>
        </p:txBody>
      </p:sp>
      <p:pic>
        <p:nvPicPr>
          <p:cNvPr id="4" name="Picture 3"/>
          <p:cNvPicPr>
            <a:picLocks noChangeAspect="1"/>
          </p:cNvPicPr>
          <p:nvPr/>
        </p:nvPicPr>
        <p:blipFill>
          <a:blip r:embed="rId2"/>
          <a:stretch>
            <a:fillRect/>
          </a:stretch>
        </p:blipFill>
        <p:spPr>
          <a:xfrm>
            <a:off x="675216" y="3483931"/>
            <a:ext cx="4395788" cy="2577606"/>
          </a:xfrm>
          <a:prstGeom prst="rect">
            <a:avLst/>
          </a:prstGeom>
        </p:spPr>
      </p:pic>
      <p:pic>
        <p:nvPicPr>
          <p:cNvPr id="5" name="Picture 4"/>
          <p:cNvPicPr>
            <a:picLocks noChangeAspect="1"/>
          </p:cNvPicPr>
          <p:nvPr/>
        </p:nvPicPr>
        <p:blipFill>
          <a:blip r:embed="rId3"/>
          <a:stretch>
            <a:fillRect/>
          </a:stretch>
        </p:blipFill>
        <p:spPr>
          <a:xfrm>
            <a:off x="5770726" y="3638798"/>
            <a:ext cx="5584744" cy="2577606"/>
          </a:xfrm>
          <a:prstGeom prst="rect">
            <a:avLst/>
          </a:prstGeom>
        </p:spPr>
      </p:pic>
      <p:pic>
        <p:nvPicPr>
          <p:cNvPr id="7" name="Picture 6">
            <a:extLst>
              <a:ext uri="{FF2B5EF4-FFF2-40B4-BE49-F238E27FC236}">
                <a16:creationId xmlns:a16="http://schemas.microsoft.com/office/drawing/2014/main" id="{2E31BD23-A9C9-0CEA-E1B4-FFDEF1B86FF7}"/>
              </a:ext>
            </a:extLst>
          </p:cNvPr>
          <p:cNvPicPr>
            <a:picLocks noChangeAspect="1"/>
          </p:cNvPicPr>
          <p:nvPr/>
        </p:nvPicPr>
        <p:blipFill>
          <a:blip r:embed="rId4"/>
          <a:stretch>
            <a:fillRect/>
          </a:stretch>
        </p:blipFill>
        <p:spPr>
          <a:xfrm>
            <a:off x="6096000" y="1554318"/>
            <a:ext cx="3680779" cy="1874682"/>
          </a:xfrm>
          <a:prstGeom prst="rect">
            <a:avLst/>
          </a:prstGeom>
        </p:spPr>
      </p:pic>
    </p:spTree>
    <p:extLst>
      <p:ext uri="{BB962C8B-B14F-4D97-AF65-F5344CB8AC3E}">
        <p14:creationId xmlns:p14="http://schemas.microsoft.com/office/powerpoint/2010/main" val="37861406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Improvement of pictorial information for human perception</a:t>
            </a:r>
            <a:br>
              <a:rPr lang="en-US" dirty="0"/>
            </a:br>
            <a:endParaRPr lang="en-US" dirty="0"/>
          </a:p>
        </p:txBody>
      </p:sp>
      <p:sp>
        <p:nvSpPr>
          <p:cNvPr id="3" name="Content Placeholder 2"/>
          <p:cNvSpPr>
            <a:spLocks noGrp="1"/>
          </p:cNvSpPr>
          <p:nvPr>
            <p:ph idx="1"/>
          </p:nvPr>
        </p:nvSpPr>
        <p:spPr/>
        <p:txBody>
          <a:bodyPr/>
          <a:lstStyle/>
          <a:p>
            <a:r>
              <a:rPr lang="en-US" dirty="0"/>
              <a:t>Noise filtering</a:t>
            </a:r>
          </a:p>
          <a:p>
            <a:r>
              <a:rPr lang="en-US" dirty="0"/>
              <a:t>Content enhancement</a:t>
            </a:r>
          </a:p>
          <a:p>
            <a:pPr lvl="1"/>
            <a:r>
              <a:rPr lang="en-US" dirty="0"/>
              <a:t>Contrast enhancement</a:t>
            </a:r>
          </a:p>
          <a:p>
            <a:pPr lvl="1"/>
            <a:r>
              <a:rPr lang="en-US" dirty="0"/>
              <a:t>Deblurring </a:t>
            </a:r>
          </a:p>
          <a:p>
            <a:r>
              <a:rPr lang="en-US" dirty="0"/>
              <a:t>Remote sensing</a:t>
            </a:r>
          </a:p>
        </p:txBody>
      </p:sp>
      <p:pic>
        <p:nvPicPr>
          <p:cNvPr id="5" name="Picture 4">
            <a:extLst>
              <a:ext uri="{FF2B5EF4-FFF2-40B4-BE49-F238E27FC236}">
                <a16:creationId xmlns:a16="http://schemas.microsoft.com/office/drawing/2014/main" id="{B942D577-7760-ED2F-5FAF-D325D9F01422}"/>
              </a:ext>
            </a:extLst>
          </p:cNvPr>
          <p:cNvPicPr>
            <a:picLocks noChangeAspect="1"/>
          </p:cNvPicPr>
          <p:nvPr/>
        </p:nvPicPr>
        <p:blipFill>
          <a:blip r:embed="rId2"/>
          <a:stretch>
            <a:fillRect/>
          </a:stretch>
        </p:blipFill>
        <p:spPr>
          <a:xfrm>
            <a:off x="3723588" y="2693665"/>
            <a:ext cx="6285622" cy="2233936"/>
          </a:xfrm>
          <a:prstGeom prst="rect">
            <a:avLst/>
          </a:prstGeom>
        </p:spPr>
      </p:pic>
    </p:spTree>
    <p:extLst>
      <p:ext uri="{BB962C8B-B14F-4D97-AF65-F5344CB8AC3E}">
        <p14:creationId xmlns:p14="http://schemas.microsoft.com/office/powerpoint/2010/main" val="26090511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Image enhancement</a:t>
            </a:r>
          </a:p>
        </p:txBody>
      </p:sp>
      <p:pic>
        <p:nvPicPr>
          <p:cNvPr id="4" name="Content Placeholder 3"/>
          <p:cNvPicPr>
            <a:picLocks noGrp="1" noChangeAspect="1"/>
          </p:cNvPicPr>
          <p:nvPr>
            <p:ph idx="1"/>
          </p:nvPr>
        </p:nvPicPr>
        <p:blipFill>
          <a:blip r:embed="rId2"/>
          <a:stretch>
            <a:fillRect/>
          </a:stretch>
        </p:blipFill>
        <p:spPr>
          <a:xfrm>
            <a:off x="1049388" y="1690688"/>
            <a:ext cx="5743474" cy="4351338"/>
          </a:xfrm>
          <a:prstGeom prst="rect">
            <a:avLst/>
          </a:prstGeom>
        </p:spPr>
      </p:pic>
      <p:pic>
        <p:nvPicPr>
          <p:cNvPr id="5" name="Picture 4"/>
          <p:cNvPicPr>
            <a:picLocks noChangeAspect="1"/>
          </p:cNvPicPr>
          <p:nvPr/>
        </p:nvPicPr>
        <p:blipFill>
          <a:blip r:embed="rId3"/>
          <a:stretch>
            <a:fillRect/>
          </a:stretch>
        </p:blipFill>
        <p:spPr>
          <a:xfrm>
            <a:off x="8482495" y="1600200"/>
            <a:ext cx="2761767" cy="4441826"/>
          </a:xfrm>
          <a:prstGeom prst="rect">
            <a:avLst/>
          </a:prstGeom>
        </p:spPr>
      </p:pic>
    </p:spTree>
    <p:extLst>
      <p:ext uri="{BB962C8B-B14F-4D97-AF65-F5344CB8AC3E}">
        <p14:creationId xmlns:p14="http://schemas.microsoft.com/office/powerpoint/2010/main" val="20620379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Thresholding</a:t>
            </a:r>
          </a:p>
        </p:txBody>
      </p:sp>
      <p:pic>
        <p:nvPicPr>
          <p:cNvPr id="1026" name="Picture 2"/>
          <p:cNvPicPr>
            <a:picLocks noGrp="1" noChangeAspect="1" noChangeArrowheads="1"/>
          </p:cNvPicPr>
          <p:nvPr>
            <p:ph idx="1"/>
          </p:nvPr>
        </p:nvPicPr>
        <p:blipFill>
          <a:blip r:embed="rId2"/>
          <a:srcRect/>
          <a:stretch>
            <a:fillRect/>
          </a:stretch>
        </p:blipFill>
        <p:spPr bwMode="auto">
          <a:xfrm>
            <a:off x="1065229" y="1739686"/>
            <a:ext cx="5948540" cy="3378627"/>
          </a:xfrm>
          <a:prstGeom prst="rect">
            <a:avLst/>
          </a:prstGeom>
          <a:noFill/>
          <a:ln w="9525">
            <a:noFill/>
            <a:miter lim="800000"/>
            <a:headEnd/>
            <a:tailEnd/>
          </a:ln>
          <a:effectLst/>
        </p:spPr>
      </p:pic>
    </p:spTree>
    <p:extLst>
      <p:ext uri="{BB962C8B-B14F-4D97-AF65-F5344CB8AC3E}">
        <p14:creationId xmlns:p14="http://schemas.microsoft.com/office/powerpoint/2010/main" val="5907510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Edge detection</a:t>
            </a:r>
          </a:p>
        </p:txBody>
      </p:sp>
      <p:pic>
        <p:nvPicPr>
          <p:cNvPr id="3074" name="Picture 2"/>
          <p:cNvPicPr>
            <a:picLocks noGrp="1" noChangeAspect="1" noChangeArrowheads="1"/>
          </p:cNvPicPr>
          <p:nvPr>
            <p:ph idx="1"/>
          </p:nvPr>
        </p:nvPicPr>
        <p:blipFill>
          <a:blip r:embed="rId2"/>
          <a:srcRect/>
          <a:stretch>
            <a:fillRect/>
          </a:stretch>
        </p:blipFill>
        <p:spPr bwMode="auto">
          <a:xfrm>
            <a:off x="2959100" y="1706958"/>
            <a:ext cx="7499350" cy="4282284"/>
          </a:xfrm>
          <a:prstGeom prst="rect">
            <a:avLst/>
          </a:prstGeom>
          <a:noFill/>
          <a:ln w="9525">
            <a:noFill/>
            <a:miter lim="800000"/>
            <a:headEnd/>
            <a:tailEnd/>
          </a:ln>
          <a:effectLst/>
        </p:spPr>
      </p:pic>
    </p:spTree>
    <p:extLst>
      <p:ext uri="{BB962C8B-B14F-4D97-AF65-F5344CB8AC3E}">
        <p14:creationId xmlns:p14="http://schemas.microsoft.com/office/powerpoint/2010/main" val="29276707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Imaging in astronomy</a:t>
            </a:r>
          </a:p>
        </p:txBody>
      </p:sp>
      <p:pic>
        <p:nvPicPr>
          <p:cNvPr id="4" name="Content Placeholder 3"/>
          <p:cNvPicPr>
            <a:picLocks noGrp="1" noChangeAspect="1"/>
          </p:cNvPicPr>
          <p:nvPr>
            <p:ph idx="1"/>
          </p:nvPr>
        </p:nvPicPr>
        <p:blipFill>
          <a:blip r:embed="rId2"/>
          <a:stretch>
            <a:fillRect/>
          </a:stretch>
        </p:blipFill>
        <p:spPr>
          <a:xfrm>
            <a:off x="1565086" y="1826154"/>
            <a:ext cx="5810628" cy="4351338"/>
          </a:xfrm>
          <a:prstGeom prst="rect">
            <a:avLst/>
          </a:prstGeom>
        </p:spPr>
      </p:pic>
      <p:sp>
        <p:nvSpPr>
          <p:cNvPr id="5" name="Rectangle 4"/>
          <p:cNvSpPr/>
          <p:nvPr/>
        </p:nvSpPr>
        <p:spPr>
          <a:xfrm>
            <a:off x="1565086" y="6312958"/>
            <a:ext cx="5761064" cy="369332"/>
          </a:xfrm>
          <a:prstGeom prst="rect">
            <a:avLst/>
          </a:prstGeom>
        </p:spPr>
        <p:txBody>
          <a:bodyPr wrap="none">
            <a:spAutoFit/>
          </a:bodyPr>
          <a:lstStyle/>
          <a:p>
            <a:r>
              <a:rPr lang="en-US" dirty="0"/>
              <a:t>Fig. Nebula NGC 1514 01 in Visible (left) and Infrared (right)</a:t>
            </a:r>
          </a:p>
        </p:txBody>
      </p:sp>
    </p:spTree>
    <p:extLst>
      <p:ext uri="{BB962C8B-B14F-4D97-AF65-F5344CB8AC3E}">
        <p14:creationId xmlns:p14="http://schemas.microsoft.com/office/powerpoint/2010/main" val="4013700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Ultrasound imaging </a:t>
            </a:r>
          </a:p>
        </p:txBody>
      </p:sp>
      <p:pic>
        <p:nvPicPr>
          <p:cNvPr id="4" name="Content Placeholder 3"/>
          <p:cNvPicPr>
            <a:picLocks noGrp="1" noChangeAspect="1"/>
          </p:cNvPicPr>
          <p:nvPr>
            <p:ph idx="1"/>
          </p:nvPr>
        </p:nvPicPr>
        <p:blipFill>
          <a:blip r:embed="rId2"/>
          <a:stretch>
            <a:fillRect/>
          </a:stretch>
        </p:blipFill>
        <p:spPr>
          <a:xfrm>
            <a:off x="1119187" y="1881982"/>
            <a:ext cx="5305425" cy="3804444"/>
          </a:xfrm>
          <a:prstGeom prst="rect">
            <a:avLst/>
          </a:prstGeom>
        </p:spPr>
      </p:pic>
      <p:sp>
        <p:nvSpPr>
          <p:cNvPr id="5" name="Rectangle 4"/>
          <p:cNvSpPr/>
          <p:nvPr/>
        </p:nvSpPr>
        <p:spPr>
          <a:xfrm>
            <a:off x="1119187" y="5818912"/>
            <a:ext cx="10701338" cy="923330"/>
          </a:xfrm>
          <a:prstGeom prst="rect">
            <a:avLst/>
          </a:prstGeom>
        </p:spPr>
        <p:txBody>
          <a:bodyPr wrap="square">
            <a:spAutoFit/>
          </a:bodyPr>
          <a:lstStyle/>
          <a:p>
            <a:r>
              <a:rPr lang="en-US" dirty="0">
                <a:solidFill>
                  <a:srgbClr val="222222"/>
                </a:solidFill>
                <a:latin typeface="arial" panose="020B0604020202020204" pitchFamily="34" charset="0"/>
              </a:rPr>
              <a:t>Ultrasound imaging (</a:t>
            </a:r>
            <a:r>
              <a:rPr lang="en-US" dirty="0" err="1">
                <a:solidFill>
                  <a:srgbClr val="222222"/>
                </a:solidFill>
                <a:latin typeface="arial" panose="020B0604020202020204" pitchFamily="34" charset="0"/>
              </a:rPr>
              <a:t>sonography</a:t>
            </a:r>
            <a:r>
              <a:rPr lang="en-US" dirty="0">
                <a:solidFill>
                  <a:srgbClr val="222222"/>
                </a:solidFill>
                <a:latin typeface="arial" panose="020B0604020202020204" pitchFamily="34" charset="0"/>
              </a:rPr>
              <a:t>) is a diagnostic medical procedure that uses high-frequency sound waves to produce dynamic visual images of organs, tissues or blood flow inside the body. Ultrasound is based on sonar, and uses a machine with a computer processor to create Ultrasound images.</a:t>
            </a:r>
            <a:endParaRPr lang="en-US" dirty="0"/>
          </a:p>
        </p:txBody>
      </p:sp>
    </p:spTree>
    <p:extLst>
      <p:ext uri="{BB962C8B-B14F-4D97-AF65-F5344CB8AC3E}">
        <p14:creationId xmlns:p14="http://schemas.microsoft.com/office/powerpoint/2010/main" val="2792534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Industrial inspection </a:t>
            </a:r>
          </a:p>
        </p:txBody>
      </p:sp>
      <p:pic>
        <p:nvPicPr>
          <p:cNvPr id="4" name="Content Placeholder 3"/>
          <p:cNvPicPr>
            <a:picLocks noGrp="1" noChangeAspect="1"/>
          </p:cNvPicPr>
          <p:nvPr>
            <p:ph idx="1"/>
          </p:nvPr>
        </p:nvPicPr>
        <p:blipFill>
          <a:blip r:embed="rId2"/>
          <a:stretch>
            <a:fillRect/>
          </a:stretch>
        </p:blipFill>
        <p:spPr>
          <a:xfrm>
            <a:off x="7029620" y="1795463"/>
            <a:ext cx="4324180" cy="4351338"/>
          </a:xfrm>
          <a:prstGeom prst="rect">
            <a:avLst/>
          </a:prstGeom>
        </p:spPr>
      </p:pic>
      <p:sp>
        <p:nvSpPr>
          <p:cNvPr id="5" name="Rectangle 4"/>
          <p:cNvSpPr/>
          <p:nvPr/>
        </p:nvSpPr>
        <p:spPr>
          <a:xfrm>
            <a:off x="981075" y="2129135"/>
            <a:ext cx="6096000" cy="646331"/>
          </a:xfrm>
          <a:prstGeom prst="rect">
            <a:avLst/>
          </a:prstGeom>
        </p:spPr>
        <p:txBody>
          <a:bodyPr>
            <a:spAutoFit/>
          </a:bodyPr>
          <a:lstStyle/>
          <a:p>
            <a:pPr marL="285750" indent="-285750">
              <a:buFont typeface="Arial" panose="020B0604020202020204" pitchFamily="34" charset="0"/>
              <a:buChar char="•"/>
            </a:pPr>
            <a:r>
              <a:rPr lang="en-US" dirty="0"/>
              <a:t>Human operators are expensive, slow and unreliable </a:t>
            </a:r>
          </a:p>
          <a:p>
            <a:pPr marL="285750" indent="-285750">
              <a:buFont typeface="Arial" panose="020B0604020202020204" pitchFamily="34" charset="0"/>
              <a:buChar char="•"/>
            </a:pPr>
            <a:r>
              <a:rPr lang="en-US" dirty="0"/>
              <a:t>Make machines do the job instead </a:t>
            </a:r>
          </a:p>
        </p:txBody>
      </p:sp>
    </p:spTree>
    <p:extLst>
      <p:ext uri="{BB962C8B-B14F-4D97-AF65-F5344CB8AC3E}">
        <p14:creationId xmlns:p14="http://schemas.microsoft.com/office/powerpoint/2010/main" val="35354104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X-Ray imaging (Medical)</a:t>
            </a:r>
          </a:p>
        </p:txBody>
      </p:sp>
      <p:pic>
        <p:nvPicPr>
          <p:cNvPr id="4" name="Content Placeholder 3"/>
          <p:cNvPicPr>
            <a:picLocks noGrp="1" noChangeAspect="1"/>
          </p:cNvPicPr>
          <p:nvPr>
            <p:ph idx="1"/>
          </p:nvPr>
        </p:nvPicPr>
        <p:blipFill>
          <a:blip r:embed="rId2"/>
          <a:stretch>
            <a:fillRect/>
          </a:stretch>
        </p:blipFill>
        <p:spPr>
          <a:xfrm>
            <a:off x="1662265" y="1797050"/>
            <a:ext cx="5857570" cy="4351338"/>
          </a:xfrm>
          <a:prstGeom prst="rect">
            <a:avLst/>
          </a:prstGeom>
        </p:spPr>
      </p:pic>
    </p:spTree>
    <p:extLst>
      <p:ext uri="{BB962C8B-B14F-4D97-AF65-F5344CB8AC3E}">
        <p14:creationId xmlns:p14="http://schemas.microsoft.com/office/powerpoint/2010/main" val="9808572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Image processing used by Law Enforcement</a:t>
            </a:r>
          </a:p>
        </p:txBody>
      </p:sp>
      <p:pic>
        <p:nvPicPr>
          <p:cNvPr id="4" name="Content Placeholder 3"/>
          <p:cNvPicPr>
            <a:picLocks noGrp="1" noChangeAspect="1"/>
          </p:cNvPicPr>
          <p:nvPr>
            <p:ph idx="1"/>
          </p:nvPr>
        </p:nvPicPr>
        <p:blipFill>
          <a:blip r:embed="rId2"/>
          <a:stretch>
            <a:fillRect/>
          </a:stretch>
        </p:blipFill>
        <p:spPr>
          <a:xfrm>
            <a:off x="1147762" y="1853406"/>
            <a:ext cx="4791075" cy="3209925"/>
          </a:xfrm>
          <a:prstGeom prst="rect">
            <a:avLst/>
          </a:prstGeom>
        </p:spPr>
      </p:pic>
      <p:pic>
        <p:nvPicPr>
          <p:cNvPr id="5" name="Picture 4"/>
          <p:cNvPicPr>
            <a:picLocks noChangeAspect="1"/>
          </p:cNvPicPr>
          <p:nvPr/>
        </p:nvPicPr>
        <p:blipFill>
          <a:blip r:embed="rId3"/>
          <a:stretch>
            <a:fillRect/>
          </a:stretch>
        </p:blipFill>
        <p:spPr>
          <a:xfrm>
            <a:off x="7334054" y="2171699"/>
            <a:ext cx="1819471" cy="2993323"/>
          </a:xfrm>
          <a:prstGeom prst="rect">
            <a:avLst/>
          </a:prstGeom>
        </p:spPr>
      </p:pic>
      <p:sp>
        <p:nvSpPr>
          <p:cNvPr id="6" name="TextBox 5"/>
          <p:cNvSpPr txBox="1"/>
          <p:nvPr/>
        </p:nvSpPr>
        <p:spPr>
          <a:xfrm>
            <a:off x="7432151" y="5226049"/>
            <a:ext cx="2628900" cy="369332"/>
          </a:xfrm>
          <a:prstGeom prst="rect">
            <a:avLst/>
          </a:prstGeom>
          <a:noFill/>
        </p:spPr>
        <p:txBody>
          <a:bodyPr wrap="square" rtlCol="0">
            <a:spAutoFit/>
          </a:bodyPr>
          <a:lstStyle/>
          <a:p>
            <a:r>
              <a:rPr lang="en-US" dirty="0"/>
              <a:t>Finger print</a:t>
            </a:r>
          </a:p>
        </p:txBody>
      </p:sp>
      <p:sp>
        <p:nvSpPr>
          <p:cNvPr id="7" name="TextBox 6"/>
          <p:cNvSpPr txBox="1"/>
          <p:nvPr/>
        </p:nvSpPr>
        <p:spPr>
          <a:xfrm>
            <a:off x="1362075" y="5226049"/>
            <a:ext cx="4124325" cy="369332"/>
          </a:xfrm>
          <a:prstGeom prst="rect">
            <a:avLst/>
          </a:prstGeom>
          <a:noFill/>
        </p:spPr>
        <p:txBody>
          <a:bodyPr wrap="square" rtlCol="0">
            <a:spAutoFit/>
          </a:bodyPr>
          <a:lstStyle/>
          <a:p>
            <a:r>
              <a:rPr lang="en-US" dirty="0"/>
              <a:t>Car number plate</a:t>
            </a:r>
          </a:p>
        </p:txBody>
      </p:sp>
    </p:spTree>
    <p:extLst>
      <p:ext uri="{BB962C8B-B14F-4D97-AF65-F5344CB8AC3E}">
        <p14:creationId xmlns:p14="http://schemas.microsoft.com/office/powerpoint/2010/main" val="41021187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Printed Circuit Board (PCB) inspection</a:t>
            </a:r>
          </a:p>
        </p:txBody>
      </p:sp>
      <p:sp>
        <p:nvSpPr>
          <p:cNvPr id="3" name="Content Placeholder 2"/>
          <p:cNvSpPr>
            <a:spLocks noGrp="1"/>
          </p:cNvSpPr>
          <p:nvPr>
            <p:ph idx="1"/>
          </p:nvPr>
        </p:nvSpPr>
        <p:spPr/>
        <p:txBody>
          <a:bodyPr/>
          <a:lstStyle/>
          <a:p>
            <a:r>
              <a:rPr lang="en-US" dirty="0"/>
              <a:t>Machine inspection is used to determine that all components are present and that all solder joints are acceptable</a:t>
            </a:r>
          </a:p>
          <a:p>
            <a:r>
              <a:rPr lang="en-US" dirty="0"/>
              <a:t>Both conventional imaging and x-ray imaging are used</a:t>
            </a:r>
          </a:p>
        </p:txBody>
      </p:sp>
      <p:pic>
        <p:nvPicPr>
          <p:cNvPr id="4" name="Picture 3"/>
          <p:cNvPicPr>
            <a:picLocks noChangeAspect="1"/>
          </p:cNvPicPr>
          <p:nvPr/>
        </p:nvPicPr>
        <p:blipFill>
          <a:blip r:embed="rId2"/>
          <a:stretch>
            <a:fillRect/>
          </a:stretch>
        </p:blipFill>
        <p:spPr>
          <a:xfrm>
            <a:off x="1438275" y="3467099"/>
            <a:ext cx="4319856" cy="2895993"/>
          </a:xfrm>
          <a:prstGeom prst="rect">
            <a:avLst/>
          </a:prstGeom>
        </p:spPr>
      </p:pic>
    </p:spTree>
    <p:extLst>
      <p:ext uri="{BB962C8B-B14F-4D97-AF65-F5344CB8AC3E}">
        <p14:creationId xmlns:p14="http://schemas.microsoft.com/office/powerpoint/2010/main" val="29024371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Special effects</a:t>
            </a:r>
          </a:p>
        </p:txBody>
      </p:sp>
      <p:sp>
        <p:nvSpPr>
          <p:cNvPr id="3" name="Content Placeholder 2"/>
          <p:cNvSpPr>
            <a:spLocks noGrp="1"/>
          </p:cNvSpPr>
          <p:nvPr>
            <p:ph idx="1"/>
          </p:nvPr>
        </p:nvSpPr>
        <p:spPr/>
        <p:txBody>
          <a:bodyPr/>
          <a:lstStyle/>
          <a:p>
            <a:r>
              <a:rPr lang="en-US" dirty="0"/>
              <a:t>Artistic effects are used to make images more visually appealing, to add special effects and to make composite images</a:t>
            </a:r>
          </a:p>
        </p:txBody>
      </p:sp>
      <p:pic>
        <p:nvPicPr>
          <p:cNvPr id="4" name="Picture 3"/>
          <p:cNvPicPr>
            <a:picLocks noChangeAspect="1"/>
          </p:cNvPicPr>
          <p:nvPr/>
        </p:nvPicPr>
        <p:blipFill>
          <a:blip r:embed="rId2"/>
          <a:stretch>
            <a:fillRect/>
          </a:stretch>
        </p:blipFill>
        <p:spPr>
          <a:xfrm>
            <a:off x="2886075" y="2819400"/>
            <a:ext cx="5169001" cy="3690937"/>
          </a:xfrm>
          <a:prstGeom prst="rect">
            <a:avLst/>
          </a:prstGeom>
        </p:spPr>
      </p:pic>
    </p:spTree>
    <p:extLst>
      <p:ext uri="{BB962C8B-B14F-4D97-AF65-F5344CB8AC3E}">
        <p14:creationId xmlns:p14="http://schemas.microsoft.com/office/powerpoint/2010/main" val="677685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Remote Sensing</a:t>
            </a:r>
          </a:p>
        </p:txBody>
      </p:sp>
      <p:pic>
        <p:nvPicPr>
          <p:cNvPr id="4" name="Content Placeholder 3"/>
          <p:cNvPicPr>
            <a:picLocks noGrp="1" noChangeAspect="1"/>
          </p:cNvPicPr>
          <p:nvPr>
            <p:ph idx="1"/>
          </p:nvPr>
        </p:nvPicPr>
        <p:blipFill>
          <a:blip r:embed="rId2"/>
          <a:stretch>
            <a:fillRect/>
          </a:stretch>
        </p:blipFill>
        <p:spPr>
          <a:xfrm>
            <a:off x="1009842" y="1690688"/>
            <a:ext cx="5320629" cy="4148137"/>
          </a:xfrm>
          <a:prstGeom prst="rect">
            <a:avLst/>
          </a:prstGeom>
        </p:spPr>
      </p:pic>
      <p:sp>
        <p:nvSpPr>
          <p:cNvPr id="5" name="Rectangle 4"/>
          <p:cNvSpPr/>
          <p:nvPr/>
        </p:nvSpPr>
        <p:spPr>
          <a:xfrm>
            <a:off x="3901669" y="6115592"/>
            <a:ext cx="1565429" cy="369332"/>
          </a:xfrm>
          <a:prstGeom prst="rect">
            <a:avLst/>
          </a:prstGeom>
        </p:spPr>
        <p:txBody>
          <a:bodyPr wrap="none">
            <a:spAutoFit/>
          </a:bodyPr>
          <a:lstStyle/>
          <a:p>
            <a:r>
              <a:rPr lang="en-US" dirty="0"/>
              <a:t>Satellite Image</a:t>
            </a:r>
          </a:p>
        </p:txBody>
      </p:sp>
    </p:spTree>
    <p:extLst>
      <p:ext uri="{BB962C8B-B14F-4D97-AF65-F5344CB8AC3E}">
        <p14:creationId xmlns:p14="http://schemas.microsoft.com/office/powerpoint/2010/main" val="21612793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 of Histogram</a:t>
            </a:r>
          </a:p>
        </p:txBody>
      </p:sp>
      <p:sp>
        <p:nvSpPr>
          <p:cNvPr id="3" name="Content Placeholder 2"/>
          <p:cNvSpPr>
            <a:spLocks noGrp="1"/>
          </p:cNvSpPr>
          <p:nvPr>
            <p:ph idx="1"/>
          </p:nvPr>
        </p:nvSpPr>
        <p:spPr/>
        <p:txBody>
          <a:bodyPr/>
          <a:lstStyle/>
          <a:p>
            <a:r>
              <a:rPr lang="en-US" dirty="0"/>
              <a:t>Histograms can be used to characterize the image's content and to detect specific objects or textures in an image..</a:t>
            </a:r>
          </a:p>
        </p:txBody>
      </p:sp>
      <p:pic>
        <p:nvPicPr>
          <p:cNvPr id="4" name="Picture 2"/>
          <p:cNvPicPr>
            <a:picLocks noChangeAspect="1" noChangeArrowheads="1"/>
          </p:cNvPicPr>
          <p:nvPr/>
        </p:nvPicPr>
        <p:blipFill>
          <a:blip r:embed="rId2"/>
          <a:srcRect/>
          <a:stretch>
            <a:fillRect/>
          </a:stretch>
        </p:blipFill>
        <p:spPr bwMode="auto">
          <a:xfrm>
            <a:off x="1530350" y="2963341"/>
            <a:ext cx="7499350" cy="3894659"/>
          </a:xfrm>
          <a:prstGeom prst="rect">
            <a:avLst/>
          </a:prstGeom>
          <a:noFill/>
          <a:ln w="9525">
            <a:noFill/>
            <a:miter lim="800000"/>
            <a:headEnd/>
            <a:tailEnd/>
          </a:ln>
          <a:effectLst/>
        </p:spPr>
      </p:pic>
    </p:spTree>
    <p:extLst>
      <p:ext uri="{BB962C8B-B14F-4D97-AF65-F5344CB8AC3E}">
        <p14:creationId xmlns:p14="http://schemas.microsoft.com/office/powerpoint/2010/main" val="40108877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Track color object</a:t>
            </a:r>
          </a:p>
        </p:txBody>
      </p:sp>
      <p:pic>
        <p:nvPicPr>
          <p:cNvPr id="4098" name="Picture 2"/>
          <p:cNvPicPr>
            <a:picLocks noGrp="1" noChangeAspect="1" noChangeArrowheads="1"/>
          </p:cNvPicPr>
          <p:nvPr>
            <p:ph idx="1"/>
          </p:nvPr>
        </p:nvPicPr>
        <p:blipFill>
          <a:blip r:embed="rId2"/>
          <a:srcRect/>
          <a:stretch>
            <a:fillRect/>
          </a:stretch>
        </p:blipFill>
        <p:spPr bwMode="auto">
          <a:xfrm>
            <a:off x="2959100" y="1891386"/>
            <a:ext cx="7499350" cy="3913428"/>
          </a:xfrm>
          <a:prstGeom prst="rect">
            <a:avLst/>
          </a:prstGeom>
          <a:noFill/>
          <a:ln w="9525">
            <a:noFill/>
            <a:miter lim="800000"/>
            <a:headEnd/>
            <a:tailEnd/>
          </a:ln>
          <a:effectLst/>
        </p:spPr>
      </p:pic>
    </p:spTree>
    <p:extLst>
      <p:ext uri="{BB962C8B-B14F-4D97-AF65-F5344CB8AC3E}">
        <p14:creationId xmlns:p14="http://schemas.microsoft.com/office/powerpoint/2010/main" val="355931812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solidFill>
                  <a:schemeClr val="tx2">
                    <a:satMod val="130000"/>
                  </a:schemeClr>
                </a:solidFill>
              </a:rPr>
              <a:t>Detected face</a:t>
            </a:r>
          </a:p>
        </p:txBody>
      </p:sp>
      <p:pic>
        <p:nvPicPr>
          <p:cNvPr id="39939"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870801" y="1708248"/>
            <a:ext cx="7245350" cy="4260850"/>
          </a:xfrm>
        </p:spPr>
      </p:pic>
    </p:spTree>
    <p:extLst>
      <p:ext uri="{BB962C8B-B14F-4D97-AF65-F5344CB8AC3E}">
        <p14:creationId xmlns:p14="http://schemas.microsoft.com/office/powerpoint/2010/main" val="119609688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2"/>
          <p:cNvSpPr>
            <a:spLocks noGrp="1" noChangeArrowheads="1"/>
          </p:cNvSpPr>
          <p:nvPr>
            <p:ph type="title"/>
          </p:nvPr>
        </p:nvSpPr>
        <p:spPr/>
        <p:txBody>
          <a:bodyPr/>
          <a:lstStyle/>
          <a:p>
            <a:pPr>
              <a:defRPr/>
            </a:pPr>
            <a:r>
              <a:rPr lang="en-US" dirty="0">
                <a:solidFill>
                  <a:schemeClr val="tx2">
                    <a:satMod val="130000"/>
                  </a:schemeClr>
                </a:solidFill>
              </a:rPr>
              <a:t>Motion Detection</a:t>
            </a:r>
          </a:p>
        </p:txBody>
      </p:sp>
      <p:sp>
        <p:nvSpPr>
          <p:cNvPr id="10244" name="Rectangle 3"/>
          <p:cNvSpPr>
            <a:spLocks noGrp="1" noChangeArrowheads="1"/>
          </p:cNvSpPr>
          <p:nvPr>
            <p:ph idx="1"/>
          </p:nvPr>
        </p:nvSpPr>
        <p:spPr/>
        <p:txBody>
          <a:bodyPr/>
          <a:lstStyle/>
          <a:p>
            <a:pPr eaLnBrk="1" hangingPunct="1"/>
            <a:r>
              <a:rPr lang="en-US"/>
              <a:t>Action of sensing physical movement in a given area</a:t>
            </a:r>
          </a:p>
          <a:p>
            <a:pPr eaLnBrk="1" hangingPunct="1">
              <a:buFontTx/>
              <a:buNone/>
            </a:pPr>
            <a:endParaRPr lang="en-US" sz="1100"/>
          </a:p>
          <a:p>
            <a:pPr eaLnBrk="1" hangingPunct="1"/>
            <a:r>
              <a:rPr lang="en-US"/>
              <a:t>Motion can be detected by measuring change in speed or vector of an object</a:t>
            </a:r>
          </a:p>
          <a:p>
            <a:pPr lvl="1" eaLnBrk="1" hangingPunct="1"/>
            <a:endParaRPr lang="en-US"/>
          </a:p>
          <a:p>
            <a:pPr lvl="1" eaLnBrk="1" hangingPunct="1"/>
            <a:endParaRPr lang="en-US"/>
          </a:p>
        </p:txBody>
      </p:sp>
      <p:sp>
        <p:nvSpPr>
          <p:cNvPr id="22"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D2E037B6-D360-4C09-A007-2D5883EB99C0}" type="slidenum">
              <a:rPr lang="en-US" altLang="en-US">
                <a:solidFill>
                  <a:srgbClr val="B5A788"/>
                </a:solidFill>
                <a:latin typeface="Gill Sans MT" pitchFamily="34" charset="0"/>
              </a:rPr>
              <a:pPr eaLnBrk="1" hangingPunct="1"/>
              <a:t>35</a:t>
            </a:fld>
            <a:endParaRPr lang="en-US" altLang="en-US">
              <a:solidFill>
                <a:srgbClr val="B5A788"/>
              </a:solidFill>
              <a:latin typeface="Gill Sans MT" pitchFamily="34" charset="0"/>
            </a:endParaRPr>
          </a:p>
        </p:txBody>
      </p:sp>
      <p:pic>
        <p:nvPicPr>
          <p:cNvPr id="10245" name="Picture 1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48400" y="3733801"/>
            <a:ext cx="3581400" cy="277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7199008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2"/>
          <p:cNvSpPr>
            <a:spLocks noGrp="1" noChangeArrowheads="1"/>
          </p:cNvSpPr>
          <p:nvPr>
            <p:ph type="title"/>
          </p:nvPr>
        </p:nvSpPr>
        <p:spPr>
          <a:xfrm>
            <a:off x="1981200" y="304800"/>
            <a:ext cx="8229600" cy="1143000"/>
          </a:xfrm>
        </p:spPr>
        <p:txBody>
          <a:bodyPr/>
          <a:lstStyle/>
          <a:p>
            <a:pPr>
              <a:defRPr/>
            </a:pPr>
            <a:r>
              <a:rPr lang="en-US" dirty="0">
                <a:solidFill>
                  <a:schemeClr val="tx2">
                    <a:satMod val="130000"/>
                  </a:schemeClr>
                </a:solidFill>
              </a:rPr>
              <a:t>          Goals of motion detection</a:t>
            </a:r>
          </a:p>
        </p:txBody>
      </p:sp>
      <p:sp>
        <p:nvSpPr>
          <p:cNvPr id="11268" name="Rectangle 3"/>
          <p:cNvSpPr>
            <a:spLocks noGrp="1" noChangeArrowheads="1"/>
          </p:cNvSpPr>
          <p:nvPr>
            <p:ph idx="1"/>
          </p:nvPr>
        </p:nvSpPr>
        <p:spPr/>
        <p:txBody>
          <a:bodyPr/>
          <a:lstStyle/>
          <a:p>
            <a:pPr lvl="1" eaLnBrk="1" hangingPunct="1">
              <a:lnSpc>
                <a:spcPct val="90000"/>
              </a:lnSpc>
              <a:buFontTx/>
              <a:buChar char="•"/>
            </a:pPr>
            <a:r>
              <a:rPr lang="en-US"/>
              <a:t>Identify moving objects</a:t>
            </a:r>
          </a:p>
          <a:p>
            <a:pPr lvl="1" eaLnBrk="1" hangingPunct="1">
              <a:lnSpc>
                <a:spcPct val="90000"/>
              </a:lnSpc>
              <a:buFontTx/>
              <a:buChar char="•"/>
            </a:pPr>
            <a:r>
              <a:rPr lang="en-US"/>
              <a:t>Detection of unusual activity patterns</a:t>
            </a:r>
          </a:p>
          <a:p>
            <a:pPr lvl="1" eaLnBrk="1" hangingPunct="1">
              <a:lnSpc>
                <a:spcPct val="90000"/>
              </a:lnSpc>
              <a:buFontTx/>
              <a:buChar char="•"/>
            </a:pPr>
            <a:r>
              <a:rPr lang="en-US"/>
              <a:t>Computing trajectories of moving objects</a:t>
            </a:r>
          </a:p>
          <a:p>
            <a:pPr lvl="1" eaLnBrk="1" hangingPunct="1">
              <a:lnSpc>
                <a:spcPct val="90000"/>
              </a:lnSpc>
              <a:buFontTx/>
              <a:buChar char="•"/>
            </a:pPr>
            <a:endParaRPr lang="en-US">
              <a:solidFill>
                <a:srgbClr val="C00000"/>
              </a:solidFill>
            </a:endParaRPr>
          </a:p>
          <a:p>
            <a:pPr lvl="1" eaLnBrk="1" hangingPunct="1">
              <a:lnSpc>
                <a:spcPct val="90000"/>
              </a:lnSpc>
              <a:buFontTx/>
              <a:buNone/>
            </a:pPr>
            <a:r>
              <a:rPr lang="en-US">
                <a:solidFill>
                  <a:srgbClr val="C00000"/>
                </a:solidFill>
              </a:rPr>
              <a:t>Applications of motion detection</a:t>
            </a:r>
            <a:r>
              <a:rPr lang="en-US" sz="3200">
                <a:solidFill>
                  <a:srgbClr val="C00000"/>
                </a:solidFill>
              </a:rPr>
              <a:t> </a:t>
            </a:r>
          </a:p>
          <a:p>
            <a:pPr lvl="1" eaLnBrk="1" hangingPunct="1">
              <a:lnSpc>
                <a:spcPct val="90000"/>
              </a:lnSpc>
              <a:buFontTx/>
              <a:buChar char="•"/>
            </a:pPr>
            <a:r>
              <a:rPr lang="en-US"/>
              <a:t>Indoor/outdoor security</a:t>
            </a:r>
          </a:p>
          <a:p>
            <a:pPr lvl="1" eaLnBrk="1" hangingPunct="1">
              <a:lnSpc>
                <a:spcPct val="90000"/>
              </a:lnSpc>
              <a:buFontTx/>
              <a:buChar char="•"/>
            </a:pPr>
            <a:r>
              <a:rPr lang="en-US"/>
              <a:t>Real time crime detection</a:t>
            </a:r>
          </a:p>
          <a:p>
            <a:pPr lvl="1" eaLnBrk="1" hangingPunct="1">
              <a:lnSpc>
                <a:spcPct val="90000"/>
              </a:lnSpc>
              <a:buFontTx/>
              <a:buChar char="•"/>
            </a:pPr>
            <a:r>
              <a:rPr lang="en-US"/>
              <a:t>Traffic monitoring</a:t>
            </a:r>
          </a:p>
          <a:p>
            <a:pPr lvl="1" eaLnBrk="1" hangingPunct="1">
              <a:lnSpc>
                <a:spcPct val="90000"/>
              </a:lnSpc>
              <a:buFontTx/>
              <a:buNone/>
            </a:pPr>
            <a:r>
              <a:rPr lang="en-US">
                <a:solidFill>
                  <a:srgbClr val="C00000"/>
                </a:solidFill>
              </a:rPr>
              <a:t>Many intelligent video analysis systems are based on motion detection.</a:t>
            </a:r>
          </a:p>
        </p:txBody>
      </p:sp>
      <p:sp>
        <p:nvSpPr>
          <p:cNvPr id="6" name="Slide Number Placeholder 5"/>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7E1A3118-871D-42FA-B194-8ACE84572888}" type="slidenum">
              <a:rPr lang="en-US" altLang="en-US">
                <a:solidFill>
                  <a:srgbClr val="B5A788"/>
                </a:solidFill>
                <a:latin typeface="Gill Sans MT" pitchFamily="34" charset="0"/>
              </a:rPr>
              <a:pPr eaLnBrk="1" hangingPunct="1"/>
              <a:t>36</a:t>
            </a:fld>
            <a:endParaRPr lang="en-US" altLang="en-US">
              <a:solidFill>
                <a:srgbClr val="B5A788"/>
              </a:solidFill>
              <a:latin typeface="Gill Sans MT" pitchFamily="34" charset="0"/>
            </a:endParaRPr>
          </a:p>
        </p:txBody>
      </p:sp>
    </p:spTree>
    <p:extLst>
      <p:ext uri="{BB962C8B-B14F-4D97-AF65-F5344CB8AC3E}">
        <p14:creationId xmlns:p14="http://schemas.microsoft.com/office/powerpoint/2010/main" val="234315207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eaLnBrk="1" hangingPunct="1">
              <a:defRPr/>
            </a:pPr>
            <a:r>
              <a:rPr lang="en-US" dirty="0"/>
              <a:t>Two popular approach for motion detection</a:t>
            </a:r>
          </a:p>
        </p:txBody>
      </p:sp>
      <p:sp>
        <p:nvSpPr>
          <p:cNvPr id="12291" name="Content Placeholder 2"/>
          <p:cNvSpPr>
            <a:spLocks noGrp="1"/>
          </p:cNvSpPr>
          <p:nvPr>
            <p:ph idx="1"/>
          </p:nvPr>
        </p:nvSpPr>
        <p:spPr/>
        <p:txBody>
          <a:bodyPr/>
          <a:lstStyle/>
          <a:p>
            <a:pPr eaLnBrk="1" hangingPunct="1"/>
            <a:r>
              <a:rPr lang="en-US">
                <a:solidFill>
                  <a:srgbClr val="C00000"/>
                </a:solidFill>
              </a:rPr>
              <a:t>A.  </a:t>
            </a:r>
            <a:r>
              <a:rPr lang="en-GB">
                <a:solidFill>
                  <a:srgbClr val="C00000"/>
                </a:solidFill>
              </a:rPr>
              <a:t>Change detection</a:t>
            </a:r>
          </a:p>
          <a:p>
            <a:pPr lvl="1" eaLnBrk="1" hangingPunct="1"/>
            <a:r>
              <a:rPr lang="en-GB"/>
              <a:t>Detect objects within a scene</a:t>
            </a:r>
          </a:p>
          <a:p>
            <a:pPr lvl="1" eaLnBrk="1" hangingPunct="1"/>
            <a:r>
              <a:rPr lang="en-GB"/>
              <a:t>Track object across a number of frames</a:t>
            </a:r>
            <a:endParaRPr lang="en-US"/>
          </a:p>
          <a:p>
            <a:pPr eaLnBrk="1" hangingPunct="1">
              <a:buFont typeface="Wingdings 2" panose="05020102010507070707" pitchFamily="18" charset="2"/>
              <a:buNone/>
            </a:pPr>
            <a:endParaRPr lang="en-US"/>
          </a:p>
          <a:p>
            <a:pPr eaLnBrk="1" hangingPunct="1"/>
            <a:r>
              <a:rPr lang="en-GB">
                <a:solidFill>
                  <a:srgbClr val="C00000"/>
                </a:solidFill>
              </a:rPr>
              <a:t>B. Optical Flow</a:t>
            </a:r>
          </a:p>
          <a:p>
            <a:pPr lvl="1" eaLnBrk="1" hangingPunct="1"/>
            <a:r>
              <a:rPr lang="en-GB"/>
              <a:t>Compute motion within region or the frame as a whole</a:t>
            </a:r>
          </a:p>
          <a:p>
            <a:pPr eaLnBrk="1" hangingPunct="1">
              <a:buFont typeface="Wingdings 2" panose="05020102010507070707" pitchFamily="18" charset="2"/>
              <a:buNone/>
            </a:pPr>
            <a:endParaRPr lang="en-US"/>
          </a:p>
        </p:txBody>
      </p:sp>
    </p:spTree>
    <p:extLst>
      <p:ext uri="{BB962C8B-B14F-4D97-AF65-F5344CB8AC3E}">
        <p14:creationId xmlns:p14="http://schemas.microsoft.com/office/powerpoint/2010/main" val="272724399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hangingPunct="1">
              <a:defRPr/>
            </a:pPr>
            <a:r>
              <a:rPr lang="en-US" dirty="0"/>
              <a:t>Motion detection</a:t>
            </a:r>
          </a:p>
        </p:txBody>
      </p:sp>
      <p:pic>
        <p:nvPicPr>
          <p:cNvPr id="31747"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682690" y="1690688"/>
            <a:ext cx="5531498" cy="4259263"/>
          </a:xfrm>
          <a:noFill/>
        </p:spPr>
      </p:pic>
      <p:pic>
        <p:nvPicPr>
          <p:cNvPr id="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6671733" y="1690688"/>
            <a:ext cx="5229303" cy="4075630"/>
          </a:xfrm>
          <a:prstGeom prst="rect">
            <a:avLst/>
          </a:prstGeom>
          <a:noFill/>
        </p:spPr>
      </p:pic>
      <p:sp>
        <p:nvSpPr>
          <p:cNvPr id="3" name="Right Arrow 2"/>
          <p:cNvSpPr/>
          <p:nvPr/>
        </p:nvSpPr>
        <p:spPr>
          <a:xfrm>
            <a:off x="6214188" y="3403600"/>
            <a:ext cx="457545" cy="54186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1405467" y="5977417"/>
            <a:ext cx="3657600" cy="369332"/>
          </a:xfrm>
          <a:prstGeom prst="rect">
            <a:avLst/>
          </a:prstGeom>
          <a:noFill/>
        </p:spPr>
        <p:txBody>
          <a:bodyPr wrap="square" rtlCol="0">
            <a:spAutoFit/>
          </a:bodyPr>
          <a:lstStyle/>
          <a:p>
            <a:r>
              <a:rPr lang="en-US" dirty="0"/>
              <a:t>Input video</a:t>
            </a:r>
          </a:p>
        </p:txBody>
      </p:sp>
      <p:sp>
        <p:nvSpPr>
          <p:cNvPr id="6" name="TextBox 5"/>
          <p:cNvSpPr txBox="1"/>
          <p:nvPr/>
        </p:nvSpPr>
        <p:spPr>
          <a:xfrm>
            <a:off x="6807200" y="5977417"/>
            <a:ext cx="3471334" cy="369332"/>
          </a:xfrm>
          <a:prstGeom prst="rect">
            <a:avLst/>
          </a:prstGeom>
          <a:noFill/>
        </p:spPr>
        <p:txBody>
          <a:bodyPr wrap="square" rtlCol="0">
            <a:spAutoFit/>
          </a:bodyPr>
          <a:lstStyle/>
          <a:p>
            <a:r>
              <a:rPr lang="en-US" dirty="0"/>
              <a:t>Detected motion</a:t>
            </a:r>
          </a:p>
        </p:txBody>
      </p:sp>
    </p:spTree>
    <p:extLst>
      <p:ext uri="{BB962C8B-B14F-4D97-AF65-F5344CB8AC3E}">
        <p14:creationId xmlns:p14="http://schemas.microsoft.com/office/powerpoint/2010/main" val="265567203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 detection</a:t>
            </a:r>
          </a:p>
        </p:txBody>
      </p:sp>
      <p:pic>
        <p:nvPicPr>
          <p:cNvPr id="4" name="Content Placeholder 3"/>
          <p:cNvPicPr>
            <a:picLocks noGrp="1" noChangeAspect="1"/>
          </p:cNvPicPr>
          <p:nvPr>
            <p:ph idx="1"/>
          </p:nvPr>
        </p:nvPicPr>
        <p:blipFill>
          <a:blip r:embed="rId2"/>
          <a:stretch>
            <a:fillRect/>
          </a:stretch>
        </p:blipFill>
        <p:spPr>
          <a:xfrm>
            <a:off x="1755589" y="1690688"/>
            <a:ext cx="5836021" cy="4351338"/>
          </a:xfrm>
          <a:prstGeom prst="rect">
            <a:avLst/>
          </a:prstGeom>
        </p:spPr>
      </p:pic>
      <p:sp>
        <p:nvSpPr>
          <p:cNvPr id="5" name="Rectangle 4"/>
          <p:cNvSpPr/>
          <p:nvPr/>
        </p:nvSpPr>
        <p:spPr>
          <a:xfrm>
            <a:off x="7867650" y="1824038"/>
            <a:ext cx="4686300" cy="1477328"/>
          </a:xfrm>
          <a:prstGeom prst="rect">
            <a:avLst/>
          </a:prstGeom>
        </p:spPr>
        <p:txBody>
          <a:bodyPr wrap="square">
            <a:spAutoFit/>
          </a:bodyPr>
          <a:lstStyle/>
          <a:p>
            <a:r>
              <a:rPr lang="en-US" dirty="0">
                <a:latin typeface="medium-content-serif-font"/>
              </a:rPr>
              <a:t>Computer Vision is a field of computer science that works on </a:t>
            </a:r>
            <a:r>
              <a:rPr lang="en-US" b="1" dirty="0">
                <a:latin typeface="medium-content-serif-font"/>
              </a:rPr>
              <a:t>enabling computers</a:t>
            </a:r>
            <a:r>
              <a:rPr lang="en-US" dirty="0">
                <a:latin typeface="medium-content-serif-font"/>
              </a:rPr>
              <a:t> to see, identify and process images in the same way that human vision does and then provide appropriate output.</a:t>
            </a:r>
            <a:endParaRPr lang="en-US" dirty="0"/>
          </a:p>
        </p:txBody>
      </p:sp>
    </p:spTree>
    <p:extLst>
      <p:ext uri="{BB962C8B-B14F-4D97-AF65-F5344CB8AC3E}">
        <p14:creationId xmlns:p14="http://schemas.microsoft.com/office/powerpoint/2010/main" val="150478655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Facial expression recognition </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858" y="2269067"/>
            <a:ext cx="2900615" cy="2657737"/>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95473" y="2269068"/>
            <a:ext cx="2455333" cy="2657738"/>
          </a:xfrm>
          <a:prstGeom prst="rect">
            <a:avLst/>
          </a:prstGeom>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50806" y="2269067"/>
            <a:ext cx="3471333" cy="2657739"/>
          </a:xfrm>
          <a:prstGeom prst="rect">
            <a:avLst/>
          </a:prstGeom>
        </p:spPr>
      </p:pic>
      <p:pic>
        <p:nvPicPr>
          <p:cNvPr id="8"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922139" y="2269067"/>
            <a:ext cx="3269861" cy="2503488"/>
          </a:xfrm>
          <a:prstGeom prst="rect">
            <a:avLst/>
          </a:prstGeom>
        </p:spPr>
      </p:pic>
    </p:spTree>
    <p:extLst>
      <p:ext uri="{BB962C8B-B14F-4D97-AF65-F5344CB8AC3E}">
        <p14:creationId xmlns:p14="http://schemas.microsoft.com/office/powerpoint/2010/main" val="181599029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692573"/>
            <a:ext cx="10540654" cy="827884"/>
          </a:xfrm>
        </p:spPr>
        <p:txBody>
          <a:bodyPr>
            <a:normAutofit fontScale="90000"/>
          </a:bodyPr>
          <a:lstStyle/>
          <a:p>
            <a:pPr lvl="1" algn="ctr" rtl="0" latinLnBrk="1">
              <a:spcBef>
                <a:spcPct val="0"/>
              </a:spcBef>
            </a:pPr>
            <a:br>
              <a:rPr lang="en-US" sz="2800" dirty="0"/>
            </a:br>
            <a:r>
              <a:rPr lang="en-US" sz="3200" dirty="0"/>
              <a:t>Face expression Recognition in wild </a:t>
            </a:r>
            <a:br>
              <a:rPr lang="en-US" sz="3200" dirty="0"/>
            </a:br>
            <a:endParaRPr lang="en-US" sz="2800" dirty="0"/>
          </a:p>
        </p:txBody>
      </p:sp>
      <p:sp>
        <p:nvSpPr>
          <p:cNvPr id="3" name="Content Placeholder 2"/>
          <p:cNvSpPr>
            <a:spLocks noGrp="1"/>
          </p:cNvSpPr>
          <p:nvPr>
            <p:ph idx="1"/>
          </p:nvPr>
        </p:nvSpPr>
        <p:spPr>
          <a:xfrm>
            <a:off x="744595" y="1975036"/>
            <a:ext cx="10972800" cy="4525963"/>
          </a:xfrm>
        </p:spPr>
        <p:txBody>
          <a:bodyPr>
            <a:normAutofit fontScale="77500" lnSpcReduction="20000"/>
          </a:bodyPr>
          <a:lstStyle/>
          <a:p>
            <a:pPr marL="0" indent="0">
              <a:buNone/>
            </a:pPr>
            <a:r>
              <a:rPr lang="en-US" altLang="ko-KR" sz="2800" dirty="0"/>
              <a:t>Applications</a:t>
            </a:r>
          </a:p>
          <a:p>
            <a:r>
              <a:rPr lang="en-US" altLang="ko-KR" sz="2800" dirty="0"/>
              <a:t>HCI (human computer interaction)</a:t>
            </a:r>
          </a:p>
          <a:p>
            <a:r>
              <a:rPr lang="en-US" altLang="ko-KR" sz="2800" dirty="0"/>
              <a:t>Identity confirmation </a:t>
            </a:r>
          </a:p>
          <a:p>
            <a:r>
              <a:rPr lang="en-US" altLang="ko-KR" sz="2800" dirty="0"/>
              <a:t>Persons emotion recognition and</a:t>
            </a:r>
          </a:p>
          <a:p>
            <a:r>
              <a:rPr lang="en-US" altLang="ko-KR" sz="2800" dirty="0"/>
              <a:t>Different access control. </a:t>
            </a:r>
          </a:p>
          <a:p>
            <a:pPr marL="0" indent="0">
              <a:buNone/>
            </a:pPr>
            <a:endParaRPr lang="en-US" altLang="ko-KR" sz="2800" dirty="0"/>
          </a:p>
          <a:p>
            <a:pPr marL="0" indent="0">
              <a:buNone/>
            </a:pPr>
            <a:r>
              <a:rPr lang="en-US" altLang="ko-KR" sz="2800" dirty="0"/>
              <a:t>Challenges </a:t>
            </a:r>
          </a:p>
          <a:p>
            <a:pPr marL="514350" indent="-457200">
              <a:spcAft>
                <a:spcPct val="0"/>
              </a:spcAft>
            </a:pPr>
            <a:r>
              <a:rPr lang="en-US" altLang="ko-KR" sz="2800" dirty="0"/>
              <a:t>face dissimilarity in pose,</a:t>
            </a:r>
          </a:p>
          <a:p>
            <a:pPr marL="514350" indent="-457200">
              <a:spcAft>
                <a:spcPct val="0"/>
              </a:spcAft>
            </a:pPr>
            <a:r>
              <a:rPr lang="en-US" altLang="ko-KR" sz="2800" dirty="0"/>
              <a:t>ages, </a:t>
            </a:r>
          </a:p>
          <a:p>
            <a:pPr marL="514350" indent="-457200">
              <a:spcAft>
                <a:spcPct val="0"/>
              </a:spcAft>
            </a:pPr>
            <a:r>
              <a:rPr lang="en-US" altLang="ko-KR" sz="2800" dirty="0"/>
              <a:t>lighting condition, </a:t>
            </a:r>
          </a:p>
          <a:p>
            <a:pPr marL="514350" indent="-457200">
              <a:spcAft>
                <a:spcPct val="0"/>
              </a:spcAft>
            </a:pPr>
            <a:r>
              <a:rPr lang="en-US" altLang="ko-KR" sz="2800" dirty="0"/>
              <a:t>occlusion and face motion.</a:t>
            </a:r>
            <a:endParaRPr lang="en-US" sz="2800" dirty="0"/>
          </a:p>
          <a:p>
            <a:endParaRPr lang="en-US" dirty="0"/>
          </a:p>
        </p:txBody>
      </p:sp>
      <p:sp>
        <p:nvSpPr>
          <p:cNvPr id="5" name="Slide Number Placeholder 4"/>
          <p:cNvSpPr>
            <a:spLocks noGrp="1"/>
          </p:cNvSpPr>
          <p:nvPr>
            <p:ph type="sldNum" sz="quarter" idx="12"/>
          </p:nvPr>
        </p:nvSpPr>
        <p:spPr/>
        <p:txBody>
          <a:bodyPr/>
          <a:lstStyle/>
          <a:p>
            <a:fld id="{8F50A2C1-BAFD-4A54-A4CA-125FCD6B36C3}" type="slidenum">
              <a:rPr lang="en-US" smtClean="0"/>
              <a:t>41</a:t>
            </a:fld>
            <a:endParaRPr lang="en-US"/>
          </a:p>
        </p:txBody>
      </p:sp>
      <p:pic>
        <p:nvPicPr>
          <p:cNvPr id="6" name="Picture 5"/>
          <p:cNvPicPr>
            <a:picLocks noChangeAspect="1"/>
          </p:cNvPicPr>
          <p:nvPr/>
        </p:nvPicPr>
        <p:blipFill>
          <a:blip r:embed="rId2"/>
          <a:stretch>
            <a:fillRect/>
          </a:stretch>
        </p:blipFill>
        <p:spPr>
          <a:xfrm>
            <a:off x="8057247" y="1975036"/>
            <a:ext cx="763645" cy="838271"/>
          </a:xfrm>
          <a:prstGeom prst="rect">
            <a:avLst/>
          </a:prstGeom>
        </p:spPr>
      </p:pic>
      <p:pic>
        <p:nvPicPr>
          <p:cNvPr id="7" name="Picture 6"/>
          <p:cNvPicPr>
            <a:picLocks noChangeAspect="1"/>
          </p:cNvPicPr>
          <p:nvPr/>
        </p:nvPicPr>
        <p:blipFill>
          <a:blip r:embed="rId3"/>
          <a:stretch>
            <a:fillRect/>
          </a:stretch>
        </p:blipFill>
        <p:spPr>
          <a:xfrm>
            <a:off x="7407854" y="1975036"/>
            <a:ext cx="649393" cy="838271"/>
          </a:xfrm>
          <a:prstGeom prst="rect">
            <a:avLst/>
          </a:prstGeom>
        </p:spPr>
      </p:pic>
      <p:pic>
        <p:nvPicPr>
          <p:cNvPr id="8" name="Picture 7"/>
          <p:cNvPicPr>
            <a:picLocks noChangeAspect="1"/>
          </p:cNvPicPr>
          <p:nvPr/>
        </p:nvPicPr>
        <p:blipFill>
          <a:blip r:embed="rId4"/>
          <a:stretch>
            <a:fillRect/>
          </a:stretch>
        </p:blipFill>
        <p:spPr>
          <a:xfrm>
            <a:off x="8820892" y="1975036"/>
            <a:ext cx="670170" cy="838271"/>
          </a:xfrm>
          <a:prstGeom prst="rect">
            <a:avLst/>
          </a:prstGeom>
        </p:spPr>
      </p:pic>
      <p:pic>
        <p:nvPicPr>
          <p:cNvPr id="9" name="Picture 8"/>
          <p:cNvPicPr>
            <a:picLocks noChangeAspect="1"/>
          </p:cNvPicPr>
          <p:nvPr/>
        </p:nvPicPr>
        <p:blipFill>
          <a:blip r:embed="rId5"/>
          <a:stretch>
            <a:fillRect/>
          </a:stretch>
        </p:blipFill>
        <p:spPr>
          <a:xfrm>
            <a:off x="9491062" y="1975036"/>
            <a:ext cx="793631" cy="838271"/>
          </a:xfrm>
          <a:prstGeom prst="rect">
            <a:avLst/>
          </a:prstGeom>
        </p:spPr>
      </p:pic>
      <p:pic>
        <p:nvPicPr>
          <p:cNvPr id="10" name="Content Placeholder 7"/>
          <p:cNvPicPr>
            <a:picLocks noChangeAspect="1"/>
          </p:cNvPicPr>
          <p:nvPr/>
        </p:nvPicPr>
        <p:blipFill>
          <a:blip r:embed="rId6"/>
          <a:stretch>
            <a:fillRect/>
          </a:stretch>
        </p:blipFill>
        <p:spPr>
          <a:xfrm>
            <a:off x="6786246" y="3471905"/>
            <a:ext cx="4931149" cy="2247900"/>
          </a:xfrm>
          <a:prstGeom prst="rect">
            <a:avLst/>
          </a:prstGeom>
        </p:spPr>
      </p:pic>
      <p:sp>
        <p:nvSpPr>
          <p:cNvPr id="4" name="Rectangle 3"/>
          <p:cNvSpPr/>
          <p:nvPr/>
        </p:nvSpPr>
        <p:spPr>
          <a:xfrm>
            <a:off x="8319119" y="5805052"/>
            <a:ext cx="2124684" cy="369332"/>
          </a:xfrm>
          <a:prstGeom prst="rect">
            <a:avLst/>
          </a:prstGeom>
        </p:spPr>
        <p:txBody>
          <a:bodyPr wrap="none">
            <a:spAutoFit/>
          </a:bodyPr>
          <a:lstStyle/>
          <a:p>
            <a:r>
              <a:rPr lang="en-US" dirty="0" err="1"/>
              <a:t>ITLab</a:t>
            </a:r>
            <a:r>
              <a:rPr lang="en-US" dirty="0"/>
              <a:t> Face dataset</a:t>
            </a:r>
          </a:p>
        </p:txBody>
      </p:sp>
    </p:spTree>
    <p:extLst>
      <p:ext uri="{BB962C8B-B14F-4D97-AF65-F5344CB8AC3E}">
        <p14:creationId xmlns:p14="http://schemas.microsoft.com/office/powerpoint/2010/main" val="17565851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Human Action classification </a:t>
            </a:r>
          </a:p>
        </p:txBody>
      </p:sp>
      <p:sp>
        <p:nvSpPr>
          <p:cNvPr id="3" name="Content Placeholder 2"/>
          <p:cNvSpPr>
            <a:spLocks noGrp="1"/>
          </p:cNvSpPr>
          <p:nvPr>
            <p:ph idx="1"/>
          </p:nvPr>
        </p:nvSpPr>
        <p:spPr/>
        <p:txBody>
          <a:bodyPr/>
          <a:lstStyle/>
          <a:p>
            <a:r>
              <a:rPr lang="en-US" dirty="0"/>
              <a:t>Human physical body movement</a:t>
            </a:r>
          </a:p>
          <a:p>
            <a:pPr lvl="1"/>
            <a:r>
              <a:rPr lang="en-US" dirty="0"/>
              <a:t>E.g. running, walking, reading.</a:t>
            </a:r>
          </a:p>
          <a:p>
            <a:pPr marL="457200" lvl="1" indent="0">
              <a:buNone/>
            </a:pPr>
            <a:endParaRPr lang="en-US" dirty="0"/>
          </a:p>
          <a:p>
            <a:r>
              <a:rPr lang="en-US" dirty="0"/>
              <a:t>Interaction with environment with object for specific </a:t>
            </a:r>
          </a:p>
          <a:p>
            <a:pPr marL="0" indent="0">
              <a:buNone/>
            </a:pPr>
            <a:r>
              <a:rPr lang="en-US" dirty="0"/>
              <a:t>   purpose.</a:t>
            </a:r>
          </a:p>
          <a:p>
            <a:pPr lvl="1"/>
            <a:r>
              <a:rPr lang="en-US" dirty="0"/>
              <a:t>Using computer , taking photograph ..</a:t>
            </a:r>
          </a:p>
          <a:p>
            <a:endParaRPr lang="en-US" dirty="0"/>
          </a:p>
        </p:txBody>
      </p:sp>
      <p:sp>
        <p:nvSpPr>
          <p:cNvPr id="6" name="Slide Number Placeholder 5"/>
          <p:cNvSpPr>
            <a:spLocks noGrp="1"/>
          </p:cNvSpPr>
          <p:nvPr>
            <p:ph type="sldNum" sz="quarter" idx="12"/>
          </p:nvPr>
        </p:nvSpPr>
        <p:spPr/>
        <p:txBody>
          <a:bodyPr/>
          <a:lstStyle/>
          <a:p>
            <a:fld id="{8F50A2C1-BAFD-4A54-A4CA-125FCD6B36C3}" type="slidenum">
              <a:rPr lang="en-US" smtClean="0"/>
              <a:t>42</a:t>
            </a:fld>
            <a:endParaRPr lang="en-US"/>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50722" y="4140678"/>
            <a:ext cx="1831679" cy="1677687"/>
          </a:xfrm>
          <a:prstGeom prst="rect">
            <a:avLst/>
          </a:prstGeom>
        </p:spPr>
      </p:pic>
      <p:pic>
        <p:nvPicPr>
          <p:cNvPr id="5" name="Picture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410471" y="4140678"/>
            <a:ext cx="1340252" cy="1677687"/>
          </a:xfrm>
          <a:prstGeom prst="rect">
            <a:avLst/>
          </a:prstGeom>
        </p:spPr>
      </p:pic>
      <p:pic>
        <p:nvPicPr>
          <p:cNvPr id="7" name="Picture 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897627" y="1831193"/>
            <a:ext cx="1527350" cy="1356527"/>
          </a:xfrm>
          <a:prstGeom prst="rect">
            <a:avLst/>
          </a:prstGeom>
        </p:spPr>
      </p:pic>
      <p:pic>
        <p:nvPicPr>
          <p:cNvPr id="8" name="Picture 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285423" y="1836893"/>
            <a:ext cx="1612203" cy="1350827"/>
          </a:xfrm>
          <a:prstGeom prst="rect">
            <a:avLst/>
          </a:prstGeom>
        </p:spPr>
      </p:pic>
    </p:spTree>
    <p:extLst>
      <p:ext uri="{BB962C8B-B14F-4D97-AF65-F5344CB8AC3E}">
        <p14:creationId xmlns:p14="http://schemas.microsoft.com/office/powerpoint/2010/main" val="320224657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1208" y="399968"/>
            <a:ext cx="11670792" cy="974785"/>
          </a:xfrm>
        </p:spPr>
        <p:txBody>
          <a:bodyPr>
            <a:normAutofit/>
          </a:bodyPr>
          <a:lstStyle/>
          <a:p>
            <a:r>
              <a:rPr lang="en-US" sz="3600" dirty="0"/>
              <a:t>Applications of HAR</a:t>
            </a:r>
          </a:p>
        </p:txBody>
      </p:sp>
      <p:sp>
        <p:nvSpPr>
          <p:cNvPr id="3" name="Content Placeholder 2"/>
          <p:cNvSpPr>
            <a:spLocks noGrp="1"/>
          </p:cNvSpPr>
          <p:nvPr>
            <p:ph idx="1"/>
          </p:nvPr>
        </p:nvSpPr>
        <p:spPr/>
        <p:txBody>
          <a:bodyPr/>
          <a:lstStyle/>
          <a:p>
            <a:pPr lvl="1">
              <a:spcAft>
                <a:spcPct val="0"/>
              </a:spcAft>
              <a:buFontTx/>
              <a:buChar char="•"/>
            </a:pPr>
            <a:r>
              <a:rPr lang="en-US" dirty="0"/>
              <a:t>Security surveillance </a:t>
            </a:r>
          </a:p>
          <a:p>
            <a:pPr marL="914400" lvl="2" indent="0">
              <a:spcAft>
                <a:spcPct val="0"/>
              </a:spcAft>
              <a:buNone/>
            </a:pPr>
            <a:r>
              <a:rPr lang="en-US" dirty="0"/>
              <a:t>E.g. airport, bus station</a:t>
            </a:r>
          </a:p>
          <a:p>
            <a:pPr lvl="1">
              <a:spcAft>
                <a:spcPct val="0"/>
              </a:spcAft>
              <a:buFontTx/>
              <a:buChar char="•"/>
            </a:pPr>
            <a:r>
              <a:rPr lang="en-US" dirty="0"/>
              <a:t> Content-based browsing</a:t>
            </a:r>
            <a:br>
              <a:rPr lang="en-US" dirty="0"/>
            </a:br>
            <a:r>
              <a:rPr lang="en-US" dirty="0"/>
              <a:t>	</a:t>
            </a:r>
            <a:r>
              <a:rPr lang="en-US" sz="2400" dirty="0"/>
              <a:t>E.g. fast-forward to the next goal scoring scene</a:t>
            </a:r>
          </a:p>
          <a:p>
            <a:pPr lvl="1">
              <a:spcAft>
                <a:spcPct val="0"/>
              </a:spcAft>
              <a:buFontTx/>
              <a:buChar char="•"/>
            </a:pPr>
            <a:r>
              <a:rPr lang="en-US" dirty="0"/>
              <a:t>Helping elderly people</a:t>
            </a:r>
          </a:p>
          <a:p>
            <a:pPr marL="914400" lvl="2" indent="0">
              <a:spcAft>
                <a:spcPct val="0"/>
              </a:spcAft>
              <a:buNone/>
            </a:pPr>
            <a:r>
              <a:rPr lang="en-US" dirty="0"/>
              <a:t>E.g. hospital elderly person, handicapped person </a:t>
            </a:r>
          </a:p>
          <a:p>
            <a:pPr lvl="1">
              <a:spcAft>
                <a:spcPct val="0"/>
              </a:spcAft>
              <a:buFontTx/>
              <a:buChar char="•"/>
            </a:pPr>
            <a:r>
              <a:rPr lang="en-US" dirty="0"/>
              <a:t> Video recycling</a:t>
            </a:r>
            <a:br>
              <a:rPr lang="en-US" dirty="0"/>
            </a:br>
            <a:r>
              <a:rPr lang="en-US" dirty="0"/>
              <a:t> </a:t>
            </a:r>
            <a:r>
              <a:rPr lang="en-US" sz="2400" dirty="0"/>
              <a:t>E.g. eliminating harmful  video content from children</a:t>
            </a:r>
          </a:p>
          <a:p>
            <a:endParaRPr lang="en-US" dirty="0"/>
          </a:p>
        </p:txBody>
      </p:sp>
      <p:sp>
        <p:nvSpPr>
          <p:cNvPr id="6" name="Slide Number Placeholder 5"/>
          <p:cNvSpPr>
            <a:spLocks noGrp="1"/>
          </p:cNvSpPr>
          <p:nvPr>
            <p:ph type="sldNum" sz="quarter" idx="12"/>
          </p:nvPr>
        </p:nvSpPr>
        <p:spPr/>
        <p:txBody>
          <a:bodyPr/>
          <a:lstStyle/>
          <a:p>
            <a:fld id="{8F50A2C1-BAFD-4A54-A4CA-125FCD6B36C3}" type="slidenum">
              <a:rPr lang="en-US" smtClean="0"/>
              <a:t>43</a:t>
            </a:fld>
            <a:endParaRPr lang="en-US"/>
          </a:p>
        </p:txBody>
      </p:sp>
      <p:pic>
        <p:nvPicPr>
          <p:cNvPr id="4" name="Picture 3"/>
          <p:cNvPicPr>
            <a:picLocks noChangeAspect="1"/>
          </p:cNvPicPr>
          <p:nvPr/>
        </p:nvPicPr>
        <p:blipFill>
          <a:blip r:embed="rId3"/>
          <a:stretch>
            <a:fillRect/>
          </a:stretch>
        </p:blipFill>
        <p:spPr>
          <a:xfrm>
            <a:off x="9850716" y="1711788"/>
            <a:ext cx="1314450" cy="1666875"/>
          </a:xfrm>
          <a:prstGeom prst="rect">
            <a:avLst/>
          </a:prstGeom>
        </p:spPr>
      </p:pic>
      <p:pic>
        <p:nvPicPr>
          <p:cNvPr id="5" name="Picture 4"/>
          <p:cNvPicPr>
            <a:picLocks noChangeAspect="1"/>
          </p:cNvPicPr>
          <p:nvPr/>
        </p:nvPicPr>
        <p:blipFill>
          <a:blip r:embed="rId4"/>
          <a:stretch>
            <a:fillRect/>
          </a:stretch>
        </p:blipFill>
        <p:spPr>
          <a:xfrm>
            <a:off x="9612591" y="3954467"/>
            <a:ext cx="1552575" cy="1257300"/>
          </a:xfrm>
          <a:prstGeom prst="rect">
            <a:avLst/>
          </a:prstGeom>
        </p:spPr>
      </p:pic>
    </p:spTree>
    <p:extLst>
      <p:ext uri="{BB962C8B-B14F-4D97-AF65-F5344CB8AC3E}">
        <p14:creationId xmlns:p14="http://schemas.microsoft.com/office/powerpoint/2010/main" val="423808311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26024" y="1192780"/>
            <a:ext cx="2260973" cy="2742201"/>
          </a:xfrm>
          <a:prstGeom prst="rect">
            <a:avLst/>
          </a:prstGeom>
        </p:spPr>
      </p:pic>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38117" y="3934980"/>
            <a:ext cx="2651206" cy="1970171"/>
          </a:xfrm>
          <a:prstGeom prst="rect">
            <a:avLst/>
          </a:prstGeom>
        </p:spPr>
      </p:pic>
      <p:pic>
        <p:nvPicPr>
          <p:cNvPr id="15" name="Content Placeholder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377144" y="3934981"/>
            <a:ext cx="2260973" cy="1970169"/>
          </a:xfrm>
          <a:prstGeom prst="rect">
            <a:avLst/>
          </a:prstGeom>
        </p:spPr>
      </p:pic>
      <p:sp>
        <p:nvSpPr>
          <p:cNvPr id="3" name="TextBox 2"/>
          <p:cNvSpPr txBox="1"/>
          <p:nvPr/>
        </p:nvSpPr>
        <p:spPr>
          <a:xfrm>
            <a:off x="6909159" y="6228272"/>
            <a:ext cx="3355676" cy="261610"/>
          </a:xfrm>
          <a:prstGeom prst="rect">
            <a:avLst/>
          </a:prstGeom>
          <a:noFill/>
        </p:spPr>
        <p:txBody>
          <a:bodyPr wrap="square" rtlCol="0">
            <a:spAutoFit/>
          </a:bodyPr>
          <a:lstStyle/>
          <a:p>
            <a:r>
              <a:rPr lang="en-US" sz="1050" dirty="0"/>
              <a:t>Image source : </a:t>
            </a:r>
            <a:r>
              <a:rPr lang="en-US" sz="1050" dirty="0" err="1"/>
              <a:t>google</a:t>
            </a:r>
            <a:r>
              <a:rPr lang="en-US" sz="1050" dirty="0"/>
              <a:t> &amp;Stanford 40 action dataset</a:t>
            </a:r>
          </a:p>
        </p:txBody>
      </p:sp>
      <p:sp>
        <p:nvSpPr>
          <p:cNvPr id="17" name="Title 1"/>
          <p:cNvSpPr>
            <a:spLocks noGrp="1"/>
          </p:cNvSpPr>
          <p:nvPr>
            <p:ph type="title"/>
          </p:nvPr>
        </p:nvSpPr>
        <p:spPr>
          <a:xfrm>
            <a:off x="807795" y="320907"/>
            <a:ext cx="8400213" cy="710311"/>
          </a:xfrm>
        </p:spPr>
        <p:txBody>
          <a:bodyPr>
            <a:noAutofit/>
          </a:bodyPr>
          <a:lstStyle/>
          <a:p>
            <a:r>
              <a:rPr lang="en-US" sz="3200" dirty="0"/>
              <a:t>Challenges for Human Action Recognition</a:t>
            </a:r>
          </a:p>
        </p:txBody>
      </p:sp>
      <p:sp>
        <p:nvSpPr>
          <p:cNvPr id="2" name="Slide Number Placeholder 1"/>
          <p:cNvSpPr>
            <a:spLocks noGrp="1"/>
          </p:cNvSpPr>
          <p:nvPr>
            <p:ph type="sldNum" sz="quarter" idx="12"/>
          </p:nvPr>
        </p:nvSpPr>
        <p:spPr/>
        <p:txBody>
          <a:bodyPr/>
          <a:lstStyle/>
          <a:p>
            <a:fld id="{8F50A2C1-BAFD-4A54-A4CA-125FCD6B36C3}" type="slidenum">
              <a:rPr lang="en-US" smtClean="0"/>
              <a:t>44</a:t>
            </a:fld>
            <a:endParaRPr lang="en-US"/>
          </a:p>
        </p:txBody>
      </p:sp>
      <p:sp>
        <p:nvSpPr>
          <p:cNvPr id="19" name="TextBox 18"/>
          <p:cNvSpPr txBox="1"/>
          <p:nvPr/>
        </p:nvSpPr>
        <p:spPr>
          <a:xfrm>
            <a:off x="1267844" y="1539444"/>
            <a:ext cx="4218555" cy="5078313"/>
          </a:xfrm>
          <a:prstGeom prst="rect">
            <a:avLst/>
          </a:prstGeom>
          <a:noFill/>
        </p:spPr>
        <p:txBody>
          <a:bodyPr wrap="square" rtlCol="0">
            <a:spAutoFit/>
          </a:bodyPr>
          <a:lstStyle/>
          <a:p>
            <a:pPr marL="285750" indent="-285750">
              <a:buFont typeface="Arial" panose="020B0604020202020204" pitchFamily="34" charset="0"/>
              <a:buChar char="•"/>
            </a:pPr>
            <a:r>
              <a:rPr lang="en-US" sz="2400" dirty="0"/>
              <a:t>Variation in pose</a:t>
            </a:r>
          </a:p>
          <a:p>
            <a:pPr marL="285750" indent="-285750">
              <a:buFont typeface="Arial" panose="020B0604020202020204" pitchFamily="34" charset="0"/>
              <a:buChar char="•"/>
            </a:pPr>
            <a:r>
              <a:rPr lang="en-US" sz="2400" dirty="0"/>
              <a:t>Complex background</a:t>
            </a:r>
          </a:p>
          <a:p>
            <a:pPr marL="285750" indent="-285750">
              <a:buFont typeface="Arial" panose="020B0604020202020204" pitchFamily="34" charset="0"/>
              <a:buChar char="•"/>
            </a:pPr>
            <a:r>
              <a:rPr lang="en-US" sz="2400" dirty="0"/>
              <a:t>Object scale</a:t>
            </a:r>
          </a:p>
          <a:p>
            <a:pPr marL="285750" indent="-285750">
              <a:buFont typeface="Arial" panose="020B0604020202020204" pitchFamily="34" charset="0"/>
              <a:buChar char="•"/>
            </a:pPr>
            <a:r>
              <a:rPr lang="en-US" sz="2400" dirty="0"/>
              <a:t>Occlusion</a:t>
            </a:r>
          </a:p>
          <a:p>
            <a:pPr marL="285750" indent="-285750">
              <a:buFont typeface="Arial" panose="020B0604020202020204" pitchFamily="34" charset="0"/>
              <a:buChar char="•"/>
            </a:pPr>
            <a:r>
              <a:rPr lang="en-US" sz="2400" dirty="0"/>
              <a:t>Camera motion</a:t>
            </a:r>
          </a:p>
          <a:p>
            <a:pPr marL="285750" indent="-285750">
              <a:buFont typeface="Arial" panose="020B0604020202020204" pitchFamily="34" charset="0"/>
              <a:buChar char="•"/>
            </a:pPr>
            <a:r>
              <a:rPr lang="en-US" sz="2400" dirty="0"/>
              <a:t>Large Number of unlabeled data</a:t>
            </a:r>
          </a:p>
          <a:p>
            <a:pPr marL="285750" indent="-285750">
              <a:buFont typeface="Arial" panose="020B0604020202020204" pitchFamily="34" charset="0"/>
              <a:buChar char="•"/>
            </a:pPr>
            <a:r>
              <a:rPr lang="en-US" sz="2400" dirty="0"/>
              <a:t>Easy to miss interpretation of action</a:t>
            </a:r>
          </a:p>
          <a:p>
            <a:endParaRPr lang="en-US" dirty="0"/>
          </a:p>
          <a:p>
            <a:endParaRPr lang="en-US" dirty="0"/>
          </a:p>
          <a:p>
            <a:r>
              <a:rPr lang="en-US" dirty="0"/>
              <a:t> </a:t>
            </a:r>
          </a:p>
          <a:p>
            <a:endParaRPr lang="en-US" dirty="0"/>
          </a:p>
          <a:p>
            <a:endParaRPr lang="en-US" dirty="0"/>
          </a:p>
          <a:p>
            <a:endParaRPr lang="en-US" dirty="0"/>
          </a:p>
        </p:txBody>
      </p:sp>
      <p:pic>
        <p:nvPicPr>
          <p:cNvPr id="23" name="Content Placeholder 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586997" y="1192779"/>
            <a:ext cx="2702326" cy="2742201"/>
          </a:xfrm>
          <a:prstGeom prst="rect">
            <a:avLst/>
          </a:prstGeom>
        </p:spPr>
      </p:pic>
    </p:spTree>
    <p:extLst>
      <p:ext uri="{BB962C8B-B14F-4D97-AF65-F5344CB8AC3E}">
        <p14:creationId xmlns:p14="http://schemas.microsoft.com/office/powerpoint/2010/main" val="253751884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406" y="354394"/>
            <a:ext cx="10972800" cy="1143000"/>
          </a:xfrm>
        </p:spPr>
        <p:txBody>
          <a:bodyPr>
            <a:normAutofit/>
          </a:bodyPr>
          <a:lstStyle/>
          <a:p>
            <a:r>
              <a:rPr lang="en-US" sz="2800" dirty="0"/>
              <a:t>Traditional Human action recognition methods </a:t>
            </a:r>
          </a:p>
        </p:txBody>
      </p:sp>
      <p:pic>
        <p:nvPicPr>
          <p:cNvPr id="4" name="Content Placeholder 3"/>
          <p:cNvPicPr>
            <a:picLocks noGrp="1" noChangeAspect="1"/>
          </p:cNvPicPr>
          <p:nvPr>
            <p:ph idx="1"/>
          </p:nvPr>
        </p:nvPicPr>
        <p:blipFill>
          <a:blip r:embed="rId3"/>
          <a:stretch>
            <a:fillRect/>
          </a:stretch>
        </p:blipFill>
        <p:spPr>
          <a:xfrm>
            <a:off x="627279" y="1719784"/>
            <a:ext cx="5632624" cy="3614738"/>
          </a:xfrm>
          <a:prstGeom prst="rect">
            <a:avLst/>
          </a:prstGeom>
        </p:spPr>
      </p:pic>
      <p:sp>
        <p:nvSpPr>
          <p:cNvPr id="5" name="Slide Number Placeholder 4"/>
          <p:cNvSpPr>
            <a:spLocks noGrp="1"/>
          </p:cNvSpPr>
          <p:nvPr>
            <p:ph type="sldNum" sz="quarter" idx="12"/>
          </p:nvPr>
        </p:nvSpPr>
        <p:spPr/>
        <p:txBody>
          <a:bodyPr/>
          <a:lstStyle/>
          <a:p>
            <a:fld id="{8F50A2C1-BAFD-4A54-A4CA-125FCD6B36C3}" type="slidenum">
              <a:rPr lang="en-US" smtClean="0"/>
              <a:t>45</a:t>
            </a:fld>
            <a:endParaRPr lang="en-US"/>
          </a:p>
        </p:txBody>
      </p:sp>
      <p:sp>
        <p:nvSpPr>
          <p:cNvPr id="6" name="Rectangle 5"/>
          <p:cNvSpPr/>
          <p:nvPr/>
        </p:nvSpPr>
        <p:spPr>
          <a:xfrm>
            <a:off x="6096001" y="1645804"/>
            <a:ext cx="6173062" cy="923330"/>
          </a:xfrm>
          <a:prstGeom prst="rect">
            <a:avLst/>
          </a:prstGeom>
        </p:spPr>
        <p:txBody>
          <a:bodyPr wrap="square">
            <a:spAutoFit/>
          </a:bodyPr>
          <a:lstStyle/>
          <a:p>
            <a:r>
              <a:rPr lang="en-US" dirty="0"/>
              <a:t>Challenges for traditional method:</a:t>
            </a:r>
          </a:p>
          <a:p>
            <a:br>
              <a:rPr lang="en-US" dirty="0"/>
            </a:br>
            <a:r>
              <a:rPr lang="en-US" dirty="0"/>
              <a:t>	</a:t>
            </a:r>
          </a:p>
        </p:txBody>
      </p:sp>
      <p:sp>
        <p:nvSpPr>
          <p:cNvPr id="3" name="TextBox 2"/>
          <p:cNvSpPr txBox="1"/>
          <p:nvPr/>
        </p:nvSpPr>
        <p:spPr>
          <a:xfrm>
            <a:off x="6423804" y="2260121"/>
            <a:ext cx="4669766" cy="2862322"/>
          </a:xfrm>
          <a:prstGeom prst="rect">
            <a:avLst/>
          </a:prstGeom>
          <a:noFill/>
        </p:spPr>
        <p:txBody>
          <a:bodyPr wrap="square" rtlCol="0">
            <a:spAutoFit/>
          </a:bodyPr>
          <a:lstStyle/>
          <a:p>
            <a:r>
              <a:rPr lang="en-US" dirty="0"/>
              <a:t>– Rely on human domain knowledge much more than data</a:t>
            </a:r>
            <a:br>
              <a:rPr lang="en-US" dirty="0"/>
            </a:br>
            <a:r>
              <a:rPr lang="en-US" dirty="0"/>
              <a:t>– Feature design is separate from training the classifier</a:t>
            </a:r>
            <a:br>
              <a:rPr lang="en-US" dirty="0"/>
            </a:br>
            <a:r>
              <a:rPr lang="en-US" dirty="0"/>
              <a:t>– If hand crafted features have multiple parameters, it is hard to manually tune them</a:t>
            </a:r>
            <a:br>
              <a:rPr lang="en-US" dirty="0"/>
            </a:br>
            <a:r>
              <a:rPr lang="en-US" dirty="0"/>
              <a:t>– Developing effective features for new applications is slow</a:t>
            </a:r>
            <a:br>
              <a:rPr lang="en-US" dirty="0"/>
            </a:br>
            <a:endParaRPr lang="en-US" dirty="0"/>
          </a:p>
        </p:txBody>
      </p:sp>
    </p:spTree>
    <p:extLst>
      <p:ext uri="{BB962C8B-B14F-4D97-AF65-F5344CB8AC3E}">
        <p14:creationId xmlns:p14="http://schemas.microsoft.com/office/powerpoint/2010/main" val="368216338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2739" y="274638"/>
            <a:ext cx="10972800" cy="779890"/>
          </a:xfrm>
        </p:spPr>
        <p:txBody>
          <a:bodyPr>
            <a:normAutofit/>
          </a:bodyPr>
          <a:lstStyle/>
          <a:p>
            <a:r>
              <a:rPr lang="en-US" sz="4000" dirty="0"/>
              <a:t>Recent Deep learning based approach</a:t>
            </a:r>
          </a:p>
        </p:txBody>
      </p:sp>
      <p:pic>
        <p:nvPicPr>
          <p:cNvPr id="6" name="Content Placeholder 5"/>
          <p:cNvPicPr>
            <a:picLocks noGrp="1" noChangeAspect="1"/>
          </p:cNvPicPr>
          <p:nvPr>
            <p:ph idx="1"/>
          </p:nvPr>
        </p:nvPicPr>
        <p:blipFill>
          <a:blip r:embed="rId3"/>
          <a:stretch>
            <a:fillRect/>
          </a:stretch>
        </p:blipFill>
        <p:spPr>
          <a:xfrm>
            <a:off x="609601" y="1417638"/>
            <a:ext cx="4231477" cy="3614738"/>
          </a:xfrm>
          <a:prstGeom prst="rect">
            <a:avLst/>
          </a:prstGeom>
        </p:spPr>
      </p:pic>
      <p:sp>
        <p:nvSpPr>
          <p:cNvPr id="4" name="Slide Number Placeholder 3"/>
          <p:cNvSpPr>
            <a:spLocks noGrp="1"/>
          </p:cNvSpPr>
          <p:nvPr>
            <p:ph type="sldNum" sz="quarter" idx="12"/>
          </p:nvPr>
        </p:nvSpPr>
        <p:spPr/>
        <p:txBody>
          <a:bodyPr/>
          <a:lstStyle/>
          <a:p>
            <a:fld id="{8F50A2C1-BAFD-4A54-A4CA-125FCD6B36C3}" type="slidenum">
              <a:rPr lang="en-US" smtClean="0"/>
              <a:t>46</a:t>
            </a:fld>
            <a:endParaRPr lang="en-US"/>
          </a:p>
        </p:txBody>
      </p:sp>
      <p:sp>
        <p:nvSpPr>
          <p:cNvPr id="7" name="Content Placeholder 2"/>
          <p:cNvSpPr txBox="1">
            <a:spLocks/>
          </p:cNvSpPr>
          <p:nvPr/>
        </p:nvSpPr>
        <p:spPr>
          <a:xfrm>
            <a:off x="4841078" y="1417638"/>
            <a:ext cx="7571874" cy="4525963"/>
          </a:xfrm>
          <a:prstGeom prst="rect">
            <a:avLst/>
          </a:prstGeom>
        </p:spPr>
        <p:txBody>
          <a:bodyPr vert="horz" lIns="91440" tIns="45720" rIns="91440" bIns="45720" rtlCol="0" anchor="ctr">
            <a:normAutofit lnSpcReduction="10000"/>
          </a:bodyPr>
          <a:lst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a:lstStyle>
          <a:p>
            <a:pPr marL="0" indent="0">
              <a:buNone/>
            </a:pPr>
            <a:r>
              <a:rPr lang="en-US" sz="2600" dirty="0">
                <a:solidFill>
                  <a:schemeClr val="tx1"/>
                </a:solidFill>
              </a:rPr>
              <a:t> transformations of the data that make it easier to extract useful information when building classifiers</a:t>
            </a:r>
            <a:br>
              <a:rPr lang="en-US" sz="2600" dirty="0">
                <a:solidFill>
                  <a:schemeClr val="tx1"/>
                </a:solidFill>
              </a:rPr>
            </a:br>
            <a:r>
              <a:rPr lang="en-US" sz="2600" dirty="0">
                <a:solidFill>
                  <a:schemeClr val="tx1"/>
                </a:solidFill>
              </a:rPr>
              <a:t>– Jointly learning feature transformations and classifiers makes their integration optimal</a:t>
            </a:r>
            <a:br>
              <a:rPr lang="en-US" sz="2600" dirty="0">
                <a:solidFill>
                  <a:schemeClr val="tx1"/>
                </a:solidFill>
              </a:rPr>
            </a:br>
            <a:r>
              <a:rPr lang="en-US" sz="2600" dirty="0">
                <a:solidFill>
                  <a:schemeClr val="tx1"/>
                </a:solidFill>
              </a:rPr>
              <a:t>– Learn the values of a huge number of parameters in feature representations </a:t>
            </a:r>
            <a:br>
              <a:rPr lang="en-US" sz="2600" dirty="0">
                <a:solidFill>
                  <a:schemeClr val="tx1"/>
                </a:solidFill>
              </a:rPr>
            </a:br>
            <a:r>
              <a:rPr lang="en-US" sz="2600" dirty="0">
                <a:solidFill>
                  <a:schemeClr val="tx1"/>
                </a:solidFill>
              </a:rPr>
              <a:t>– Make better use of large data</a:t>
            </a:r>
            <a:br>
              <a:rPr lang="en-US" sz="2600" dirty="0">
                <a:solidFill>
                  <a:schemeClr val="tx1"/>
                </a:solidFill>
              </a:rPr>
            </a:br>
            <a:r>
              <a:rPr lang="en-US" sz="2600" dirty="0">
                <a:solidFill>
                  <a:schemeClr val="tx1"/>
                </a:solidFill>
              </a:rPr>
              <a:t>– Faster to get feature representations for new applications</a:t>
            </a:r>
            <a:br>
              <a:rPr lang="en-US" dirty="0"/>
            </a:br>
            <a:br>
              <a:rPr lang="en-US" dirty="0"/>
            </a:br>
            <a:endParaRPr lang="en-US" dirty="0"/>
          </a:p>
        </p:txBody>
      </p:sp>
      <p:sp>
        <p:nvSpPr>
          <p:cNvPr id="3" name="Rectangle 2"/>
          <p:cNvSpPr/>
          <p:nvPr/>
        </p:nvSpPr>
        <p:spPr>
          <a:xfrm>
            <a:off x="8334038" y="6306711"/>
            <a:ext cx="1761444" cy="276999"/>
          </a:xfrm>
          <a:prstGeom prst="rect">
            <a:avLst/>
          </a:prstGeom>
        </p:spPr>
        <p:txBody>
          <a:bodyPr wrap="none">
            <a:spAutoFit/>
          </a:bodyPr>
          <a:lstStyle/>
          <a:p>
            <a:r>
              <a:rPr lang="en-US" sz="1200" dirty="0"/>
              <a:t>Image source : </a:t>
            </a:r>
            <a:r>
              <a:rPr lang="en-US" sz="1200" dirty="0" err="1"/>
              <a:t>google</a:t>
            </a:r>
            <a:endParaRPr lang="en-US" sz="1200" dirty="0"/>
          </a:p>
        </p:txBody>
      </p:sp>
    </p:spTree>
    <p:extLst>
      <p:ext uri="{BB962C8B-B14F-4D97-AF65-F5344CB8AC3E}">
        <p14:creationId xmlns:p14="http://schemas.microsoft.com/office/powerpoint/2010/main" val="188869126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Human action recognition</a:t>
            </a:r>
          </a:p>
        </p:txBody>
      </p:sp>
      <p:pic>
        <p:nvPicPr>
          <p:cNvPr id="4" name="bandicam 2019-12-10 04-06-30-599">
            <a:hlinkClick r:id="" action="ppaction://media"/>
          </p:cNvPr>
          <p:cNvPicPr>
            <a:picLocks noGrp="1" noChangeAspect="1"/>
          </p:cNvPicPr>
          <p:nvPr>
            <p:ph idx="1"/>
            <a:videoFile r:link="rId2"/>
            <p:extLst>
              <p:ext uri="{DAA4B4D4-6D71-4841-9C94-3DE7FCFB9230}">
                <p14:media xmlns:p14="http://schemas.microsoft.com/office/powerpoint/2010/main" r:embed="rId1"/>
              </p:ext>
            </p:extLst>
          </p:nvPr>
        </p:nvPicPr>
        <p:blipFill>
          <a:blip r:embed="rId4"/>
          <a:stretch>
            <a:fillRect/>
          </a:stretch>
        </p:blipFill>
        <p:spPr>
          <a:xfrm>
            <a:off x="2063750" y="1539875"/>
            <a:ext cx="4783138" cy="3587750"/>
          </a:xfrm>
        </p:spPr>
      </p:pic>
      <p:pic>
        <p:nvPicPr>
          <p:cNvPr id="5" name="Picture 4">
            <a:extLst>
              <a:ext uri="{FF2B5EF4-FFF2-40B4-BE49-F238E27FC236}">
                <a16:creationId xmlns:a16="http://schemas.microsoft.com/office/drawing/2014/main" id="{FACBD3A6-AC4A-3283-40F7-F08C23E1472F}"/>
              </a:ext>
            </a:extLst>
          </p:cNvPr>
          <p:cNvPicPr>
            <a:picLocks noChangeAspect="1"/>
          </p:cNvPicPr>
          <p:nvPr/>
        </p:nvPicPr>
        <p:blipFill>
          <a:blip r:embed="rId5"/>
          <a:stretch>
            <a:fillRect/>
          </a:stretch>
        </p:blipFill>
        <p:spPr>
          <a:xfrm>
            <a:off x="8631366" y="1539875"/>
            <a:ext cx="2511296" cy="3837607"/>
          </a:xfrm>
          <a:prstGeom prst="rect">
            <a:avLst/>
          </a:prstGeom>
        </p:spPr>
      </p:pic>
    </p:spTree>
    <p:extLst>
      <p:ext uri="{BB962C8B-B14F-4D97-AF65-F5344CB8AC3E}">
        <p14:creationId xmlns:p14="http://schemas.microsoft.com/office/powerpoint/2010/main" val="3739373701"/>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4"/>
                                        </p:tgtEl>
                                      </p:cBhvr>
                                    </p:cmd>
                                  </p:childTnLst>
                                </p:cTn>
                              </p:par>
                            </p:childTnLst>
                          </p:cTn>
                        </p:par>
                      </p:childTnLst>
                    </p:cTn>
                  </p:par>
                </p:childTnLst>
              </p:cTn>
              <p:nextCondLst>
                <p:cond evt="onClick" delay="0">
                  <p:tgtEl>
                    <p:spTgt spid="4"/>
                  </p:tgtEl>
                </p:cond>
              </p:nextCondLst>
            </p:seq>
            <p:video>
              <p:cMediaNode vol="80000">
                <p:cTn id="7" fill="hold" display="0">
                  <p:stCondLst>
                    <p:cond delay="indefinite"/>
                  </p:stCondLst>
                </p:cTn>
                <p:tgtEl>
                  <p:spTgt spid="4"/>
                </p:tgtEl>
              </p:cMediaNode>
            </p:video>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Other applications of computer vision</a:t>
            </a:r>
          </a:p>
        </p:txBody>
      </p:sp>
      <p:pic>
        <p:nvPicPr>
          <p:cNvPr id="4" name="Content Placeholder 3"/>
          <p:cNvPicPr>
            <a:picLocks noGrp="1" noChangeAspect="1"/>
          </p:cNvPicPr>
          <p:nvPr>
            <p:ph idx="1"/>
          </p:nvPr>
        </p:nvPicPr>
        <p:blipFill>
          <a:blip r:embed="rId2"/>
          <a:stretch>
            <a:fillRect/>
          </a:stretch>
        </p:blipFill>
        <p:spPr>
          <a:xfrm>
            <a:off x="1085850" y="1848644"/>
            <a:ext cx="4267200" cy="2895600"/>
          </a:xfrm>
          <a:prstGeom prst="rect">
            <a:avLst/>
          </a:prstGeom>
        </p:spPr>
      </p:pic>
      <p:sp>
        <p:nvSpPr>
          <p:cNvPr id="5" name="Rectangle 4"/>
          <p:cNvSpPr/>
          <p:nvPr/>
        </p:nvSpPr>
        <p:spPr>
          <a:xfrm>
            <a:off x="1642928" y="5035034"/>
            <a:ext cx="1800493" cy="369332"/>
          </a:xfrm>
          <a:prstGeom prst="rect">
            <a:avLst/>
          </a:prstGeom>
        </p:spPr>
        <p:txBody>
          <a:bodyPr wrap="none">
            <a:spAutoFit/>
          </a:bodyPr>
          <a:lstStyle/>
          <a:p>
            <a:r>
              <a:rPr lang="en-US" dirty="0">
                <a:latin typeface="medium-content-serif-font"/>
              </a:rPr>
              <a:t>self-driving cars</a:t>
            </a:r>
            <a:endParaRPr lang="en-US" dirty="0"/>
          </a:p>
        </p:txBody>
      </p:sp>
      <p:pic>
        <p:nvPicPr>
          <p:cNvPr id="6" name="Picture 5"/>
          <p:cNvPicPr>
            <a:picLocks noChangeAspect="1"/>
          </p:cNvPicPr>
          <p:nvPr/>
        </p:nvPicPr>
        <p:blipFill>
          <a:blip r:embed="rId3"/>
          <a:stretch>
            <a:fillRect/>
          </a:stretch>
        </p:blipFill>
        <p:spPr>
          <a:xfrm>
            <a:off x="6467475" y="1777206"/>
            <a:ext cx="4572000" cy="3038475"/>
          </a:xfrm>
          <a:prstGeom prst="rect">
            <a:avLst/>
          </a:prstGeom>
        </p:spPr>
      </p:pic>
      <p:sp>
        <p:nvSpPr>
          <p:cNvPr id="7" name="Rectangle 6"/>
          <p:cNvSpPr/>
          <p:nvPr/>
        </p:nvSpPr>
        <p:spPr>
          <a:xfrm>
            <a:off x="6679830" y="5130284"/>
            <a:ext cx="4147289" cy="369332"/>
          </a:xfrm>
          <a:prstGeom prst="rect">
            <a:avLst/>
          </a:prstGeom>
        </p:spPr>
        <p:txBody>
          <a:bodyPr wrap="none">
            <a:spAutoFit/>
          </a:bodyPr>
          <a:lstStyle/>
          <a:p>
            <a:r>
              <a:rPr lang="en-US" dirty="0">
                <a:latin typeface="medium-content-serif-font"/>
              </a:rPr>
              <a:t>Robotic surgery and medical diagnosis</a:t>
            </a:r>
            <a:endParaRPr lang="en-US" dirty="0"/>
          </a:p>
        </p:txBody>
      </p:sp>
    </p:spTree>
    <p:extLst>
      <p:ext uri="{BB962C8B-B14F-4D97-AF65-F5344CB8AC3E}">
        <p14:creationId xmlns:p14="http://schemas.microsoft.com/office/powerpoint/2010/main" val="5859460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Applications of computer vision</a:t>
            </a:r>
          </a:p>
        </p:txBody>
      </p:sp>
      <p:sp>
        <p:nvSpPr>
          <p:cNvPr id="3" name="Content Placeholder 2"/>
          <p:cNvSpPr>
            <a:spLocks noGrp="1"/>
          </p:cNvSpPr>
          <p:nvPr>
            <p:ph idx="1"/>
          </p:nvPr>
        </p:nvSpPr>
        <p:spPr/>
        <p:txBody>
          <a:bodyPr/>
          <a:lstStyle/>
          <a:p>
            <a:r>
              <a:rPr lang="en-US" dirty="0"/>
              <a:t>Robots that can navigate our clutter world — Robotic chefs, farmers, assistants</a:t>
            </a:r>
          </a:p>
          <a:p>
            <a:endParaRPr lang="en-US" dirty="0"/>
          </a:p>
          <a:p>
            <a:endParaRPr lang="en-US" dirty="0"/>
          </a:p>
        </p:txBody>
      </p:sp>
      <p:pic>
        <p:nvPicPr>
          <p:cNvPr id="4" name="Picture 3"/>
          <p:cNvPicPr>
            <a:picLocks noChangeAspect="1"/>
          </p:cNvPicPr>
          <p:nvPr/>
        </p:nvPicPr>
        <p:blipFill>
          <a:blip r:embed="rId2"/>
          <a:stretch>
            <a:fillRect/>
          </a:stretch>
        </p:blipFill>
        <p:spPr>
          <a:xfrm>
            <a:off x="1057275" y="2833687"/>
            <a:ext cx="4953000" cy="2886075"/>
          </a:xfrm>
          <a:prstGeom prst="rect">
            <a:avLst/>
          </a:prstGeom>
        </p:spPr>
      </p:pic>
    </p:spTree>
    <p:extLst>
      <p:ext uri="{BB962C8B-B14F-4D97-AF65-F5344CB8AC3E}">
        <p14:creationId xmlns:p14="http://schemas.microsoft.com/office/powerpoint/2010/main" val="181392133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Applications of computer vision</a:t>
            </a:r>
          </a:p>
        </p:txBody>
      </p:sp>
      <p:pic>
        <p:nvPicPr>
          <p:cNvPr id="4" name="Content Placeholder 3"/>
          <p:cNvPicPr>
            <a:picLocks noGrp="1" noChangeAspect="1"/>
          </p:cNvPicPr>
          <p:nvPr>
            <p:ph idx="1"/>
          </p:nvPr>
        </p:nvPicPr>
        <p:blipFill>
          <a:blip r:embed="rId2"/>
          <a:stretch>
            <a:fillRect/>
          </a:stretch>
        </p:blipFill>
        <p:spPr>
          <a:xfrm>
            <a:off x="1633537" y="2072481"/>
            <a:ext cx="4105275" cy="3114675"/>
          </a:xfrm>
          <a:prstGeom prst="rect">
            <a:avLst/>
          </a:prstGeom>
        </p:spPr>
      </p:pic>
      <p:sp>
        <p:nvSpPr>
          <p:cNvPr id="5" name="Rectangle 4"/>
          <p:cNvSpPr/>
          <p:nvPr/>
        </p:nvSpPr>
        <p:spPr>
          <a:xfrm>
            <a:off x="6317000" y="2348984"/>
            <a:ext cx="3672800" cy="369332"/>
          </a:xfrm>
          <a:prstGeom prst="rect">
            <a:avLst/>
          </a:prstGeom>
        </p:spPr>
        <p:txBody>
          <a:bodyPr wrap="none">
            <a:spAutoFit/>
          </a:bodyPr>
          <a:lstStyle/>
          <a:p>
            <a:r>
              <a:rPr lang="en-US" dirty="0">
                <a:latin typeface="medium-content-serif-font"/>
              </a:rPr>
              <a:t>Intelligent surveillance and drones</a:t>
            </a:r>
            <a:endParaRPr lang="en-US" dirty="0"/>
          </a:p>
        </p:txBody>
      </p:sp>
      <p:sp>
        <p:nvSpPr>
          <p:cNvPr id="6" name="Rectangle 5"/>
          <p:cNvSpPr/>
          <p:nvPr/>
        </p:nvSpPr>
        <p:spPr>
          <a:xfrm>
            <a:off x="6317000" y="3191946"/>
            <a:ext cx="1954381" cy="369332"/>
          </a:xfrm>
          <a:prstGeom prst="rect">
            <a:avLst/>
          </a:prstGeom>
        </p:spPr>
        <p:txBody>
          <a:bodyPr wrap="none">
            <a:spAutoFit/>
          </a:bodyPr>
          <a:lstStyle/>
          <a:p>
            <a:r>
              <a:rPr lang="en-US" dirty="0">
                <a:latin typeface="medium-content-serif-font"/>
              </a:rPr>
              <a:t>Indoor navigation</a:t>
            </a:r>
            <a:endParaRPr lang="en-US" dirty="0"/>
          </a:p>
        </p:txBody>
      </p:sp>
      <p:pic>
        <p:nvPicPr>
          <p:cNvPr id="7" name="Picture 6">
            <a:extLst>
              <a:ext uri="{FF2B5EF4-FFF2-40B4-BE49-F238E27FC236}">
                <a16:creationId xmlns:a16="http://schemas.microsoft.com/office/drawing/2014/main" id="{CC1D49A8-0710-7A16-3A2E-3DA0C2A043DF}"/>
              </a:ext>
            </a:extLst>
          </p:cNvPr>
          <p:cNvPicPr>
            <a:picLocks noChangeAspect="1"/>
          </p:cNvPicPr>
          <p:nvPr/>
        </p:nvPicPr>
        <p:blipFill>
          <a:blip r:embed="rId3"/>
          <a:stretch>
            <a:fillRect/>
          </a:stretch>
        </p:blipFill>
        <p:spPr>
          <a:xfrm>
            <a:off x="6155635" y="4017384"/>
            <a:ext cx="5372566" cy="2339543"/>
          </a:xfrm>
          <a:prstGeom prst="rect">
            <a:avLst/>
          </a:prstGeom>
        </p:spPr>
      </p:pic>
      <p:sp>
        <p:nvSpPr>
          <p:cNvPr id="9" name="TextBox 8">
            <a:extLst>
              <a:ext uri="{FF2B5EF4-FFF2-40B4-BE49-F238E27FC236}">
                <a16:creationId xmlns:a16="http://schemas.microsoft.com/office/drawing/2014/main" id="{1631CB82-0B67-502C-35C0-189ED0DC65AE}"/>
              </a:ext>
            </a:extLst>
          </p:cNvPr>
          <p:cNvSpPr txBox="1"/>
          <p:nvPr/>
        </p:nvSpPr>
        <p:spPr>
          <a:xfrm>
            <a:off x="8263231" y="6356927"/>
            <a:ext cx="1010771" cy="369332"/>
          </a:xfrm>
          <a:prstGeom prst="rect">
            <a:avLst/>
          </a:prstGeom>
          <a:noFill/>
        </p:spPr>
        <p:txBody>
          <a:bodyPr wrap="square">
            <a:spAutoFit/>
          </a:bodyPr>
          <a:lstStyle/>
          <a:p>
            <a:r>
              <a:rPr lang="en-US" dirty="0">
                <a:latin typeface="medium-content-serif-font"/>
              </a:rPr>
              <a:t>Drone</a:t>
            </a:r>
            <a:endParaRPr lang="en-US" dirty="0"/>
          </a:p>
        </p:txBody>
      </p:sp>
    </p:spTree>
    <p:extLst>
      <p:ext uri="{BB962C8B-B14F-4D97-AF65-F5344CB8AC3E}">
        <p14:creationId xmlns:p14="http://schemas.microsoft.com/office/powerpoint/2010/main" val="302908482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Applications of computer vision</a:t>
            </a:r>
          </a:p>
        </p:txBody>
      </p:sp>
      <p:sp>
        <p:nvSpPr>
          <p:cNvPr id="3" name="Content Placeholder 2"/>
          <p:cNvSpPr>
            <a:spLocks noGrp="1"/>
          </p:cNvSpPr>
          <p:nvPr>
            <p:ph idx="1"/>
          </p:nvPr>
        </p:nvSpPr>
        <p:spPr/>
        <p:txBody>
          <a:bodyPr/>
          <a:lstStyle/>
          <a:p>
            <a:r>
              <a:rPr lang="en-US" dirty="0"/>
              <a:t>Creation of Art</a:t>
            </a:r>
          </a:p>
        </p:txBody>
      </p:sp>
      <p:pic>
        <p:nvPicPr>
          <p:cNvPr id="4" name="Picture 3"/>
          <p:cNvPicPr>
            <a:picLocks noChangeAspect="1"/>
          </p:cNvPicPr>
          <p:nvPr/>
        </p:nvPicPr>
        <p:blipFill>
          <a:blip r:embed="rId2"/>
          <a:stretch>
            <a:fillRect/>
          </a:stretch>
        </p:blipFill>
        <p:spPr>
          <a:xfrm>
            <a:off x="6824661" y="1612900"/>
            <a:ext cx="3495675" cy="2040732"/>
          </a:xfrm>
          <a:prstGeom prst="rect">
            <a:avLst/>
          </a:prstGeom>
        </p:spPr>
      </p:pic>
      <p:pic>
        <p:nvPicPr>
          <p:cNvPr id="5" name="Picture 4"/>
          <p:cNvPicPr>
            <a:picLocks noChangeAspect="1"/>
          </p:cNvPicPr>
          <p:nvPr/>
        </p:nvPicPr>
        <p:blipFill>
          <a:blip r:embed="rId3"/>
          <a:stretch>
            <a:fillRect/>
          </a:stretch>
        </p:blipFill>
        <p:spPr>
          <a:xfrm>
            <a:off x="7291385" y="4081859"/>
            <a:ext cx="2562225" cy="2523331"/>
          </a:xfrm>
          <a:prstGeom prst="rect">
            <a:avLst/>
          </a:prstGeom>
        </p:spPr>
      </p:pic>
      <p:sp>
        <p:nvSpPr>
          <p:cNvPr id="6" name="Rectangle 5"/>
          <p:cNvSpPr/>
          <p:nvPr/>
        </p:nvSpPr>
        <p:spPr>
          <a:xfrm>
            <a:off x="740683" y="4758809"/>
            <a:ext cx="6282489" cy="369332"/>
          </a:xfrm>
          <a:prstGeom prst="rect">
            <a:avLst/>
          </a:prstGeom>
        </p:spPr>
        <p:txBody>
          <a:bodyPr wrap="none">
            <a:spAutoFit/>
          </a:bodyPr>
          <a:lstStyle/>
          <a:p>
            <a:pPr marL="342900" indent="-342900">
              <a:spcBef>
                <a:spcPts val="1000"/>
              </a:spcBef>
              <a:buClr>
                <a:schemeClr val="accent1"/>
              </a:buClr>
              <a:buSzPct val="80000"/>
              <a:buFont typeface="Wingdings 3" charset="2"/>
              <a:buChar char=""/>
            </a:pPr>
            <a:r>
              <a:rPr lang="en-US" dirty="0">
                <a:solidFill>
                  <a:schemeClr val="tx1">
                    <a:lumMod val="75000"/>
                    <a:lumOff val="25000"/>
                  </a:schemeClr>
                </a:solidFill>
              </a:rPr>
              <a:t>Social and Fun applications — like Instagram filters, </a:t>
            </a:r>
            <a:r>
              <a:rPr lang="en-US" dirty="0" err="1">
                <a:solidFill>
                  <a:schemeClr val="tx1">
                    <a:lumMod val="75000"/>
                    <a:lumOff val="25000"/>
                  </a:schemeClr>
                </a:solidFill>
              </a:rPr>
              <a:t>etc</a:t>
            </a:r>
            <a:endParaRPr lang="en-US" dirty="0">
              <a:solidFill>
                <a:schemeClr val="tx1">
                  <a:lumMod val="75000"/>
                  <a:lumOff val="25000"/>
                </a:schemeClr>
              </a:solidFill>
            </a:endParaRPr>
          </a:p>
        </p:txBody>
      </p:sp>
    </p:spTree>
    <p:extLst>
      <p:ext uri="{BB962C8B-B14F-4D97-AF65-F5344CB8AC3E}">
        <p14:creationId xmlns:p14="http://schemas.microsoft.com/office/powerpoint/2010/main" val="159556765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Applications of computer vision</a:t>
            </a:r>
          </a:p>
        </p:txBody>
      </p:sp>
      <p:sp>
        <p:nvSpPr>
          <p:cNvPr id="5" name="TextBox 4"/>
          <p:cNvSpPr txBox="1"/>
          <p:nvPr/>
        </p:nvSpPr>
        <p:spPr>
          <a:xfrm>
            <a:off x="2324100" y="6087547"/>
            <a:ext cx="3305175" cy="369332"/>
          </a:xfrm>
          <a:prstGeom prst="rect">
            <a:avLst/>
          </a:prstGeom>
          <a:noFill/>
        </p:spPr>
        <p:txBody>
          <a:bodyPr wrap="square" rtlCol="0">
            <a:spAutoFit/>
          </a:bodyPr>
          <a:lstStyle/>
          <a:p>
            <a:pPr marL="285750" indent="-285750">
              <a:buFont typeface="Arial" panose="020B0604020202020204" pitchFamily="34" charset="0"/>
              <a:buChar char="•"/>
            </a:pPr>
            <a:r>
              <a:rPr lang="en-US" dirty="0"/>
              <a:t>3D reconstruction</a:t>
            </a:r>
          </a:p>
        </p:txBody>
      </p:sp>
      <p:pic>
        <p:nvPicPr>
          <p:cNvPr id="8" name="Content Placeholder 7">
            <a:extLst>
              <a:ext uri="{FF2B5EF4-FFF2-40B4-BE49-F238E27FC236}">
                <a16:creationId xmlns:a16="http://schemas.microsoft.com/office/drawing/2014/main" id="{30F2EF7E-2894-9AA1-9133-732F8E058276}"/>
              </a:ext>
            </a:extLst>
          </p:cNvPr>
          <p:cNvPicPr>
            <a:picLocks noGrp="1" noChangeAspect="1"/>
          </p:cNvPicPr>
          <p:nvPr>
            <p:ph idx="1"/>
          </p:nvPr>
        </p:nvPicPr>
        <p:blipFill>
          <a:blip r:embed="rId3"/>
          <a:stretch>
            <a:fillRect/>
          </a:stretch>
        </p:blipFill>
        <p:spPr>
          <a:xfrm>
            <a:off x="956283" y="1930400"/>
            <a:ext cx="5814564" cy="3718882"/>
          </a:xfrm>
          <a:prstGeom prst="rect">
            <a:avLst/>
          </a:prstGeom>
        </p:spPr>
      </p:pic>
    </p:spTree>
    <p:extLst>
      <p:ext uri="{BB962C8B-B14F-4D97-AF65-F5344CB8AC3E}">
        <p14:creationId xmlns:p14="http://schemas.microsoft.com/office/powerpoint/2010/main" val="412877269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Applications of computer vision</a:t>
            </a:r>
          </a:p>
        </p:txBody>
      </p:sp>
      <p:pic>
        <p:nvPicPr>
          <p:cNvPr id="4" name="Content Placeholder 3"/>
          <p:cNvPicPr>
            <a:picLocks noGrp="1" noChangeAspect="1"/>
          </p:cNvPicPr>
          <p:nvPr>
            <p:ph idx="1"/>
          </p:nvPr>
        </p:nvPicPr>
        <p:blipFill>
          <a:blip r:embed="rId2"/>
          <a:stretch>
            <a:fillRect/>
          </a:stretch>
        </p:blipFill>
        <p:spPr>
          <a:xfrm>
            <a:off x="1942870" y="2160588"/>
            <a:ext cx="6066297" cy="3881437"/>
          </a:xfrm>
          <a:prstGeom prst="rect">
            <a:avLst/>
          </a:prstGeom>
        </p:spPr>
      </p:pic>
      <p:sp>
        <p:nvSpPr>
          <p:cNvPr id="5" name="TextBox 4"/>
          <p:cNvSpPr txBox="1"/>
          <p:nvPr/>
        </p:nvSpPr>
        <p:spPr>
          <a:xfrm>
            <a:off x="2190750" y="6272213"/>
            <a:ext cx="3305175" cy="369332"/>
          </a:xfrm>
          <a:prstGeom prst="rect">
            <a:avLst/>
          </a:prstGeom>
          <a:noFill/>
        </p:spPr>
        <p:txBody>
          <a:bodyPr wrap="square" rtlCol="0">
            <a:spAutoFit/>
          </a:bodyPr>
          <a:lstStyle/>
          <a:p>
            <a:pPr marL="285750" indent="-285750">
              <a:buFont typeface="Arial" panose="020B0604020202020204" pitchFamily="34" charset="0"/>
              <a:buChar char="•"/>
            </a:pPr>
            <a:r>
              <a:rPr lang="en-US" dirty="0"/>
              <a:t>Augmented reality</a:t>
            </a:r>
          </a:p>
        </p:txBody>
      </p:sp>
    </p:spTree>
    <p:extLst>
      <p:ext uri="{BB962C8B-B14F-4D97-AF65-F5344CB8AC3E}">
        <p14:creationId xmlns:p14="http://schemas.microsoft.com/office/powerpoint/2010/main" val="99788287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28DA0-E147-E7D6-9C6D-DE7EF2C81063}"/>
              </a:ext>
            </a:extLst>
          </p:cNvPr>
          <p:cNvSpPr>
            <a:spLocks noGrp="1"/>
          </p:cNvSpPr>
          <p:nvPr>
            <p:ph type="title"/>
          </p:nvPr>
        </p:nvSpPr>
        <p:spPr/>
        <p:txBody>
          <a:bodyPr/>
          <a:lstStyle/>
          <a:p>
            <a:r>
              <a:rPr lang="en-US" dirty="0"/>
              <a:t>Application of ML tasks</a:t>
            </a:r>
          </a:p>
        </p:txBody>
      </p:sp>
      <p:pic>
        <p:nvPicPr>
          <p:cNvPr id="5" name="Content Placeholder 4">
            <a:extLst>
              <a:ext uri="{FF2B5EF4-FFF2-40B4-BE49-F238E27FC236}">
                <a16:creationId xmlns:a16="http://schemas.microsoft.com/office/drawing/2014/main" id="{295FC704-C109-5602-E438-64A6CB6CFF56}"/>
              </a:ext>
            </a:extLst>
          </p:cNvPr>
          <p:cNvPicPr>
            <a:picLocks noGrp="1" noChangeAspect="1"/>
          </p:cNvPicPr>
          <p:nvPr>
            <p:ph idx="1"/>
          </p:nvPr>
        </p:nvPicPr>
        <p:blipFill>
          <a:blip r:embed="rId2"/>
          <a:stretch>
            <a:fillRect/>
          </a:stretch>
        </p:blipFill>
        <p:spPr>
          <a:xfrm>
            <a:off x="1800096" y="1619784"/>
            <a:ext cx="4977221" cy="3803863"/>
          </a:xfrm>
        </p:spPr>
      </p:pic>
      <p:sp>
        <p:nvSpPr>
          <p:cNvPr id="7" name="TextBox 6">
            <a:extLst>
              <a:ext uri="{FF2B5EF4-FFF2-40B4-BE49-F238E27FC236}">
                <a16:creationId xmlns:a16="http://schemas.microsoft.com/office/drawing/2014/main" id="{249798A9-BC35-1ADF-44C2-F14512D839C7}"/>
              </a:ext>
            </a:extLst>
          </p:cNvPr>
          <p:cNvSpPr txBox="1"/>
          <p:nvPr/>
        </p:nvSpPr>
        <p:spPr>
          <a:xfrm>
            <a:off x="1800097" y="5601181"/>
            <a:ext cx="6100482" cy="369332"/>
          </a:xfrm>
          <a:prstGeom prst="rect">
            <a:avLst/>
          </a:prstGeom>
          <a:noFill/>
        </p:spPr>
        <p:txBody>
          <a:bodyPr wrap="square">
            <a:spAutoFit/>
          </a:bodyPr>
          <a:lstStyle/>
          <a:p>
            <a:r>
              <a:rPr lang="en-US" dirty="0"/>
              <a:t>Figure : A model for how a viewer rates a movie </a:t>
            </a:r>
          </a:p>
        </p:txBody>
      </p:sp>
    </p:spTree>
    <p:extLst>
      <p:ext uri="{BB962C8B-B14F-4D97-AF65-F5344CB8AC3E}">
        <p14:creationId xmlns:p14="http://schemas.microsoft.com/office/powerpoint/2010/main" val="423611920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21B3C-2161-7F5D-70D5-3CA745C09363}"/>
              </a:ext>
            </a:extLst>
          </p:cNvPr>
          <p:cNvSpPr>
            <a:spLocks noGrp="1"/>
          </p:cNvSpPr>
          <p:nvPr>
            <p:ph type="title"/>
          </p:nvPr>
        </p:nvSpPr>
        <p:spPr/>
        <p:txBody>
          <a:bodyPr/>
          <a:lstStyle/>
          <a:p>
            <a:r>
              <a:rPr lang="en-US" dirty="0"/>
              <a:t>Basic setup of the learning problem</a:t>
            </a:r>
          </a:p>
        </p:txBody>
      </p:sp>
      <p:pic>
        <p:nvPicPr>
          <p:cNvPr id="5" name="Content Placeholder 4">
            <a:extLst>
              <a:ext uri="{FF2B5EF4-FFF2-40B4-BE49-F238E27FC236}">
                <a16:creationId xmlns:a16="http://schemas.microsoft.com/office/drawing/2014/main" id="{0FB34F67-3DB1-EB52-3C0B-AB772B8383F4}"/>
              </a:ext>
            </a:extLst>
          </p:cNvPr>
          <p:cNvPicPr>
            <a:picLocks noGrp="1" noChangeAspect="1"/>
          </p:cNvPicPr>
          <p:nvPr>
            <p:ph idx="1"/>
          </p:nvPr>
        </p:nvPicPr>
        <p:blipFill>
          <a:blip r:embed="rId2"/>
          <a:stretch>
            <a:fillRect/>
          </a:stretch>
        </p:blipFill>
        <p:spPr>
          <a:xfrm>
            <a:off x="1353671" y="1434354"/>
            <a:ext cx="5495364" cy="4482528"/>
          </a:xfrm>
        </p:spPr>
      </p:pic>
      <p:sp>
        <p:nvSpPr>
          <p:cNvPr id="7" name="TextBox 6">
            <a:extLst>
              <a:ext uri="{FF2B5EF4-FFF2-40B4-BE49-F238E27FC236}">
                <a16:creationId xmlns:a16="http://schemas.microsoft.com/office/drawing/2014/main" id="{94C4B4E9-2884-429C-79C5-302F18E0A218}"/>
              </a:ext>
            </a:extLst>
          </p:cNvPr>
          <p:cNvSpPr txBox="1"/>
          <p:nvPr/>
        </p:nvSpPr>
        <p:spPr>
          <a:xfrm>
            <a:off x="1925427" y="6063734"/>
            <a:ext cx="6100482" cy="369332"/>
          </a:xfrm>
          <a:prstGeom prst="rect">
            <a:avLst/>
          </a:prstGeom>
          <a:noFill/>
        </p:spPr>
        <p:txBody>
          <a:bodyPr wrap="square">
            <a:spAutoFit/>
          </a:bodyPr>
          <a:lstStyle/>
          <a:p>
            <a:r>
              <a:rPr lang="en-US" dirty="0"/>
              <a:t>Figure: Basic setup of the learning problem </a:t>
            </a:r>
          </a:p>
        </p:txBody>
      </p:sp>
    </p:spTree>
    <p:extLst>
      <p:ext uri="{BB962C8B-B14F-4D97-AF65-F5344CB8AC3E}">
        <p14:creationId xmlns:p14="http://schemas.microsoft.com/office/powerpoint/2010/main" val="361509720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20A2A-B15B-0F77-BEE6-A24750A43F5F}"/>
              </a:ext>
            </a:extLst>
          </p:cNvPr>
          <p:cNvSpPr>
            <a:spLocks noGrp="1"/>
          </p:cNvSpPr>
          <p:nvPr>
            <p:ph type="title"/>
          </p:nvPr>
        </p:nvSpPr>
        <p:spPr/>
        <p:txBody>
          <a:bodyPr/>
          <a:lstStyle/>
          <a:p>
            <a:r>
              <a:rPr lang="en-US" dirty="0"/>
              <a:t>Different type of graph related Tasks</a:t>
            </a:r>
          </a:p>
        </p:txBody>
      </p:sp>
      <p:pic>
        <p:nvPicPr>
          <p:cNvPr id="5" name="Content Placeholder 4">
            <a:extLst>
              <a:ext uri="{FF2B5EF4-FFF2-40B4-BE49-F238E27FC236}">
                <a16:creationId xmlns:a16="http://schemas.microsoft.com/office/drawing/2014/main" id="{CDB5440A-EEB0-F409-940C-859B05A70FC0}"/>
              </a:ext>
            </a:extLst>
          </p:cNvPr>
          <p:cNvPicPr>
            <a:picLocks noGrp="1" noChangeAspect="1"/>
          </p:cNvPicPr>
          <p:nvPr>
            <p:ph idx="1"/>
          </p:nvPr>
        </p:nvPicPr>
        <p:blipFill>
          <a:blip r:embed="rId2"/>
          <a:stretch>
            <a:fillRect/>
          </a:stretch>
        </p:blipFill>
        <p:spPr>
          <a:xfrm>
            <a:off x="1458288" y="2017153"/>
            <a:ext cx="6372074" cy="3881437"/>
          </a:xfrm>
        </p:spPr>
      </p:pic>
    </p:spTree>
    <p:extLst>
      <p:ext uri="{BB962C8B-B14F-4D97-AF65-F5344CB8AC3E}">
        <p14:creationId xmlns:p14="http://schemas.microsoft.com/office/powerpoint/2010/main" val="153003092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7EC9C4-6603-4A62-AC7C-625B89E902BB}"/>
              </a:ext>
            </a:extLst>
          </p:cNvPr>
          <p:cNvSpPr>
            <a:spLocks noGrp="1"/>
          </p:cNvSpPr>
          <p:nvPr>
            <p:ph type="title"/>
          </p:nvPr>
        </p:nvSpPr>
        <p:spPr/>
        <p:txBody>
          <a:bodyPr/>
          <a:lstStyle/>
          <a:p>
            <a:r>
              <a:rPr lang="en-US" dirty="0"/>
              <a:t>Applications of graph related ML task</a:t>
            </a:r>
          </a:p>
        </p:txBody>
      </p:sp>
      <p:pic>
        <p:nvPicPr>
          <p:cNvPr id="5" name="Content Placeholder 4">
            <a:extLst>
              <a:ext uri="{FF2B5EF4-FFF2-40B4-BE49-F238E27FC236}">
                <a16:creationId xmlns:a16="http://schemas.microsoft.com/office/drawing/2014/main" id="{6A772ED3-0B43-0086-5090-88200CA557D2}"/>
              </a:ext>
            </a:extLst>
          </p:cNvPr>
          <p:cNvPicPr>
            <a:picLocks noGrp="1" noChangeAspect="1"/>
          </p:cNvPicPr>
          <p:nvPr>
            <p:ph idx="1"/>
          </p:nvPr>
        </p:nvPicPr>
        <p:blipFill>
          <a:blip r:embed="rId2"/>
          <a:stretch>
            <a:fillRect/>
          </a:stretch>
        </p:blipFill>
        <p:spPr>
          <a:xfrm>
            <a:off x="911607" y="1649600"/>
            <a:ext cx="7372761" cy="4491224"/>
          </a:xfrm>
        </p:spPr>
      </p:pic>
    </p:spTree>
    <p:extLst>
      <p:ext uri="{BB962C8B-B14F-4D97-AF65-F5344CB8AC3E}">
        <p14:creationId xmlns:p14="http://schemas.microsoft.com/office/powerpoint/2010/main" val="12668788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9BFBF6-F91B-B66D-2910-5614A08F5508}"/>
              </a:ext>
            </a:extLst>
          </p:cNvPr>
          <p:cNvSpPr>
            <a:spLocks noGrp="1"/>
          </p:cNvSpPr>
          <p:nvPr>
            <p:ph type="title"/>
          </p:nvPr>
        </p:nvSpPr>
        <p:spPr/>
        <p:txBody>
          <a:bodyPr/>
          <a:lstStyle/>
          <a:p>
            <a:r>
              <a:rPr lang="en-US" dirty="0"/>
              <a:t>Example protein folding</a:t>
            </a:r>
          </a:p>
        </p:txBody>
      </p:sp>
      <p:pic>
        <p:nvPicPr>
          <p:cNvPr id="5" name="Content Placeholder 4">
            <a:extLst>
              <a:ext uri="{FF2B5EF4-FFF2-40B4-BE49-F238E27FC236}">
                <a16:creationId xmlns:a16="http://schemas.microsoft.com/office/drawing/2014/main" id="{40889708-A747-CE2A-2A19-BBEA7B41A909}"/>
              </a:ext>
            </a:extLst>
          </p:cNvPr>
          <p:cNvPicPr>
            <a:picLocks noGrp="1" noChangeAspect="1"/>
          </p:cNvPicPr>
          <p:nvPr>
            <p:ph idx="1"/>
          </p:nvPr>
        </p:nvPicPr>
        <p:blipFill>
          <a:blip r:embed="rId2"/>
          <a:stretch>
            <a:fillRect/>
          </a:stretch>
        </p:blipFill>
        <p:spPr>
          <a:xfrm>
            <a:off x="728002" y="2160588"/>
            <a:ext cx="8496033" cy="3881437"/>
          </a:xfrm>
        </p:spPr>
      </p:pic>
      <p:sp>
        <p:nvSpPr>
          <p:cNvPr id="7" name="TextBox 6">
            <a:extLst>
              <a:ext uri="{FF2B5EF4-FFF2-40B4-BE49-F238E27FC236}">
                <a16:creationId xmlns:a16="http://schemas.microsoft.com/office/drawing/2014/main" id="{805CDA28-6ADB-5CCC-C942-6CD94DC501F6}"/>
              </a:ext>
            </a:extLst>
          </p:cNvPr>
          <p:cNvSpPr txBox="1"/>
          <p:nvPr/>
        </p:nvSpPr>
        <p:spPr>
          <a:xfrm>
            <a:off x="1925427" y="6248400"/>
            <a:ext cx="6100482" cy="307777"/>
          </a:xfrm>
          <a:prstGeom prst="rect">
            <a:avLst/>
          </a:prstGeom>
          <a:noFill/>
        </p:spPr>
        <p:txBody>
          <a:bodyPr wrap="square">
            <a:spAutoFit/>
          </a:bodyPr>
          <a:lstStyle/>
          <a:p>
            <a:r>
              <a:rPr lang="en-US" sz="1400" dirty="0"/>
              <a:t>Examples of Node- level ML Tasks</a:t>
            </a:r>
          </a:p>
        </p:txBody>
      </p:sp>
    </p:spTree>
    <p:extLst>
      <p:ext uri="{BB962C8B-B14F-4D97-AF65-F5344CB8AC3E}">
        <p14:creationId xmlns:p14="http://schemas.microsoft.com/office/powerpoint/2010/main" val="212332110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AD0093-1EDC-2927-9F5F-8FAB30A49525}"/>
              </a:ext>
            </a:extLst>
          </p:cNvPr>
          <p:cNvSpPr>
            <a:spLocks noGrp="1"/>
          </p:cNvSpPr>
          <p:nvPr>
            <p:ph type="title"/>
          </p:nvPr>
        </p:nvSpPr>
        <p:spPr/>
        <p:txBody>
          <a:bodyPr/>
          <a:lstStyle/>
          <a:p>
            <a:r>
              <a:rPr lang="en-US" dirty="0"/>
              <a:t>Example of protein folding problem</a:t>
            </a:r>
          </a:p>
        </p:txBody>
      </p:sp>
      <p:pic>
        <p:nvPicPr>
          <p:cNvPr id="5" name="Content Placeholder 4">
            <a:extLst>
              <a:ext uri="{FF2B5EF4-FFF2-40B4-BE49-F238E27FC236}">
                <a16:creationId xmlns:a16="http://schemas.microsoft.com/office/drawing/2014/main" id="{3F538BCB-C19B-8A2F-6998-D02948140895}"/>
              </a:ext>
            </a:extLst>
          </p:cNvPr>
          <p:cNvPicPr>
            <a:picLocks noGrp="1" noChangeAspect="1"/>
          </p:cNvPicPr>
          <p:nvPr>
            <p:ph idx="1"/>
          </p:nvPr>
        </p:nvPicPr>
        <p:blipFill>
          <a:blip r:embed="rId2"/>
          <a:stretch>
            <a:fillRect/>
          </a:stretch>
        </p:blipFill>
        <p:spPr>
          <a:xfrm>
            <a:off x="1048870" y="1676401"/>
            <a:ext cx="6332577" cy="4213225"/>
          </a:xfrm>
        </p:spPr>
      </p:pic>
      <p:sp>
        <p:nvSpPr>
          <p:cNvPr id="6" name="TextBox 5">
            <a:extLst>
              <a:ext uri="{FF2B5EF4-FFF2-40B4-BE49-F238E27FC236}">
                <a16:creationId xmlns:a16="http://schemas.microsoft.com/office/drawing/2014/main" id="{AB15DE7A-F18E-D3E2-E2A0-B82A6DB34DD5}"/>
              </a:ext>
            </a:extLst>
          </p:cNvPr>
          <p:cNvSpPr txBox="1"/>
          <p:nvPr/>
        </p:nvSpPr>
        <p:spPr>
          <a:xfrm>
            <a:off x="1656485" y="6248400"/>
            <a:ext cx="6100482" cy="307777"/>
          </a:xfrm>
          <a:prstGeom prst="rect">
            <a:avLst/>
          </a:prstGeom>
          <a:noFill/>
        </p:spPr>
        <p:txBody>
          <a:bodyPr wrap="square">
            <a:spAutoFit/>
          </a:bodyPr>
          <a:lstStyle/>
          <a:p>
            <a:r>
              <a:rPr lang="en-US" sz="1400" dirty="0"/>
              <a:t>Examples of Node- level ML Tasks</a:t>
            </a:r>
          </a:p>
        </p:txBody>
      </p:sp>
    </p:spTree>
    <p:extLst>
      <p:ext uri="{BB962C8B-B14F-4D97-AF65-F5344CB8AC3E}">
        <p14:creationId xmlns:p14="http://schemas.microsoft.com/office/powerpoint/2010/main" val="62758248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1B8817-6849-1A3A-8FCB-D60B0ACEA911}"/>
              </a:ext>
            </a:extLst>
          </p:cNvPr>
          <p:cNvSpPr>
            <a:spLocks noGrp="1"/>
          </p:cNvSpPr>
          <p:nvPr>
            <p:ph type="title"/>
          </p:nvPr>
        </p:nvSpPr>
        <p:spPr/>
        <p:txBody>
          <a:bodyPr/>
          <a:lstStyle/>
          <a:p>
            <a:r>
              <a:rPr lang="en-US" dirty="0"/>
              <a:t>Application: Recommender system</a:t>
            </a:r>
          </a:p>
        </p:txBody>
      </p:sp>
      <p:pic>
        <p:nvPicPr>
          <p:cNvPr id="5" name="Content Placeholder 4">
            <a:extLst>
              <a:ext uri="{FF2B5EF4-FFF2-40B4-BE49-F238E27FC236}">
                <a16:creationId xmlns:a16="http://schemas.microsoft.com/office/drawing/2014/main" id="{9ADD1E44-2928-AE44-567E-1CCA1ECFA03F}"/>
              </a:ext>
            </a:extLst>
          </p:cNvPr>
          <p:cNvPicPr>
            <a:picLocks noGrp="1" noChangeAspect="1"/>
          </p:cNvPicPr>
          <p:nvPr>
            <p:ph idx="1"/>
          </p:nvPr>
        </p:nvPicPr>
        <p:blipFill>
          <a:blip r:embed="rId2"/>
          <a:stretch>
            <a:fillRect/>
          </a:stretch>
        </p:blipFill>
        <p:spPr>
          <a:xfrm>
            <a:off x="1332348" y="1694423"/>
            <a:ext cx="6951040" cy="4437436"/>
          </a:xfrm>
        </p:spPr>
      </p:pic>
      <p:sp>
        <p:nvSpPr>
          <p:cNvPr id="6" name="TextBox 5">
            <a:extLst>
              <a:ext uri="{FF2B5EF4-FFF2-40B4-BE49-F238E27FC236}">
                <a16:creationId xmlns:a16="http://schemas.microsoft.com/office/drawing/2014/main" id="{828CC0F2-AAAE-44E6-68E7-32BDD0BF3043}"/>
              </a:ext>
            </a:extLst>
          </p:cNvPr>
          <p:cNvSpPr txBox="1"/>
          <p:nvPr/>
        </p:nvSpPr>
        <p:spPr>
          <a:xfrm>
            <a:off x="1757627" y="6400800"/>
            <a:ext cx="6100482" cy="307777"/>
          </a:xfrm>
          <a:prstGeom prst="rect">
            <a:avLst/>
          </a:prstGeom>
          <a:noFill/>
        </p:spPr>
        <p:txBody>
          <a:bodyPr wrap="square">
            <a:spAutoFit/>
          </a:bodyPr>
          <a:lstStyle/>
          <a:p>
            <a:r>
              <a:rPr lang="en-US" sz="1400" dirty="0"/>
              <a:t>Examples of Edge- level ML Tasks</a:t>
            </a:r>
          </a:p>
        </p:txBody>
      </p:sp>
    </p:spTree>
    <p:extLst>
      <p:ext uri="{BB962C8B-B14F-4D97-AF65-F5344CB8AC3E}">
        <p14:creationId xmlns:p14="http://schemas.microsoft.com/office/powerpoint/2010/main" val="35587915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CB37BD-4CB9-9E37-3F6E-E9DF353409B7}"/>
              </a:ext>
            </a:extLst>
          </p:cNvPr>
          <p:cNvSpPr>
            <a:spLocks noGrp="1"/>
          </p:cNvSpPr>
          <p:nvPr>
            <p:ph type="title"/>
          </p:nvPr>
        </p:nvSpPr>
        <p:spPr/>
        <p:txBody>
          <a:bodyPr/>
          <a:lstStyle/>
          <a:p>
            <a:r>
              <a:rPr lang="en-US" dirty="0"/>
              <a:t>Application: Drug side effect</a:t>
            </a:r>
          </a:p>
        </p:txBody>
      </p:sp>
      <p:pic>
        <p:nvPicPr>
          <p:cNvPr id="5" name="Content Placeholder 4">
            <a:extLst>
              <a:ext uri="{FF2B5EF4-FFF2-40B4-BE49-F238E27FC236}">
                <a16:creationId xmlns:a16="http://schemas.microsoft.com/office/drawing/2014/main" id="{AE9A5938-51F7-BC23-DB92-C95BE4D16A49}"/>
              </a:ext>
            </a:extLst>
          </p:cNvPr>
          <p:cNvPicPr>
            <a:picLocks noGrp="1" noChangeAspect="1"/>
          </p:cNvPicPr>
          <p:nvPr>
            <p:ph idx="1"/>
          </p:nvPr>
        </p:nvPicPr>
        <p:blipFill>
          <a:blip r:embed="rId2"/>
          <a:stretch>
            <a:fillRect/>
          </a:stretch>
        </p:blipFill>
        <p:spPr>
          <a:xfrm>
            <a:off x="677334" y="1930400"/>
            <a:ext cx="7301540" cy="4318000"/>
          </a:xfrm>
        </p:spPr>
      </p:pic>
      <p:sp>
        <p:nvSpPr>
          <p:cNvPr id="6" name="TextBox 5">
            <a:extLst>
              <a:ext uri="{FF2B5EF4-FFF2-40B4-BE49-F238E27FC236}">
                <a16:creationId xmlns:a16="http://schemas.microsoft.com/office/drawing/2014/main" id="{74E4F543-7619-23B3-0DF8-A74B954316D8}"/>
              </a:ext>
            </a:extLst>
          </p:cNvPr>
          <p:cNvSpPr txBox="1"/>
          <p:nvPr/>
        </p:nvSpPr>
        <p:spPr>
          <a:xfrm>
            <a:off x="1587297" y="6248400"/>
            <a:ext cx="6100482" cy="307777"/>
          </a:xfrm>
          <a:prstGeom prst="rect">
            <a:avLst/>
          </a:prstGeom>
          <a:noFill/>
        </p:spPr>
        <p:txBody>
          <a:bodyPr wrap="square">
            <a:spAutoFit/>
          </a:bodyPr>
          <a:lstStyle/>
          <a:p>
            <a:r>
              <a:rPr lang="en-US" sz="1400" dirty="0"/>
              <a:t>Examples of Edge- level ML Tasks</a:t>
            </a:r>
          </a:p>
        </p:txBody>
      </p:sp>
    </p:spTree>
    <p:extLst>
      <p:ext uri="{BB962C8B-B14F-4D97-AF65-F5344CB8AC3E}">
        <p14:creationId xmlns:p14="http://schemas.microsoft.com/office/powerpoint/2010/main" val="373982655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3D593E-6215-8699-8B9F-7E3CB1840CDB}"/>
              </a:ext>
            </a:extLst>
          </p:cNvPr>
          <p:cNvSpPr>
            <a:spLocks noGrp="1"/>
          </p:cNvSpPr>
          <p:nvPr>
            <p:ph type="title"/>
          </p:nvPr>
        </p:nvSpPr>
        <p:spPr/>
        <p:txBody>
          <a:bodyPr/>
          <a:lstStyle/>
          <a:p>
            <a:r>
              <a:rPr lang="en-US" dirty="0"/>
              <a:t>Bio-medical graph link prediction</a:t>
            </a:r>
          </a:p>
        </p:txBody>
      </p:sp>
      <p:pic>
        <p:nvPicPr>
          <p:cNvPr id="5" name="Content Placeholder 4">
            <a:extLst>
              <a:ext uri="{FF2B5EF4-FFF2-40B4-BE49-F238E27FC236}">
                <a16:creationId xmlns:a16="http://schemas.microsoft.com/office/drawing/2014/main" id="{C78C5E6D-D219-D4DD-FAA3-F53901782D3C}"/>
              </a:ext>
            </a:extLst>
          </p:cNvPr>
          <p:cNvPicPr>
            <a:picLocks noGrp="1" noChangeAspect="1"/>
          </p:cNvPicPr>
          <p:nvPr>
            <p:ph idx="1"/>
          </p:nvPr>
        </p:nvPicPr>
        <p:blipFill>
          <a:blip r:embed="rId2"/>
          <a:stretch>
            <a:fillRect/>
          </a:stretch>
        </p:blipFill>
        <p:spPr>
          <a:xfrm>
            <a:off x="746342" y="1568919"/>
            <a:ext cx="7936772" cy="4571905"/>
          </a:xfrm>
        </p:spPr>
      </p:pic>
      <p:sp>
        <p:nvSpPr>
          <p:cNvPr id="6" name="TextBox 5">
            <a:extLst>
              <a:ext uri="{FF2B5EF4-FFF2-40B4-BE49-F238E27FC236}">
                <a16:creationId xmlns:a16="http://schemas.microsoft.com/office/drawing/2014/main" id="{ACCDB614-D50C-E4CE-5414-311EA93B3398}"/>
              </a:ext>
            </a:extLst>
          </p:cNvPr>
          <p:cNvSpPr txBox="1"/>
          <p:nvPr/>
        </p:nvSpPr>
        <p:spPr>
          <a:xfrm>
            <a:off x="1587298" y="6400800"/>
            <a:ext cx="6100482" cy="307777"/>
          </a:xfrm>
          <a:prstGeom prst="rect">
            <a:avLst/>
          </a:prstGeom>
          <a:noFill/>
        </p:spPr>
        <p:txBody>
          <a:bodyPr wrap="square">
            <a:spAutoFit/>
          </a:bodyPr>
          <a:lstStyle/>
          <a:p>
            <a:r>
              <a:rPr lang="en-US" sz="1400" dirty="0"/>
              <a:t>Examples of Edge- level ML Tasks</a:t>
            </a:r>
          </a:p>
        </p:txBody>
      </p:sp>
    </p:spTree>
    <p:extLst>
      <p:ext uri="{BB962C8B-B14F-4D97-AF65-F5344CB8AC3E}">
        <p14:creationId xmlns:p14="http://schemas.microsoft.com/office/powerpoint/2010/main" val="413040349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B3FF0-905D-ED46-B873-9C1CBA0DE0B6}"/>
              </a:ext>
            </a:extLst>
          </p:cNvPr>
          <p:cNvSpPr>
            <a:spLocks noGrp="1"/>
          </p:cNvSpPr>
          <p:nvPr>
            <p:ph type="title"/>
          </p:nvPr>
        </p:nvSpPr>
        <p:spPr/>
        <p:txBody>
          <a:bodyPr/>
          <a:lstStyle/>
          <a:p>
            <a:r>
              <a:rPr lang="en-US" dirty="0"/>
              <a:t>Example traffic prediction</a:t>
            </a:r>
          </a:p>
        </p:txBody>
      </p:sp>
      <p:pic>
        <p:nvPicPr>
          <p:cNvPr id="5" name="Content Placeholder 4">
            <a:extLst>
              <a:ext uri="{FF2B5EF4-FFF2-40B4-BE49-F238E27FC236}">
                <a16:creationId xmlns:a16="http://schemas.microsoft.com/office/drawing/2014/main" id="{399EF0CE-43DB-536C-AC14-81EECA72857C}"/>
              </a:ext>
            </a:extLst>
          </p:cNvPr>
          <p:cNvPicPr>
            <a:picLocks noGrp="1" noChangeAspect="1"/>
          </p:cNvPicPr>
          <p:nvPr>
            <p:ph idx="1"/>
          </p:nvPr>
        </p:nvPicPr>
        <p:blipFill>
          <a:blip r:embed="rId2"/>
          <a:stretch>
            <a:fillRect/>
          </a:stretch>
        </p:blipFill>
        <p:spPr>
          <a:xfrm>
            <a:off x="1337428" y="2461298"/>
            <a:ext cx="6111770" cy="3208298"/>
          </a:xfrm>
        </p:spPr>
      </p:pic>
      <p:sp>
        <p:nvSpPr>
          <p:cNvPr id="6" name="TextBox 5">
            <a:extLst>
              <a:ext uri="{FF2B5EF4-FFF2-40B4-BE49-F238E27FC236}">
                <a16:creationId xmlns:a16="http://schemas.microsoft.com/office/drawing/2014/main" id="{A2BEAD2D-F3F1-8720-3F54-3016F15B0911}"/>
              </a:ext>
            </a:extLst>
          </p:cNvPr>
          <p:cNvSpPr txBox="1"/>
          <p:nvPr/>
        </p:nvSpPr>
        <p:spPr>
          <a:xfrm>
            <a:off x="1623157" y="6200494"/>
            <a:ext cx="6100482" cy="307777"/>
          </a:xfrm>
          <a:prstGeom prst="rect">
            <a:avLst/>
          </a:prstGeom>
          <a:noFill/>
        </p:spPr>
        <p:txBody>
          <a:bodyPr wrap="square">
            <a:spAutoFit/>
          </a:bodyPr>
          <a:lstStyle/>
          <a:p>
            <a:r>
              <a:rPr lang="en-US" sz="1400" dirty="0"/>
              <a:t>Examples of sub graph level ML Tasks</a:t>
            </a:r>
          </a:p>
        </p:txBody>
      </p:sp>
    </p:spTree>
    <p:extLst>
      <p:ext uri="{BB962C8B-B14F-4D97-AF65-F5344CB8AC3E}">
        <p14:creationId xmlns:p14="http://schemas.microsoft.com/office/powerpoint/2010/main" val="281152773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B3FF0-905D-ED46-B873-9C1CBA0DE0B6}"/>
              </a:ext>
            </a:extLst>
          </p:cNvPr>
          <p:cNvSpPr>
            <a:spLocks noGrp="1"/>
          </p:cNvSpPr>
          <p:nvPr>
            <p:ph type="title"/>
          </p:nvPr>
        </p:nvSpPr>
        <p:spPr/>
        <p:txBody>
          <a:bodyPr/>
          <a:lstStyle/>
          <a:p>
            <a:r>
              <a:rPr lang="en-US" dirty="0"/>
              <a:t>Road network as a graph</a:t>
            </a:r>
          </a:p>
        </p:txBody>
      </p:sp>
      <p:pic>
        <p:nvPicPr>
          <p:cNvPr id="5" name="Content Placeholder 4">
            <a:extLst>
              <a:ext uri="{FF2B5EF4-FFF2-40B4-BE49-F238E27FC236}">
                <a16:creationId xmlns:a16="http://schemas.microsoft.com/office/drawing/2014/main" id="{3EB4E240-BB9E-D81F-C0DB-C2A1122B2D22}"/>
              </a:ext>
            </a:extLst>
          </p:cNvPr>
          <p:cNvPicPr>
            <a:picLocks noGrp="1" noChangeAspect="1"/>
          </p:cNvPicPr>
          <p:nvPr>
            <p:ph idx="1"/>
          </p:nvPr>
        </p:nvPicPr>
        <p:blipFill>
          <a:blip r:embed="rId2"/>
          <a:stretch>
            <a:fillRect/>
          </a:stretch>
        </p:blipFill>
        <p:spPr>
          <a:xfrm>
            <a:off x="762042" y="2953443"/>
            <a:ext cx="7872142" cy="3604572"/>
          </a:xfrm>
        </p:spPr>
      </p:pic>
      <p:sp>
        <p:nvSpPr>
          <p:cNvPr id="7" name="TextBox 6">
            <a:extLst>
              <a:ext uri="{FF2B5EF4-FFF2-40B4-BE49-F238E27FC236}">
                <a16:creationId xmlns:a16="http://schemas.microsoft.com/office/drawing/2014/main" id="{792031AD-49F6-83E6-D8E0-B4C4DF6E2359}"/>
              </a:ext>
            </a:extLst>
          </p:cNvPr>
          <p:cNvSpPr txBox="1"/>
          <p:nvPr/>
        </p:nvSpPr>
        <p:spPr>
          <a:xfrm>
            <a:off x="1275229" y="2204882"/>
            <a:ext cx="6100482" cy="646331"/>
          </a:xfrm>
          <a:prstGeom prst="rect">
            <a:avLst/>
          </a:prstGeom>
          <a:noFill/>
        </p:spPr>
        <p:txBody>
          <a:bodyPr wrap="square">
            <a:spAutoFit/>
          </a:bodyPr>
          <a:lstStyle/>
          <a:p>
            <a:r>
              <a:rPr lang="en-US" dirty="0"/>
              <a:t>Nodes: Road segments  Edges: Connectivity between road segments  Prediction: Time of Arrival (ETA)</a:t>
            </a:r>
          </a:p>
        </p:txBody>
      </p:sp>
      <p:sp>
        <p:nvSpPr>
          <p:cNvPr id="8" name="TextBox 7">
            <a:extLst>
              <a:ext uri="{FF2B5EF4-FFF2-40B4-BE49-F238E27FC236}">
                <a16:creationId xmlns:a16="http://schemas.microsoft.com/office/drawing/2014/main" id="{CE69FF92-D9E9-1548-01D6-A4D151169D26}"/>
              </a:ext>
            </a:extLst>
          </p:cNvPr>
          <p:cNvSpPr txBox="1"/>
          <p:nvPr/>
        </p:nvSpPr>
        <p:spPr>
          <a:xfrm>
            <a:off x="1452827" y="6506356"/>
            <a:ext cx="6100482" cy="307777"/>
          </a:xfrm>
          <a:prstGeom prst="rect">
            <a:avLst/>
          </a:prstGeom>
          <a:noFill/>
        </p:spPr>
        <p:txBody>
          <a:bodyPr wrap="square">
            <a:spAutoFit/>
          </a:bodyPr>
          <a:lstStyle/>
          <a:p>
            <a:r>
              <a:rPr lang="en-US" sz="1400" dirty="0"/>
              <a:t>Examples of sub graph level ML Tasks</a:t>
            </a:r>
          </a:p>
        </p:txBody>
      </p:sp>
    </p:spTree>
    <p:extLst>
      <p:ext uri="{BB962C8B-B14F-4D97-AF65-F5344CB8AC3E}">
        <p14:creationId xmlns:p14="http://schemas.microsoft.com/office/powerpoint/2010/main" val="382347832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B3FF0-905D-ED46-B873-9C1CBA0DE0B6}"/>
              </a:ext>
            </a:extLst>
          </p:cNvPr>
          <p:cNvSpPr>
            <a:spLocks noGrp="1"/>
          </p:cNvSpPr>
          <p:nvPr>
            <p:ph type="title"/>
          </p:nvPr>
        </p:nvSpPr>
        <p:spPr/>
        <p:txBody>
          <a:bodyPr/>
          <a:lstStyle/>
          <a:p>
            <a:r>
              <a:rPr lang="en-US" dirty="0"/>
              <a:t>Traffic prediction via GNN</a:t>
            </a:r>
          </a:p>
        </p:txBody>
      </p:sp>
      <p:pic>
        <p:nvPicPr>
          <p:cNvPr id="5" name="Content Placeholder 4">
            <a:extLst>
              <a:ext uri="{FF2B5EF4-FFF2-40B4-BE49-F238E27FC236}">
                <a16:creationId xmlns:a16="http://schemas.microsoft.com/office/drawing/2014/main" id="{1C09FDD3-358A-1445-5971-D1A8231030BB}"/>
              </a:ext>
            </a:extLst>
          </p:cNvPr>
          <p:cNvPicPr>
            <a:picLocks noGrp="1" noChangeAspect="1"/>
          </p:cNvPicPr>
          <p:nvPr>
            <p:ph idx="1"/>
          </p:nvPr>
        </p:nvPicPr>
        <p:blipFill>
          <a:blip r:embed="rId2"/>
          <a:stretch>
            <a:fillRect/>
          </a:stretch>
        </p:blipFill>
        <p:spPr>
          <a:xfrm>
            <a:off x="1027277" y="2268165"/>
            <a:ext cx="7426442" cy="3881437"/>
          </a:xfrm>
        </p:spPr>
      </p:pic>
      <p:sp>
        <p:nvSpPr>
          <p:cNvPr id="6" name="TextBox 5">
            <a:extLst>
              <a:ext uri="{FF2B5EF4-FFF2-40B4-BE49-F238E27FC236}">
                <a16:creationId xmlns:a16="http://schemas.microsoft.com/office/drawing/2014/main" id="{586C29D6-0B6F-1720-81B7-C1EE09F37C3B}"/>
              </a:ext>
            </a:extLst>
          </p:cNvPr>
          <p:cNvSpPr txBox="1"/>
          <p:nvPr/>
        </p:nvSpPr>
        <p:spPr>
          <a:xfrm>
            <a:off x="1623157" y="6200494"/>
            <a:ext cx="6100482" cy="307777"/>
          </a:xfrm>
          <a:prstGeom prst="rect">
            <a:avLst/>
          </a:prstGeom>
          <a:noFill/>
        </p:spPr>
        <p:txBody>
          <a:bodyPr wrap="square">
            <a:spAutoFit/>
          </a:bodyPr>
          <a:lstStyle/>
          <a:p>
            <a:r>
              <a:rPr lang="en-US" sz="1400" dirty="0"/>
              <a:t>Examples of sub graph level ML Tasks</a:t>
            </a:r>
          </a:p>
        </p:txBody>
      </p:sp>
    </p:spTree>
    <p:extLst>
      <p:ext uri="{BB962C8B-B14F-4D97-AF65-F5344CB8AC3E}">
        <p14:creationId xmlns:p14="http://schemas.microsoft.com/office/powerpoint/2010/main" val="18136593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B3FF0-905D-ED46-B873-9C1CBA0DE0B6}"/>
              </a:ext>
            </a:extLst>
          </p:cNvPr>
          <p:cNvSpPr>
            <a:spLocks noGrp="1"/>
          </p:cNvSpPr>
          <p:nvPr>
            <p:ph type="title"/>
          </p:nvPr>
        </p:nvSpPr>
        <p:spPr/>
        <p:txBody>
          <a:bodyPr/>
          <a:lstStyle/>
          <a:p>
            <a:r>
              <a:rPr lang="en-US" dirty="0"/>
              <a:t>Applications: Drug discovery</a:t>
            </a:r>
          </a:p>
        </p:txBody>
      </p:sp>
      <p:pic>
        <p:nvPicPr>
          <p:cNvPr id="5" name="Content Placeholder 4">
            <a:extLst>
              <a:ext uri="{FF2B5EF4-FFF2-40B4-BE49-F238E27FC236}">
                <a16:creationId xmlns:a16="http://schemas.microsoft.com/office/drawing/2014/main" id="{A4774607-E576-9FB8-D775-3F0CCCE3793B}"/>
              </a:ext>
            </a:extLst>
          </p:cNvPr>
          <p:cNvPicPr>
            <a:picLocks noGrp="1" noChangeAspect="1"/>
          </p:cNvPicPr>
          <p:nvPr>
            <p:ph idx="1"/>
          </p:nvPr>
        </p:nvPicPr>
        <p:blipFill>
          <a:blip r:embed="rId2"/>
          <a:stretch>
            <a:fillRect/>
          </a:stretch>
        </p:blipFill>
        <p:spPr>
          <a:xfrm>
            <a:off x="677863" y="2371023"/>
            <a:ext cx="8596312" cy="3460566"/>
          </a:xfrm>
        </p:spPr>
      </p:pic>
      <p:sp>
        <p:nvSpPr>
          <p:cNvPr id="7" name="TextBox 6">
            <a:extLst>
              <a:ext uri="{FF2B5EF4-FFF2-40B4-BE49-F238E27FC236}">
                <a16:creationId xmlns:a16="http://schemas.microsoft.com/office/drawing/2014/main" id="{321486F0-896E-A3B7-634D-837513974CEC}"/>
              </a:ext>
            </a:extLst>
          </p:cNvPr>
          <p:cNvSpPr txBox="1"/>
          <p:nvPr/>
        </p:nvSpPr>
        <p:spPr>
          <a:xfrm>
            <a:off x="677334" y="1270000"/>
            <a:ext cx="6100482" cy="923330"/>
          </a:xfrm>
          <a:prstGeom prst="rect">
            <a:avLst/>
          </a:prstGeom>
          <a:noFill/>
        </p:spPr>
        <p:txBody>
          <a:bodyPr wrap="square">
            <a:spAutoFit/>
          </a:bodyPr>
          <a:lstStyle/>
          <a:p>
            <a:r>
              <a:rPr lang="en-US" dirty="0"/>
              <a:t> Antibiotics are small molecular graphs</a:t>
            </a:r>
          </a:p>
          <a:p>
            <a:r>
              <a:rPr lang="en-US" dirty="0"/>
              <a:t>▪ Nodes: Atoms </a:t>
            </a:r>
          </a:p>
          <a:p>
            <a:r>
              <a:rPr lang="en-US" dirty="0"/>
              <a:t>▪ Edges: Chemical bonds</a:t>
            </a:r>
          </a:p>
        </p:txBody>
      </p:sp>
      <p:sp>
        <p:nvSpPr>
          <p:cNvPr id="8" name="TextBox 7">
            <a:extLst>
              <a:ext uri="{FF2B5EF4-FFF2-40B4-BE49-F238E27FC236}">
                <a16:creationId xmlns:a16="http://schemas.microsoft.com/office/drawing/2014/main" id="{120DE75A-812A-1866-E952-F74F0A913819}"/>
              </a:ext>
            </a:extLst>
          </p:cNvPr>
          <p:cNvSpPr txBox="1"/>
          <p:nvPr/>
        </p:nvSpPr>
        <p:spPr>
          <a:xfrm>
            <a:off x="1623157" y="6200494"/>
            <a:ext cx="6100482" cy="307777"/>
          </a:xfrm>
          <a:prstGeom prst="rect">
            <a:avLst/>
          </a:prstGeom>
          <a:noFill/>
        </p:spPr>
        <p:txBody>
          <a:bodyPr wrap="square">
            <a:spAutoFit/>
          </a:bodyPr>
          <a:lstStyle/>
          <a:p>
            <a:r>
              <a:rPr lang="en-US" sz="1400" dirty="0"/>
              <a:t>Examples of graph level ML Tasks</a:t>
            </a:r>
          </a:p>
        </p:txBody>
      </p:sp>
    </p:spTree>
    <p:extLst>
      <p:ext uri="{BB962C8B-B14F-4D97-AF65-F5344CB8AC3E}">
        <p14:creationId xmlns:p14="http://schemas.microsoft.com/office/powerpoint/2010/main" val="370896587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58B63-5687-ABCA-9723-F79234EBDBA8}"/>
              </a:ext>
            </a:extLst>
          </p:cNvPr>
          <p:cNvSpPr>
            <a:spLocks noGrp="1"/>
          </p:cNvSpPr>
          <p:nvPr>
            <p:ph type="title"/>
          </p:nvPr>
        </p:nvSpPr>
        <p:spPr/>
        <p:txBody>
          <a:bodyPr/>
          <a:lstStyle/>
          <a:p>
            <a:r>
              <a:rPr lang="en-US" dirty="0"/>
              <a:t>Reference</a:t>
            </a:r>
          </a:p>
        </p:txBody>
      </p:sp>
      <p:sp>
        <p:nvSpPr>
          <p:cNvPr id="3" name="Content Placeholder 2">
            <a:extLst>
              <a:ext uri="{FF2B5EF4-FFF2-40B4-BE49-F238E27FC236}">
                <a16:creationId xmlns:a16="http://schemas.microsoft.com/office/drawing/2014/main" id="{3B665B77-549D-C2CE-85FF-37864505A5BE}"/>
              </a:ext>
            </a:extLst>
          </p:cNvPr>
          <p:cNvSpPr>
            <a:spLocks noGrp="1"/>
          </p:cNvSpPr>
          <p:nvPr>
            <p:ph idx="1"/>
          </p:nvPr>
        </p:nvSpPr>
        <p:spPr/>
        <p:txBody>
          <a:bodyPr/>
          <a:lstStyle/>
          <a:p>
            <a:endParaRPr lang="en-US" dirty="0"/>
          </a:p>
          <a:p>
            <a:endParaRPr lang="en-US" dirty="0"/>
          </a:p>
          <a:p>
            <a:endParaRPr lang="en-US" dirty="0"/>
          </a:p>
          <a:p>
            <a:endParaRPr lang="en-US" dirty="0"/>
          </a:p>
          <a:p>
            <a:endParaRPr lang="en-US" dirty="0"/>
          </a:p>
          <a:p>
            <a:endParaRPr lang="en-US" dirty="0"/>
          </a:p>
          <a:p>
            <a:endParaRPr lang="en-US" dirty="0"/>
          </a:p>
        </p:txBody>
      </p:sp>
      <p:pic>
        <p:nvPicPr>
          <p:cNvPr id="4" name="Picture 3">
            <a:extLst>
              <a:ext uri="{FF2B5EF4-FFF2-40B4-BE49-F238E27FC236}">
                <a16:creationId xmlns:a16="http://schemas.microsoft.com/office/drawing/2014/main" id="{33B50D15-A319-8670-7926-11DFF5BD2F57}"/>
              </a:ext>
            </a:extLst>
          </p:cNvPr>
          <p:cNvPicPr>
            <a:picLocks noChangeAspect="1"/>
          </p:cNvPicPr>
          <p:nvPr/>
        </p:nvPicPr>
        <p:blipFill>
          <a:blip r:embed="rId2"/>
          <a:stretch>
            <a:fillRect/>
          </a:stretch>
        </p:blipFill>
        <p:spPr>
          <a:xfrm>
            <a:off x="1170724" y="2280781"/>
            <a:ext cx="2184882" cy="2464435"/>
          </a:xfrm>
          <a:prstGeom prst="rect">
            <a:avLst/>
          </a:prstGeom>
        </p:spPr>
      </p:pic>
    </p:spTree>
    <p:extLst>
      <p:ext uri="{BB962C8B-B14F-4D97-AF65-F5344CB8AC3E}">
        <p14:creationId xmlns:p14="http://schemas.microsoft.com/office/powerpoint/2010/main" val="327800026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a:t>
            </a:r>
          </a:p>
        </p:txBody>
      </p:sp>
      <p:pic>
        <p:nvPicPr>
          <p:cNvPr id="30722" name="Picture 2"/>
          <p:cNvPicPr>
            <a:picLocks noGrp="1" noChangeAspect="1" noChangeArrowheads="1"/>
          </p:cNvPicPr>
          <p:nvPr>
            <p:ph idx="1"/>
          </p:nvPr>
        </p:nvPicPr>
        <p:blipFill>
          <a:blip r:embed="rId3"/>
          <a:srcRect/>
          <a:stretch>
            <a:fillRect/>
          </a:stretch>
        </p:blipFill>
        <p:spPr bwMode="auto">
          <a:xfrm>
            <a:off x="4495800" y="1600200"/>
            <a:ext cx="3395662" cy="3772958"/>
          </a:xfrm>
          <a:prstGeom prst="rect">
            <a:avLst/>
          </a:prstGeom>
          <a:noFill/>
          <a:ln w="9525">
            <a:noFill/>
            <a:miter lim="800000"/>
            <a:headEnd/>
            <a:tailEnd/>
          </a:ln>
          <a:effectLst/>
        </p:spPr>
      </p:pic>
    </p:spTree>
    <p:extLst>
      <p:ext uri="{BB962C8B-B14F-4D97-AF65-F5344CB8AC3E}">
        <p14:creationId xmlns:p14="http://schemas.microsoft.com/office/powerpoint/2010/main" val="128816457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Thank you</a:t>
            </a:r>
          </a:p>
        </p:txBody>
      </p:sp>
      <p:pic>
        <p:nvPicPr>
          <p:cNvPr id="31746" name="Picture 2"/>
          <p:cNvPicPr>
            <a:picLocks noGrp="1" noChangeAspect="1" noChangeArrowheads="1"/>
          </p:cNvPicPr>
          <p:nvPr>
            <p:ph idx="1"/>
          </p:nvPr>
        </p:nvPicPr>
        <p:blipFill>
          <a:blip r:embed="rId2"/>
          <a:srcRect/>
          <a:stretch>
            <a:fillRect/>
          </a:stretch>
        </p:blipFill>
        <p:spPr bwMode="auto">
          <a:xfrm>
            <a:off x="2971800" y="2057400"/>
            <a:ext cx="6553200" cy="3822700"/>
          </a:xfrm>
          <a:prstGeom prst="rect">
            <a:avLst/>
          </a:prstGeom>
          <a:noFill/>
          <a:ln w="9525">
            <a:noFill/>
            <a:miter lim="800000"/>
            <a:headEnd/>
            <a:tailEnd/>
          </a:ln>
          <a:effectLst/>
        </p:spPr>
      </p:pic>
    </p:spTree>
    <p:extLst>
      <p:ext uri="{BB962C8B-B14F-4D97-AF65-F5344CB8AC3E}">
        <p14:creationId xmlns:p14="http://schemas.microsoft.com/office/powerpoint/2010/main" val="1282138833"/>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4183</TotalTime>
  <Words>1753</Words>
  <Application>Microsoft Office PowerPoint</Application>
  <PresentationFormat>Widescreen</PresentationFormat>
  <Paragraphs>331</Paragraphs>
  <Slides>69</Slides>
  <Notes>6</Notes>
  <HiddenSlides>0</HiddenSlides>
  <MMClips>1</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69</vt:i4>
      </vt:variant>
    </vt:vector>
  </HeadingPairs>
  <TitlesOfParts>
    <vt:vector size="80" baseType="lpstr">
      <vt:lpstr>Arial</vt:lpstr>
      <vt:lpstr>Arial</vt:lpstr>
      <vt:lpstr>Calibri</vt:lpstr>
      <vt:lpstr>Courier New</vt:lpstr>
      <vt:lpstr>Gill Sans MT</vt:lpstr>
      <vt:lpstr>medium-content-serif-font</vt:lpstr>
      <vt:lpstr>Trebuchet MS</vt:lpstr>
      <vt:lpstr>Wingdings</vt:lpstr>
      <vt:lpstr>Wingdings 2</vt:lpstr>
      <vt:lpstr>Wingdings 3</vt:lpstr>
      <vt:lpstr>Facet</vt:lpstr>
      <vt:lpstr>Multimedia Computing</vt:lpstr>
      <vt:lpstr>Course Overview</vt:lpstr>
      <vt:lpstr>Course overview</vt:lpstr>
      <vt:lpstr>Course Syllabus</vt:lpstr>
      <vt:lpstr>Course Syllabus</vt:lpstr>
      <vt:lpstr>Course Syllabus</vt:lpstr>
      <vt:lpstr>Introduction to multimedia</vt:lpstr>
      <vt:lpstr>Introduction to multimedia</vt:lpstr>
      <vt:lpstr>Introduction to multimedia</vt:lpstr>
      <vt:lpstr>History of Multimedia</vt:lpstr>
      <vt:lpstr>Evolution of audio storage media</vt:lpstr>
      <vt:lpstr>Introduction to multimedia computing</vt:lpstr>
      <vt:lpstr>Hypermedia</vt:lpstr>
      <vt:lpstr>AUDIO</vt:lpstr>
      <vt:lpstr>Images</vt:lpstr>
      <vt:lpstr>VIDEO</vt:lpstr>
      <vt:lpstr>Applications of digital image processing</vt:lpstr>
      <vt:lpstr>Key steps in digital image processing</vt:lpstr>
      <vt:lpstr>Image processing applied to computer vision </vt:lpstr>
      <vt:lpstr>Improvement of pictorial information for human perception </vt:lpstr>
      <vt:lpstr>Image enhancement</vt:lpstr>
      <vt:lpstr>Thresholding</vt:lpstr>
      <vt:lpstr>Edge detection</vt:lpstr>
      <vt:lpstr>Imaging in astronomy</vt:lpstr>
      <vt:lpstr>Ultrasound imaging </vt:lpstr>
      <vt:lpstr>Industrial inspection </vt:lpstr>
      <vt:lpstr>X-Ray imaging (Medical)</vt:lpstr>
      <vt:lpstr>Image processing used by Law Enforcement</vt:lpstr>
      <vt:lpstr>Printed Circuit Board (PCB) inspection</vt:lpstr>
      <vt:lpstr>Special effects</vt:lpstr>
      <vt:lpstr>Remote Sensing</vt:lpstr>
      <vt:lpstr>Use of Histogram</vt:lpstr>
      <vt:lpstr>Track color object</vt:lpstr>
      <vt:lpstr>Detected face</vt:lpstr>
      <vt:lpstr>Motion Detection</vt:lpstr>
      <vt:lpstr>          Goals of motion detection</vt:lpstr>
      <vt:lpstr>Two popular approach for motion detection</vt:lpstr>
      <vt:lpstr>Motion detection</vt:lpstr>
      <vt:lpstr>Object detection</vt:lpstr>
      <vt:lpstr>Facial expression recognition </vt:lpstr>
      <vt:lpstr> Face expression Recognition in wild  </vt:lpstr>
      <vt:lpstr>Human Action classification </vt:lpstr>
      <vt:lpstr>Applications of HAR</vt:lpstr>
      <vt:lpstr>Challenges for Human Action Recognition</vt:lpstr>
      <vt:lpstr>Traditional Human action recognition methods </vt:lpstr>
      <vt:lpstr>Recent Deep learning based approach</vt:lpstr>
      <vt:lpstr>Human action recognition</vt:lpstr>
      <vt:lpstr>Other applications of computer vision</vt:lpstr>
      <vt:lpstr>Applications of computer vision</vt:lpstr>
      <vt:lpstr>Applications of computer vision</vt:lpstr>
      <vt:lpstr>Applications of computer vision</vt:lpstr>
      <vt:lpstr>Applications of computer vision</vt:lpstr>
      <vt:lpstr>Applications of computer vision</vt:lpstr>
      <vt:lpstr>Application of ML tasks</vt:lpstr>
      <vt:lpstr>Basic setup of the learning problem</vt:lpstr>
      <vt:lpstr>Different type of graph related Tasks</vt:lpstr>
      <vt:lpstr>Applications of graph related ML task</vt:lpstr>
      <vt:lpstr>Example protein folding</vt:lpstr>
      <vt:lpstr>Example of protein folding problem</vt:lpstr>
      <vt:lpstr>Application: Recommender system</vt:lpstr>
      <vt:lpstr>Application: Drug side effect</vt:lpstr>
      <vt:lpstr>Bio-medical graph link prediction</vt:lpstr>
      <vt:lpstr>Example traffic prediction</vt:lpstr>
      <vt:lpstr>Road network as a graph</vt:lpstr>
      <vt:lpstr>Traffic prediction via GNN</vt:lpstr>
      <vt:lpstr>Applications: Drug discovery</vt:lpstr>
      <vt:lpstr>Reference</vt:lpstr>
      <vt:lpstr>Question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Multimedia Computing</dc:title>
  <dc:creator>Ahmed Minhaz Uddin</dc:creator>
  <cp:lastModifiedBy>Minhaz Uddin Ahmed</cp:lastModifiedBy>
  <cp:revision>77</cp:revision>
  <dcterms:created xsi:type="dcterms:W3CDTF">2020-01-20T15:08:40Z</dcterms:created>
  <dcterms:modified xsi:type="dcterms:W3CDTF">2026-09-07T05:48:54Z</dcterms:modified>
</cp:coreProperties>
</file>