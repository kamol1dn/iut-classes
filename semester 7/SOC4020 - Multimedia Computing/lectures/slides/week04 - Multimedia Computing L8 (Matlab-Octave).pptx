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9"/>
  </p:notesMasterIdLst>
  <p:sldIdLst>
    <p:sldId id="256" r:id="rId2"/>
    <p:sldId id="355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56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97" r:id="rId35"/>
    <p:sldId id="398" r:id="rId36"/>
    <p:sldId id="393" r:id="rId37"/>
    <p:sldId id="394" r:id="rId38"/>
    <p:sldId id="395" r:id="rId39"/>
    <p:sldId id="396" r:id="rId40"/>
    <p:sldId id="387" r:id="rId41"/>
    <p:sldId id="388" r:id="rId42"/>
    <p:sldId id="392" r:id="rId43"/>
    <p:sldId id="399" r:id="rId44"/>
    <p:sldId id="400" r:id="rId45"/>
    <p:sldId id="336" r:id="rId46"/>
    <p:sldId id="276" r:id="rId47"/>
    <p:sldId id="277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956" autoAdjust="0"/>
  </p:normalViewPr>
  <p:slideViewPr>
    <p:cSldViewPr snapToGrid="0">
      <p:cViewPr varScale="1">
        <p:scale>
          <a:sx n="69" d="100"/>
          <a:sy n="69" d="100"/>
        </p:scale>
        <p:origin x="12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Minhaz Uddin" userId="fe017d4acf2b71dd" providerId="LiveId" clId="{5DB3CBBD-23D6-4064-94D9-2CE3D4122086}"/>
    <pc:docChg chg="undo custSel addSld delSld modSld sldOrd">
      <pc:chgData name="Ahmed Minhaz Uddin" userId="fe017d4acf2b71dd" providerId="LiveId" clId="{5DB3CBBD-23D6-4064-94D9-2CE3D4122086}" dt="2023-02-15T03:50:29.215" v="1020" actId="20577"/>
      <pc:docMkLst>
        <pc:docMk/>
      </pc:docMkLst>
      <pc:sldChg chg="addSp modSp mod">
        <pc:chgData name="Ahmed Minhaz Uddin" userId="fe017d4acf2b71dd" providerId="LiveId" clId="{5DB3CBBD-23D6-4064-94D9-2CE3D4122086}" dt="2023-02-15T03:45:39.077" v="912" actId="1076"/>
        <pc:sldMkLst>
          <pc:docMk/>
          <pc:sldMk cId="1723631945" sldId="257"/>
        </pc:sldMkLst>
        <pc:spChg chg="mod">
          <ac:chgData name="Ahmed Minhaz Uddin" userId="fe017d4acf2b71dd" providerId="LiveId" clId="{5DB3CBBD-23D6-4064-94D9-2CE3D4122086}" dt="2023-02-15T03:45:35.959" v="911" actId="1076"/>
          <ac:spMkLst>
            <pc:docMk/>
            <pc:sldMk cId="1723631945" sldId="257"/>
            <ac:spMk id="3" creationId="{00000000-0000-0000-0000-000000000000}"/>
          </ac:spMkLst>
        </pc:spChg>
        <pc:spChg chg="add mod">
          <ac:chgData name="Ahmed Minhaz Uddin" userId="fe017d4acf2b71dd" providerId="LiveId" clId="{5DB3CBBD-23D6-4064-94D9-2CE3D4122086}" dt="2023-02-15T03:45:39.077" v="912" actId="1076"/>
          <ac:spMkLst>
            <pc:docMk/>
            <pc:sldMk cId="1723631945" sldId="257"/>
            <ac:spMk id="4" creationId="{F2074ABD-3638-B044-4AE0-779914294F2B}"/>
          </ac:spMkLst>
        </pc:spChg>
      </pc:sldChg>
      <pc:sldChg chg="modSp mod">
        <pc:chgData name="Ahmed Minhaz Uddin" userId="fe017d4acf2b71dd" providerId="LiveId" clId="{5DB3CBBD-23D6-4064-94D9-2CE3D4122086}" dt="2023-02-15T03:45:26.725" v="910" actId="1076"/>
        <pc:sldMkLst>
          <pc:docMk/>
          <pc:sldMk cId="3539077175" sldId="258"/>
        </pc:sldMkLst>
        <pc:spChg chg="mod">
          <ac:chgData name="Ahmed Minhaz Uddin" userId="fe017d4acf2b71dd" providerId="LiveId" clId="{5DB3CBBD-23D6-4064-94D9-2CE3D4122086}" dt="2023-02-15T03:45:26.725" v="910" actId="1076"/>
          <ac:spMkLst>
            <pc:docMk/>
            <pc:sldMk cId="3539077175" sldId="258"/>
            <ac:spMk id="12" creationId="{00000000-0000-0000-0000-000000000000}"/>
          </ac:spMkLst>
        </pc:spChg>
        <pc:picChg chg="mod">
          <ac:chgData name="Ahmed Minhaz Uddin" userId="fe017d4acf2b71dd" providerId="LiveId" clId="{5DB3CBBD-23D6-4064-94D9-2CE3D4122086}" dt="2023-02-15T03:45:21.724" v="909" actId="14100"/>
          <ac:picMkLst>
            <pc:docMk/>
            <pc:sldMk cId="3539077175" sldId="258"/>
            <ac:picMk id="4" creationId="{00000000-0000-0000-0000-000000000000}"/>
          </ac:picMkLst>
        </pc:picChg>
      </pc:sldChg>
      <pc:sldChg chg="del">
        <pc:chgData name="Ahmed Minhaz Uddin" userId="fe017d4acf2b71dd" providerId="LiveId" clId="{5DB3CBBD-23D6-4064-94D9-2CE3D4122086}" dt="2023-02-14T17:39:31.786" v="58" actId="47"/>
        <pc:sldMkLst>
          <pc:docMk/>
          <pc:sldMk cId="2644802217" sldId="273"/>
        </pc:sldMkLst>
      </pc:sldChg>
      <pc:sldChg chg="add del">
        <pc:chgData name="Ahmed Minhaz Uddin" userId="fe017d4acf2b71dd" providerId="LiveId" clId="{5DB3CBBD-23D6-4064-94D9-2CE3D4122086}" dt="2023-02-14T16:58:21.730" v="55" actId="47"/>
        <pc:sldMkLst>
          <pc:docMk/>
          <pc:sldMk cId="4010887740" sldId="282"/>
        </pc:sldMkLst>
      </pc:sldChg>
      <pc:sldChg chg="del">
        <pc:chgData name="Ahmed Minhaz Uddin" userId="fe017d4acf2b71dd" providerId="LiveId" clId="{5DB3CBBD-23D6-4064-94D9-2CE3D4122086}" dt="2023-02-14T17:40:58.938" v="60" actId="47"/>
        <pc:sldMkLst>
          <pc:docMk/>
          <pc:sldMk cId="2611633346" sldId="283"/>
        </pc:sldMkLst>
      </pc:sldChg>
      <pc:sldChg chg="del">
        <pc:chgData name="Ahmed Minhaz Uddin" userId="fe017d4acf2b71dd" providerId="LiveId" clId="{5DB3CBBD-23D6-4064-94D9-2CE3D4122086}" dt="2023-02-14T17:41:44.354" v="62" actId="47"/>
        <pc:sldMkLst>
          <pc:docMk/>
          <pc:sldMk cId="2034387218" sldId="287"/>
        </pc:sldMkLst>
      </pc:sldChg>
      <pc:sldChg chg="del">
        <pc:chgData name="Ahmed Minhaz Uddin" userId="fe017d4acf2b71dd" providerId="LiveId" clId="{5DB3CBBD-23D6-4064-94D9-2CE3D4122086}" dt="2023-02-14T17:41:38.391" v="61" actId="47"/>
        <pc:sldMkLst>
          <pc:docMk/>
          <pc:sldMk cId="1571689530" sldId="288"/>
        </pc:sldMkLst>
      </pc:sldChg>
      <pc:sldChg chg="del">
        <pc:chgData name="Ahmed Minhaz Uddin" userId="fe017d4acf2b71dd" providerId="LiveId" clId="{5DB3CBBD-23D6-4064-94D9-2CE3D4122086}" dt="2023-02-14T17:41:48.875" v="63" actId="47"/>
        <pc:sldMkLst>
          <pc:docMk/>
          <pc:sldMk cId="2791514837" sldId="289"/>
        </pc:sldMkLst>
      </pc:sldChg>
      <pc:sldChg chg="add del">
        <pc:chgData name="Ahmed Minhaz Uddin" userId="fe017d4acf2b71dd" providerId="LiveId" clId="{5DB3CBBD-23D6-4064-94D9-2CE3D4122086}" dt="2023-02-14T16:59:14.288" v="57" actId="47"/>
        <pc:sldMkLst>
          <pc:docMk/>
          <pc:sldMk cId="1871990088" sldId="291"/>
        </pc:sldMkLst>
      </pc:sldChg>
      <pc:sldChg chg="del">
        <pc:chgData name="Ahmed Minhaz Uddin" userId="fe017d4acf2b71dd" providerId="LiveId" clId="{5DB3CBBD-23D6-4064-94D9-2CE3D4122086}" dt="2023-02-14T16:57:49.084" v="52" actId="47"/>
        <pc:sldMkLst>
          <pc:docMk/>
          <pc:sldMk cId="2330073525" sldId="305"/>
        </pc:sldMkLst>
      </pc:sldChg>
      <pc:sldChg chg="del">
        <pc:chgData name="Ahmed Minhaz Uddin" userId="fe017d4acf2b71dd" providerId="LiveId" clId="{5DB3CBBD-23D6-4064-94D9-2CE3D4122086}" dt="2023-02-14T16:58:07.962" v="53" actId="47"/>
        <pc:sldMkLst>
          <pc:docMk/>
          <pc:sldMk cId="3889630116" sldId="313"/>
        </pc:sldMkLst>
      </pc:sldChg>
      <pc:sldChg chg="del">
        <pc:chgData name="Ahmed Minhaz Uddin" userId="fe017d4acf2b71dd" providerId="LiveId" clId="{5DB3CBBD-23D6-4064-94D9-2CE3D4122086}" dt="2023-02-14T17:40:18.124" v="59" actId="47"/>
        <pc:sldMkLst>
          <pc:docMk/>
          <pc:sldMk cId="3285520701" sldId="315"/>
        </pc:sldMkLst>
      </pc:sldChg>
      <pc:sldChg chg="del">
        <pc:chgData name="Ahmed Minhaz Uddin" userId="fe017d4acf2b71dd" providerId="LiveId" clId="{5DB3CBBD-23D6-4064-94D9-2CE3D4122086}" dt="2023-02-14T16:57:42.682" v="51" actId="47"/>
        <pc:sldMkLst>
          <pc:docMk/>
          <pc:sldMk cId="2318190365" sldId="318"/>
        </pc:sldMkLst>
      </pc:sldChg>
      <pc:sldChg chg="addSp modSp mod">
        <pc:chgData name="Ahmed Minhaz Uddin" userId="fe017d4acf2b71dd" providerId="LiveId" clId="{5DB3CBBD-23D6-4064-94D9-2CE3D4122086}" dt="2023-02-15T03:15:22.165" v="768" actId="1076"/>
        <pc:sldMkLst>
          <pc:docMk/>
          <pc:sldMk cId="3739373701" sldId="320"/>
        </pc:sldMkLst>
        <pc:picChg chg="mod">
          <ac:chgData name="Ahmed Minhaz Uddin" userId="fe017d4acf2b71dd" providerId="LiveId" clId="{5DB3CBBD-23D6-4064-94D9-2CE3D4122086}" dt="2023-02-15T03:14:32.139" v="764" actId="14100"/>
          <ac:picMkLst>
            <pc:docMk/>
            <pc:sldMk cId="3739373701" sldId="320"/>
            <ac:picMk id="4" creationId="{00000000-0000-0000-0000-000000000000}"/>
          </ac:picMkLst>
        </pc:picChg>
        <pc:picChg chg="add mod">
          <ac:chgData name="Ahmed Minhaz Uddin" userId="fe017d4acf2b71dd" providerId="LiveId" clId="{5DB3CBBD-23D6-4064-94D9-2CE3D4122086}" dt="2023-02-15T03:15:22.165" v="768" actId="1076"/>
          <ac:picMkLst>
            <pc:docMk/>
            <pc:sldMk cId="3739373701" sldId="320"/>
            <ac:picMk id="5" creationId="{FACBD3A6-AC4A-3283-40F7-F08C23E1472F}"/>
          </ac:picMkLst>
        </pc:picChg>
      </pc:sldChg>
      <pc:sldChg chg="addSp modSp mod">
        <pc:chgData name="Ahmed Minhaz Uddin" userId="fe017d4acf2b71dd" providerId="LiveId" clId="{5DB3CBBD-23D6-4064-94D9-2CE3D4122086}" dt="2023-02-15T03:37:50.919" v="860" actId="1076"/>
        <pc:sldMkLst>
          <pc:docMk/>
          <pc:sldMk cId="3029084822" sldId="323"/>
        </pc:sldMkLst>
        <pc:spChg chg="add mod">
          <ac:chgData name="Ahmed Minhaz Uddin" userId="fe017d4acf2b71dd" providerId="LiveId" clId="{5DB3CBBD-23D6-4064-94D9-2CE3D4122086}" dt="2023-02-15T03:37:50.919" v="860" actId="1076"/>
          <ac:spMkLst>
            <pc:docMk/>
            <pc:sldMk cId="3029084822" sldId="323"/>
            <ac:spMk id="9" creationId="{1631CB82-0B67-502C-35C0-189ED0DC65AE}"/>
          </ac:spMkLst>
        </pc:spChg>
        <pc:picChg chg="add mod">
          <ac:chgData name="Ahmed Minhaz Uddin" userId="fe017d4acf2b71dd" providerId="LiveId" clId="{5DB3CBBD-23D6-4064-94D9-2CE3D4122086}" dt="2023-02-15T03:30:17.473" v="853" actId="1076"/>
          <ac:picMkLst>
            <pc:docMk/>
            <pc:sldMk cId="3029084822" sldId="323"/>
            <ac:picMk id="7" creationId="{CC1D49A8-0710-7A16-3A2E-3DA0C2A043DF}"/>
          </ac:picMkLst>
        </pc:picChg>
      </pc:sldChg>
      <pc:sldChg chg="addSp delSp modSp mod">
        <pc:chgData name="Ahmed Minhaz Uddin" userId="fe017d4acf2b71dd" providerId="LiveId" clId="{5DB3CBBD-23D6-4064-94D9-2CE3D4122086}" dt="2023-02-15T03:08:25.052" v="669" actId="478"/>
        <pc:sldMkLst>
          <pc:docMk/>
          <pc:sldMk cId="4128772693" sldId="325"/>
        </pc:sldMkLst>
        <pc:picChg chg="mod">
          <ac:chgData name="Ahmed Minhaz Uddin" userId="fe017d4acf2b71dd" providerId="LiveId" clId="{5DB3CBBD-23D6-4064-94D9-2CE3D4122086}" dt="2023-02-15T03:08:06.080" v="663" actId="1076"/>
          <ac:picMkLst>
            <pc:docMk/>
            <pc:sldMk cId="4128772693" sldId="325"/>
            <ac:picMk id="4" creationId="{00000000-0000-0000-0000-000000000000}"/>
          </ac:picMkLst>
        </pc:picChg>
        <pc:picChg chg="add del mod">
          <ac:chgData name="Ahmed Minhaz Uddin" userId="fe017d4acf2b71dd" providerId="LiveId" clId="{5DB3CBBD-23D6-4064-94D9-2CE3D4122086}" dt="2023-02-15T03:08:25.052" v="669" actId="478"/>
          <ac:picMkLst>
            <pc:docMk/>
            <pc:sldMk cId="4128772693" sldId="325"/>
            <ac:picMk id="6" creationId="{096EDB61-6131-27FF-B83D-D8E85756155E}"/>
          </ac:picMkLst>
        </pc:picChg>
      </pc:sldChg>
      <pc:sldChg chg="del">
        <pc:chgData name="Ahmed Minhaz Uddin" userId="fe017d4acf2b71dd" providerId="LiveId" clId="{5DB3CBBD-23D6-4064-94D9-2CE3D4122086}" dt="2023-02-14T16:56:42.342" v="50" actId="47"/>
        <pc:sldMkLst>
          <pc:docMk/>
          <pc:sldMk cId="1126176768" sldId="329"/>
        </pc:sldMkLst>
      </pc:sldChg>
      <pc:sldChg chg="modSp mod">
        <pc:chgData name="Ahmed Minhaz Uddin" userId="fe017d4acf2b71dd" providerId="LiveId" clId="{5DB3CBBD-23D6-4064-94D9-2CE3D4122086}" dt="2023-02-14T16:30:16.033" v="1" actId="6549"/>
        <pc:sldMkLst>
          <pc:docMk/>
          <pc:sldMk cId="819331331" sldId="330"/>
        </pc:sldMkLst>
        <pc:graphicFrameChg chg="modGraphic">
          <ac:chgData name="Ahmed Minhaz Uddin" userId="fe017d4acf2b71dd" providerId="LiveId" clId="{5DB3CBBD-23D6-4064-94D9-2CE3D4122086}" dt="2023-02-14T16:30:16.033" v="1" actId="6549"/>
          <ac:graphicFrameMkLst>
            <pc:docMk/>
            <pc:sldMk cId="819331331" sldId="330"/>
            <ac:graphicFrameMk id="4" creationId="{00000000-0000-0000-0000-000000000000}"/>
          </ac:graphicFrameMkLst>
        </pc:graphicFrameChg>
      </pc:sldChg>
      <pc:sldChg chg="modSp mod">
        <pc:chgData name="Ahmed Minhaz Uddin" userId="fe017d4acf2b71dd" providerId="LiveId" clId="{5DB3CBBD-23D6-4064-94D9-2CE3D4122086}" dt="2023-02-15T03:19:02.506" v="776" actId="20577"/>
        <pc:sldMkLst>
          <pc:docMk/>
          <pc:sldMk cId="3437585707" sldId="332"/>
        </pc:sldMkLst>
        <pc:graphicFrameChg chg="modGraphic">
          <ac:chgData name="Ahmed Minhaz Uddin" userId="fe017d4acf2b71dd" providerId="LiveId" clId="{5DB3CBBD-23D6-4064-94D9-2CE3D4122086}" dt="2023-02-15T03:19:02.506" v="776" actId="20577"/>
          <ac:graphicFrameMkLst>
            <pc:docMk/>
            <pc:sldMk cId="3437585707" sldId="332"/>
            <ac:graphicFrameMk id="5" creationId="{00000000-0000-0000-0000-000000000000}"/>
          </ac:graphicFrameMkLst>
        </pc:graphicFrameChg>
      </pc:sldChg>
      <pc:sldChg chg="addSp delSp modSp new mod ord">
        <pc:chgData name="Ahmed Minhaz Uddin" userId="fe017d4acf2b71dd" providerId="LiveId" clId="{5DB3CBBD-23D6-4064-94D9-2CE3D4122086}" dt="2023-02-15T03:26:23.909" v="837" actId="6549"/>
        <pc:sldMkLst>
          <pc:docMk/>
          <pc:sldMk cId="3501180707" sldId="333"/>
        </pc:sldMkLst>
        <pc:spChg chg="mod">
          <ac:chgData name="Ahmed Minhaz Uddin" userId="fe017d4acf2b71dd" providerId="LiveId" clId="{5DB3CBBD-23D6-4064-94D9-2CE3D4122086}" dt="2023-02-14T17:48:01.740" v="140" actId="14100"/>
          <ac:spMkLst>
            <pc:docMk/>
            <pc:sldMk cId="3501180707" sldId="333"/>
            <ac:spMk id="2" creationId="{014F4813-FB8C-854E-3AAB-9FE6757C20F8}"/>
          </ac:spMkLst>
        </pc:spChg>
        <pc:spChg chg="del">
          <ac:chgData name="Ahmed Minhaz Uddin" userId="fe017d4acf2b71dd" providerId="LiveId" clId="{5DB3CBBD-23D6-4064-94D9-2CE3D4122086}" dt="2023-02-14T17:46:45.284" v="80" actId="22"/>
          <ac:spMkLst>
            <pc:docMk/>
            <pc:sldMk cId="3501180707" sldId="333"/>
            <ac:spMk id="3" creationId="{577F45B6-FB49-5314-E117-27DE920AF003}"/>
          </ac:spMkLst>
        </pc:spChg>
        <pc:spChg chg="add mod">
          <ac:chgData name="Ahmed Minhaz Uddin" userId="fe017d4acf2b71dd" providerId="LiveId" clId="{5DB3CBBD-23D6-4064-94D9-2CE3D4122086}" dt="2023-02-15T03:26:23.909" v="837" actId="6549"/>
          <ac:spMkLst>
            <pc:docMk/>
            <pc:sldMk cId="3501180707" sldId="333"/>
            <ac:spMk id="6" creationId="{0B18C004-F3ED-13F1-9E6A-098D92EE6C24}"/>
          </ac:spMkLst>
        </pc:spChg>
        <pc:picChg chg="add mod ord">
          <ac:chgData name="Ahmed Minhaz Uddin" userId="fe017d4acf2b71dd" providerId="LiveId" clId="{5DB3CBBD-23D6-4064-94D9-2CE3D4122086}" dt="2023-02-14T17:46:52.925" v="82" actId="14100"/>
          <ac:picMkLst>
            <pc:docMk/>
            <pc:sldMk cId="3501180707" sldId="333"/>
            <ac:picMk id="5" creationId="{53846CBE-9F2F-95DF-F45A-B8012387B185}"/>
          </ac:picMkLst>
        </pc:picChg>
      </pc:sldChg>
      <pc:sldChg chg="addSp delSp modSp new mod">
        <pc:chgData name="Ahmed Minhaz Uddin" userId="fe017d4acf2b71dd" providerId="LiveId" clId="{5DB3CBBD-23D6-4064-94D9-2CE3D4122086}" dt="2023-02-15T03:11:19.552" v="717" actId="1076"/>
        <pc:sldMkLst>
          <pc:docMk/>
          <pc:sldMk cId="126687882" sldId="334"/>
        </pc:sldMkLst>
        <pc:spChg chg="mod">
          <ac:chgData name="Ahmed Minhaz Uddin" userId="fe017d4acf2b71dd" providerId="LiveId" clId="{5DB3CBBD-23D6-4064-94D9-2CE3D4122086}" dt="2023-02-15T03:11:12.516" v="714" actId="20577"/>
          <ac:spMkLst>
            <pc:docMk/>
            <pc:sldMk cId="126687882" sldId="334"/>
            <ac:spMk id="2" creationId="{DD7EC9C4-6603-4A62-AC7C-625B89E902BB}"/>
          </ac:spMkLst>
        </pc:spChg>
        <pc:spChg chg="del">
          <ac:chgData name="Ahmed Minhaz Uddin" userId="fe017d4acf2b71dd" providerId="LiveId" clId="{5DB3CBBD-23D6-4064-94D9-2CE3D4122086}" dt="2023-02-15T03:10:39.837" v="686" actId="22"/>
          <ac:spMkLst>
            <pc:docMk/>
            <pc:sldMk cId="126687882" sldId="334"/>
            <ac:spMk id="3" creationId="{41BE4412-20C0-1BE4-A26F-5B6B5C8B9421}"/>
          </ac:spMkLst>
        </pc:spChg>
        <pc:picChg chg="add mod ord">
          <ac:chgData name="Ahmed Minhaz Uddin" userId="fe017d4acf2b71dd" providerId="LiveId" clId="{5DB3CBBD-23D6-4064-94D9-2CE3D4122086}" dt="2023-02-15T03:11:19.552" v="717" actId="1076"/>
          <ac:picMkLst>
            <pc:docMk/>
            <pc:sldMk cId="126687882" sldId="334"/>
            <ac:picMk id="5" creationId="{6A772ED3-0B43-0086-5090-88200CA557D2}"/>
          </ac:picMkLst>
        </pc:picChg>
      </pc:sldChg>
      <pc:sldChg chg="addSp delSp modSp new mod">
        <pc:chgData name="Ahmed Minhaz Uddin" userId="fe017d4acf2b71dd" providerId="LiveId" clId="{5DB3CBBD-23D6-4064-94D9-2CE3D4122086}" dt="2023-02-15T03:27:51.430" v="851" actId="14100"/>
        <pc:sldMkLst>
          <pc:docMk/>
          <pc:sldMk cId="2700269264" sldId="335"/>
        </pc:sldMkLst>
        <pc:spChg chg="mod">
          <ac:chgData name="Ahmed Minhaz Uddin" userId="fe017d4acf2b71dd" providerId="LiveId" clId="{5DB3CBBD-23D6-4064-94D9-2CE3D4122086}" dt="2023-02-14T17:58:41.252" v="198" actId="113"/>
          <ac:spMkLst>
            <pc:docMk/>
            <pc:sldMk cId="2700269264" sldId="335"/>
            <ac:spMk id="2" creationId="{1EB39547-28B9-118D-27E8-77BA488BB3FC}"/>
          </ac:spMkLst>
        </pc:spChg>
        <pc:spChg chg="del">
          <ac:chgData name="Ahmed Minhaz Uddin" userId="fe017d4acf2b71dd" providerId="LiveId" clId="{5DB3CBBD-23D6-4064-94D9-2CE3D4122086}" dt="2023-02-14T17:49:38.145" v="144" actId="22"/>
          <ac:spMkLst>
            <pc:docMk/>
            <pc:sldMk cId="2700269264" sldId="335"/>
            <ac:spMk id="3" creationId="{3C558179-6AAB-2734-7531-D052F94D9046}"/>
          </ac:spMkLst>
        </pc:spChg>
        <pc:spChg chg="add mod">
          <ac:chgData name="Ahmed Minhaz Uddin" userId="fe017d4acf2b71dd" providerId="LiveId" clId="{5DB3CBBD-23D6-4064-94D9-2CE3D4122086}" dt="2023-02-14T17:52:38.310" v="177" actId="1076"/>
          <ac:spMkLst>
            <pc:docMk/>
            <pc:sldMk cId="2700269264" sldId="335"/>
            <ac:spMk id="7" creationId="{713834CA-ACD2-1A61-6E56-00794CB24E91}"/>
          </ac:spMkLst>
        </pc:spChg>
        <pc:spChg chg="add mod">
          <ac:chgData name="Ahmed Minhaz Uddin" userId="fe017d4acf2b71dd" providerId="LiveId" clId="{5DB3CBBD-23D6-4064-94D9-2CE3D4122086}" dt="2023-02-15T03:26:50.966" v="848" actId="6549"/>
          <ac:spMkLst>
            <pc:docMk/>
            <pc:sldMk cId="2700269264" sldId="335"/>
            <ac:spMk id="8" creationId="{C5C1D304-35BF-3142-D138-34CE52674042}"/>
          </ac:spMkLst>
        </pc:spChg>
        <pc:spChg chg="add mod">
          <ac:chgData name="Ahmed Minhaz Uddin" userId="fe017d4acf2b71dd" providerId="LiveId" clId="{5DB3CBBD-23D6-4064-94D9-2CE3D4122086}" dt="2023-02-15T03:27:51.430" v="851" actId="14100"/>
          <ac:spMkLst>
            <pc:docMk/>
            <pc:sldMk cId="2700269264" sldId="335"/>
            <ac:spMk id="10" creationId="{2FF2FB4E-3751-1B26-8A1B-4D1B05FA62A0}"/>
          </ac:spMkLst>
        </pc:spChg>
        <pc:picChg chg="add mod ord">
          <ac:chgData name="Ahmed Minhaz Uddin" userId="fe017d4acf2b71dd" providerId="LiveId" clId="{5DB3CBBD-23D6-4064-94D9-2CE3D4122086}" dt="2023-02-14T17:49:39.698" v="145" actId="1076"/>
          <ac:picMkLst>
            <pc:docMk/>
            <pc:sldMk cId="2700269264" sldId="335"/>
            <ac:picMk id="5" creationId="{F799839A-6E75-EB10-18CD-2F934BA392F3}"/>
          </ac:picMkLst>
        </pc:picChg>
      </pc:sldChg>
      <pc:sldChg chg="modSp new mod">
        <pc:chgData name="Ahmed Minhaz Uddin" userId="fe017d4acf2b71dd" providerId="LiveId" clId="{5DB3CBBD-23D6-4064-94D9-2CE3D4122086}" dt="2023-02-15T03:50:29.215" v="1020" actId="20577"/>
        <pc:sldMkLst>
          <pc:docMk/>
          <pc:sldMk cId="3278000265" sldId="336"/>
        </pc:sldMkLst>
        <pc:spChg chg="mod">
          <ac:chgData name="Ahmed Minhaz Uddin" userId="fe017d4acf2b71dd" providerId="LiveId" clId="{5DB3CBBD-23D6-4064-94D9-2CE3D4122086}" dt="2023-02-14T17:50:35.103" v="162" actId="20577"/>
          <ac:spMkLst>
            <pc:docMk/>
            <pc:sldMk cId="3278000265" sldId="336"/>
            <ac:spMk id="2" creationId="{D5058B63-5687-ABCA-9723-F79234EBDBA8}"/>
          </ac:spMkLst>
        </pc:spChg>
        <pc:spChg chg="mod">
          <ac:chgData name="Ahmed Minhaz Uddin" userId="fe017d4acf2b71dd" providerId="LiveId" clId="{5DB3CBBD-23D6-4064-94D9-2CE3D4122086}" dt="2023-02-15T03:50:29.215" v="1020" actId="20577"/>
          <ac:spMkLst>
            <pc:docMk/>
            <pc:sldMk cId="3278000265" sldId="336"/>
            <ac:spMk id="3" creationId="{3B665B77-549D-C2CE-85FF-37864505A5BE}"/>
          </ac:spMkLst>
        </pc:spChg>
      </pc:sldChg>
      <pc:sldChg chg="addSp delSp modSp new del mod">
        <pc:chgData name="Ahmed Minhaz Uddin" userId="fe017d4acf2b71dd" providerId="LiveId" clId="{5DB3CBBD-23D6-4064-94D9-2CE3D4122086}" dt="2023-02-15T03:24:34.477" v="817" actId="47"/>
        <pc:sldMkLst>
          <pc:docMk/>
          <pc:sldMk cId="1351799153" sldId="337"/>
        </pc:sldMkLst>
        <pc:spChg chg="mod">
          <ac:chgData name="Ahmed Minhaz Uddin" userId="fe017d4acf2b71dd" providerId="LiveId" clId="{5DB3CBBD-23D6-4064-94D9-2CE3D4122086}" dt="2023-02-15T02:45:35.644" v="441" actId="20577"/>
          <ac:spMkLst>
            <pc:docMk/>
            <pc:sldMk cId="1351799153" sldId="337"/>
            <ac:spMk id="3" creationId="{261BC0A0-D05F-19AB-CEC3-2C5B37D9BD62}"/>
          </ac:spMkLst>
        </pc:spChg>
        <pc:spChg chg="add del mod">
          <ac:chgData name="Ahmed Minhaz Uddin" userId="fe017d4acf2b71dd" providerId="LiveId" clId="{5DB3CBBD-23D6-4064-94D9-2CE3D4122086}" dt="2023-02-14T17:52:55.777" v="188" actId="22"/>
          <ac:spMkLst>
            <pc:docMk/>
            <pc:sldMk cId="1351799153" sldId="337"/>
            <ac:spMk id="5" creationId="{13F57DEA-7887-2165-9E0D-8DFB7B6A810A}"/>
          </ac:spMkLst>
        </pc:spChg>
      </pc:sldChg>
      <pc:sldChg chg="addSp delSp modSp add mod">
        <pc:chgData name="Ahmed Minhaz Uddin" userId="fe017d4acf2b71dd" providerId="LiveId" clId="{5DB3CBBD-23D6-4064-94D9-2CE3D4122086}" dt="2023-02-15T03:24:30.119" v="816" actId="20577"/>
        <pc:sldMkLst>
          <pc:docMk/>
          <pc:sldMk cId="2811527736" sldId="338"/>
        </pc:sldMkLst>
        <pc:spChg chg="mod">
          <ac:chgData name="Ahmed Minhaz Uddin" userId="fe017d4acf2b71dd" providerId="LiveId" clId="{5DB3CBBD-23D6-4064-94D9-2CE3D4122086}" dt="2023-02-15T02:37:46.692" v="431" actId="20577"/>
          <ac:spMkLst>
            <pc:docMk/>
            <pc:sldMk cId="2811527736" sldId="338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7:27.331" v="405" actId="22"/>
          <ac:spMkLst>
            <pc:docMk/>
            <pc:sldMk cId="2811527736" sldId="338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3:24:30.119" v="816" actId="20577"/>
          <ac:spMkLst>
            <pc:docMk/>
            <pc:sldMk cId="2811527736" sldId="338"/>
            <ac:spMk id="6" creationId="{A2BEAD2D-F3F1-8720-3F54-3016F15B0911}"/>
          </ac:spMkLst>
        </pc:spChg>
        <pc:picChg chg="add mod ord">
          <ac:chgData name="Ahmed Minhaz Uddin" userId="fe017d4acf2b71dd" providerId="LiveId" clId="{5DB3CBBD-23D6-4064-94D9-2CE3D4122086}" dt="2023-02-15T02:37:49.930" v="432" actId="1076"/>
          <ac:picMkLst>
            <pc:docMk/>
            <pc:sldMk cId="2811527736" sldId="338"/>
            <ac:picMk id="5" creationId="{399EF0CE-43DB-536C-AC14-81EECA72857C}"/>
          </ac:picMkLst>
        </pc:picChg>
      </pc:sldChg>
      <pc:sldChg chg="addSp delSp modSp add mod">
        <pc:chgData name="Ahmed Minhaz Uddin" userId="fe017d4acf2b71dd" providerId="LiveId" clId="{5DB3CBBD-23D6-4064-94D9-2CE3D4122086}" dt="2023-02-15T03:24:48.915" v="819" actId="1076"/>
        <pc:sldMkLst>
          <pc:docMk/>
          <pc:sldMk cId="3823478326" sldId="339"/>
        </pc:sldMkLst>
        <pc:spChg chg="mod">
          <ac:chgData name="Ahmed Minhaz Uddin" userId="fe017d4acf2b71dd" providerId="LiveId" clId="{5DB3CBBD-23D6-4064-94D9-2CE3D4122086}" dt="2023-02-15T02:36:01.154" v="403" actId="20577"/>
          <ac:spMkLst>
            <pc:docMk/>
            <pc:sldMk cId="3823478326" sldId="339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4:59.663" v="372" actId="22"/>
          <ac:spMkLst>
            <pc:docMk/>
            <pc:sldMk cId="3823478326" sldId="339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2:35:30.123" v="376" actId="1076"/>
          <ac:spMkLst>
            <pc:docMk/>
            <pc:sldMk cId="3823478326" sldId="339"/>
            <ac:spMk id="7" creationId="{792031AD-49F6-83E6-D8E0-B4C4DF6E2359}"/>
          </ac:spMkLst>
        </pc:spChg>
        <pc:spChg chg="add mod">
          <ac:chgData name="Ahmed Minhaz Uddin" userId="fe017d4acf2b71dd" providerId="LiveId" clId="{5DB3CBBD-23D6-4064-94D9-2CE3D4122086}" dt="2023-02-15T03:24:48.915" v="819" actId="1076"/>
          <ac:spMkLst>
            <pc:docMk/>
            <pc:sldMk cId="3823478326" sldId="339"/>
            <ac:spMk id="8" creationId="{CE69FF92-D9E9-1548-01D6-A4D151169D26}"/>
          </ac:spMkLst>
        </pc:spChg>
        <pc:picChg chg="add mod ord">
          <ac:chgData name="Ahmed Minhaz Uddin" userId="fe017d4acf2b71dd" providerId="LiveId" clId="{5DB3CBBD-23D6-4064-94D9-2CE3D4122086}" dt="2023-02-15T02:36:05.457" v="404" actId="1076"/>
          <ac:picMkLst>
            <pc:docMk/>
            <pc:sldMk cId="3823478326" sldId="339"/>
            <ac:picMk id="5" creationId="{3EB4E240-BB9E-D81F-C0DB-C2A1122B2D22}"/>
          </ac:picMkLst>
        </pc:picChg>
      </pc:sldChg>
      <pc:sldChg chg="addSp delSp modSp add mod">
        <pc:chgData name="Ahmed Minhaz Uddin" userId="fe017d4acf2b71dd" providerId="LiveId" clId="{5DB3CBBD-23D6-4064-94D9-2CE3D4122086}" dt="2023-02-15T03:24:54.971" v="820"/>
        <pc:sldMkLst>
          <pc:docMk/>
          <pc:sldMk cId="181365937" sldId="340"/>
        </pc:sldMkLst>
        <pc:spChg chg="mod">
          <ac:chgData name="Ahmed Minhaz Uddin" userId="fe017d4acf2b71dd" providerId="LiveId" clId="{5DB3CBBD-23D6-4064-94D9-2CE3D4122086}" dt="2023-02-15T02:33:59.234" v="371" actId="20577"/>
          <ac:spMkLst>
            <pc:docMk/>
            <pc:sldMk cId="181365937" sldId="340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3:14.519" v="340" actId="22"/>
          <ac:spMkLst>
            <pc:docMk/>
            <pc:sldMk cId="181365937" sldId="340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3:24:54.971" v="820"/>
          <ac:spMkLst>
            <pc:docMk/>
            <pc:sldMk cId="181365937" sldId="340"/>
            <ac:spMk id="6" creationId="{586C29D6-0B6F-1720-81B7-C1EE09F37C3B}"/>
          </ac:spMkLst>
        </pc:spChg>
        <pc:picChg chg="add mod ord">
          <ac:chgData name="Ahmed Minhaz Uddin" userId="fe017d4acf2b71dd" providerId="LiveId" clId="{5DB3CBBD-23D6-4064-94D9-2CE3D4122086}" dt="2023-02-15T02:33:27.310" v="343" actId="1076"/>
          <ac:picMkLst>
            <pc:docMk/>
            <pc:sldMk cId="181365937" sldId="340"/>
            <ac:picMk id="5" creationId="{1C09FDD3-358A-1445-5971-D1A8231030BB}"/>
          </ac:picMkLst>
        </pc:picChg>
      </pc:sldChg>
      <pc:sldChg chg="modSp add del mod">
        <pc:chgData name="Ahmed Minhaz Uddin" userId="fe017d4acf2b71dd" providerId="LiveId" clId="{5DB3CBBD-23D6-4064-94D9-2CE3D4122086}" dt="2023-02-15T03:25:16.765" v="826" actId="47"/>
        <pc:sldMkLst>
          <pc:docMk/>
          <pc:sldMk cId="4104565786" sldId="341"/>
        </pc:sldMkLst>
        <pc:spChg chg="mod">
          <ac:chgData name="Ahmed Minhaz Uddin" userId="fe017d4acf2b71dd" providerId="LiveId" clId="{5DB3CBBD-23D6-4064-94D9-2CE3D4122086}" dt="2023-02-15T02:32:14.859" v="339" actId="20577"/>
          <ac:spMkLst>
            <pc:docMk/>
            <pc:sldMk cId="4104565786" sldId="341"/>
            <ac:spMk id="3" creationId="{261BC0A0-D05F-19AB-CEC3-2C5B37D9BD62}"/>
          </ac:spMkLst>
        </pc:spChg>
      </pc:sldChg>
      <pc:sldChg chg="addSp delSp modSp add mod">
        <pc:chgData name="Ahmed Minhaz Uddin" userId="fe017d4acf2b71dd" providerId="LiveId" clId="{5DB3CBBD-23D6-4064-94D9-2CE3D4122086}" dt="2023-02-15T03:25:11.981" v="825" actId="20577"/>
        <pc:sldMkLst>
          <pc:docMk/>
          <pc:sldMk cId="3708965879" sldId="342"/>
        </pc:sldMkLst>
        <pc:spChg chg="mod">
          <ac:chgData name="Ahmed Minhaz Uddin" userId="fe017d4acf2b71dd" providerId="LiveId" clId="{5DB3CBBD-23D6-4064-94D9-2CE3D4122086}" dt="2023-02-15T02:29:44.807" v="294" actId="20577"/>
          <ac:spMkLst>
            <pc:docMk/>
            <pc:sldMk cId="3708965879" sldId="342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30:25.174" v="295" actId="22"/>
          <ac:spMkLst>
            <pc:docMk/>
            <pc:sldMk cId="3708965879" sldId="342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2:31:07.156" v="301" actId="1076"/>
          <ac:spMkLst>
            <pc:docMk/>
            <pc:sldMk cId="3708965879" sldId="342"/>
            <ac:spMk id="7" creationId="{321486F0-896E-A3B7-634D-837513974CEC}"/>
          </ac:spMkLst>
        </pc:spChg>
        <pc:spChg chg="add mod">
          <ac:chgData name="Ahmed Minhaz Uddin" userId="fe017d4acf2b71dd" providerId="LiveId" clId="{5DB3CBBD-23D6-4064-94D9-2CE3D4122086}" dt="2023-02-15T03:25:11.981" v="825" actId="20577"/>
          <ac:spMkLst>
            <pc:docMk/>
            <pc:sldMk cId="3708965879" sldId="342"/>
            <ac:spMk id="8" creationId="{120DE75A-812A-1866-E952-F74F0A913819}"/>
          </ac:spMkLst>
        </pc:spChg>
        <pc:picChg chg="add mod ord">
          <ac:chgData name="Ahmed Minhaz Uddin" userId="fe017d4acf2b71dd" providerId="LiveId" clId="{5DB3CBBD-23D6-4064-94D9-2CE3D4122086}" dt="2023-02-15T02:30:25.174" v="295" actId="22"/>
          <ac:picMkLst>
            <pc:docMk/>
            <pc:sldMk cId="3708965879" sldId="342"/>
            <ac:picMk id="5" creationId="{A4774607-E576-9FB8-D775-3F0CCCE3793B}"/>
          </ac:picMkLst>
        </pc:picChg>
      </pc:sldChg>
      <pc:sldChg chg="addSp delSp modSp add mod">
        <pc:chgData name="Ahmed Minhaz Uddin" userId="fe017d4acf2b71dd" providerId="LiveId" clId="{5DB3CBBD-23D6-4064-94D9-2CE3D4122086}" dt="2023-02-15T03:26:39.170" v="840" actId="20577"/>
        <pc:sldMkLst>
          <pc:docMk/>
          <pc:sldMk cId="2254809256" sldId="343"/>
        </pc:sldMkLst>
        <pc:spChg chg="mod">
          <ac:chgData name="Ahmed Minhaz Uddin" userId="fe017d4acf2b71dd" providerId="LiveId" clId="{5DB3CBBD-23D6-4064-94D9-2CE3D4122086}" dt="2023-02-14T18:01:42.799" v="267" actId="20577"/>
          <ac:spMkLst>
            <pc:docMk/>
            <pc:sldMk cId="2254809256" sldId="343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5T02:28:04.485" v="268" actId="22"/>
          <ac:spMkLst>
            <pc:docMk/>
            <pc:sldMk cId="2254809256" sldId="343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2:29:00.388" v="276" actId="12"/>
          <ac:spMkLst>
            <pc:docMk/>
            <pc:sldMk cId="2254809256" sldId="343"/>
            <ac:spMk id="7" creationId="{0ADB8D9B-A9E4-D006-3A87-A9116F6E4C0A}"/>
          </ac:spMkLst>
        </pc:spChg>
        <pc:spChg chg="add mod">
          <ac:chgData name="Ahmed Minhaz Uddin" userId="fe017d4acf2b71dd" providerId="LiveId" clId="{5DB3CBBD-23D6-4064-94D9-2CE3D4122086}" dt="2023-02-15T03:26:39.170" v="840" actId="20577"/>
          <ac:spMkLst>
            <pc:docMk/>
            <pc:sldMk cId="2254809256" sldId="343"/>
            <ac:spMk id="8" creationId="{A303554F-2257-F60E-B63D-D0188CFA46CD}"/>
          </ac:spMkLst>
        </pc:spChg>
        <pc:picChg chg="add mod ord">
          <ac:chgData name="Ahmed Minhaz Uddin" userId="fe017d4acf2b71dd" providerId="LiveId" clId="{5DB3CBBD-23D6-4064-94D9-2CE3D4122086}" dt="2023-02-15T02:28:37.300" v="271" actId="1076"/>
          <ac:picMkLst>
            <pc:docMk/>
            <pc:sldMk cId="2254809256" sldId="343"/>
            <ac:picMk id="5" creationId="{0A1286AB-BB48-ED6C-1D83-808A270BD69F}"/>
          </ac:picMkLst>
        </pc:picChg>
      </pc:sldChg>
      <pc:sldChg chg="addSp delSp modSp add mod">
        <pc:chgData name="Ahmed Minhaz Uddin" userId="fe017d4acf2b71dd" providerId="LiveId" clId="{5DB3CBBD-23D6-4064-94D9-2CE3D4122086}" dt="2023-02-15T03:26:45.314" v="844" actId="6549"/>
        <pc:sldMkLst>
          <pc:docMk/>
          <pc:sldMk cId="590646886" sldId="344"/>
        </pc:sldMkLst>
        <pc:spChg chg="mod">
          <ac:chgData name="Ahmed Minhaz Uddin" userId="fe017d4acf2b71dd" providerId="LiveId" clId="{5DB3CBBD-23D6-4064-94D9-2CE3D4122086}" dt="2023-02-14T17:59:58.058" v="237" actId="14100"/>
          <ac:spMkLst>
            <pc:docMk/>
            <pc:sldMk cId="590646886" sldId="344"/>
            <ac:spMk id="2" creationId="{A4FB3FF0-905D-ED46-B873-9C1CBA0DE0B6}"/>
          </ac:spMkLst>
        </pc:spChg>
        <pc:spChg chg="del">
          <ac:chgData name="Ahmed Minhaz Uddin" userId="fe017d4acf2b71dd" providerId="LiveId" clId="{5DB3CBBD-23D6-4064-94D9-2CE3D4122086}" dt="2023-02-14T17:58:29.300" v="196" actId="22"/>
          <ac:spMkLst>
            <pc:docMk/>
            <pc:sldMk cId="590646886" sldId="344"/>
            <ac:spMk id="3" creationId="{261BC0A0-D05F-19AB-CEC3-2C5B37D9BD62}"/>
          </ac:spMkLst>
        </pc:spChg>
        <pc:spChg chg="add mod">
          <ac:chgData name="Ahmed Minhaz Uddin" userId="fe017d4acf2b71dd" providerId="LiveId" clId="{5DB3CBBD-23D6-4064-94D9-2CE3D4122086}" dt="2023-02-15T03:26:45.314" v="844" actId="6549"/>
          <ac:spMkLst>
            <pc:docMk/>
            <pc:sldMk cId="590646886" sldId="344"/>
            <ac:spMk id="6" creationId="{C7241019-D965-5390-EBDF-E88E18178A84}"/>
          </ac:spMkLst>
        </pc:spChg>
        <pc:picChg chg="add mod ord">
          <ac:chgData name="Ahmed Minhaz Uddin" userId="fe017d4acf2b71dd" providerId="LiveId" clId="{5DB3CBBD-23D6-4064-94D9-2CE3D4122086}" dt="2023-02-14T18:00:09.002" v="242" actId="1076"/>
          <ac:picMkLst>
            <pc:docMk/>
            <pc:sldMk cId="590646886" sldId="344"/>
            <ac:picMk id="5" creationId="{77D95818-B4A5-9616-01B4-FD807DF69B5D}"/>
          </ac:picMkLst>
        </pc:picChg>
      </pc:sldChg>
      <pc:sldChg chg="addSp delSp modSp new mod">
        <pc:chgData name="Ahmed Minhaz Uddin" userId="fe017d4acf2b71dd" providerId="LiveId" clId="{5DB3CBBD-23D6-4064-94D9-2CE3D4122086}" dt="2023-02-15T03:23:57.935" v="800" actId="1076"/>
        <pc:sldMkLst>
          <pc:docMk/>
          <pc:sldMk cId="4130403492" sldId="345"/>
        </pc:sldMkLst>
        <pc:spChg chg="mod">
          <ac:chgData name="Ahmed Minhaz Uddin" userId="fe017d4acf2b71dd" providerId="LiveId" clId="{5DB3CBBD-23D6-4064-94D9-2CE3D4122086}" dt="2023-02-15T02:47:19.633" v="478" actId="20577"/>
          <ac:spMkLst>
            <pc:docMk/>
            <pc:sldMk cId="4130403492" sldId="345"/>
            <ac:spMk id="2" creationId="{983D593E-6215-8699-8B9F-7E3CB1840CDB}"/>
          </ac:spMkLst>
        </pc:spChg>
        <pc:spChg chg="del">
          <ac:chgData name="Ahmed Minhaz Uddin" userId="fe017d4acf2b71dd" providerId="LiveId" clId="{5DB3CBBD-23D6-4064-94D9-2CE3D4122086}" dt="2023-02-15T02:46:57.770" v="443" actId="22"/>
          <ac:spMkLst>
            <pc:docMk/>
            <pc:sldMk cId="4130403492" sldId="345"/>
            <ac:spMk id="3" creationId="{B38474A1-2056-E1EE-BADF-5E8DBFBEE40F}"/>
          </ac:spMkLst>
        </pc:spChg>
        <pc:spChg chg="add mod">
          <ac:chgData name="Ahmed Minhaz Uddin" userId="fe017d4acf2b71dd" providerId="LiveId" clId="{5DB3CBBD-23D6-4064-94D9-2CE3D4122086}" dt="2023-02-15T03:23:57.935" v="800" actId="1076"/>
          <ac:spMkLst>
            <pc:docMk/>
            <pc:sldMk cId="4130403492" sldId="345"/>
            <ac:spMk id="6" creationId="{ACCDB614-D50C-E4CE-5414-311EA93B3398}"/>
          </ac:spMkLst>
        </pc:spChg>
        <pc:picChg chg="add mod ord">
          <ac:chgData name="Ahmed Minhaz Uddin" userId="fe017d4acf2b71dd" providerId="LiveId" clId="{5DB3CBBD-23D6-4064-94D9-2CE3D4122086}" dt="2023-02-15T02:47:33.257" v="482" actId="1076"/>
          <ac:picMkLst>
            <pc:docMk/>
            <pc:sldMk cId="4130403492" sldId="345"/>
            <ac:picMk id="5" creationId="{C78C5E6D-D219-D4DD-FAA3-F53901782D3C}"/>
          </ac:picMkLst>
        </pc:picChg>
      </pc:sldChg>
      <pc:sldChg chg="addSp delSp modSp new mod">
        <pc:chgData name="Ahmed Minhaz Uddin" userId="fe017d4acf2b71dd" providerId="LiveId" clId="{5DB3CBBD-23D6-4064-94D9-2CE3D4122086}" dt="2023-02-15T03:23:44.487" v="798" actId="1076"/>
        <pc:sldMkLst>
          <pc:docMk/>
          <pc:sldMk cId="3739826553" sldId="346"/>
        </pc:sldMkLst>
        <pc:spChg chg="mod">
          <ac:chgData name="Ahmed Minhaz Uddin" userId="fe017d4acf2b71dd" providerId="LiveId" clId="{5DB3CBBD-23D6-4064-94D9-2CE3D4122086}" dt="2023-02-15T02:51:49.431" v="535" actId="20577"/>
          <ac:spMkLst>
            <pc:docMk/>
            <pc:sldMk cId="3739826553" sldId="346"/>
            <ac:spMk id="2" creationId="{DACB37BD-4CB9-9E37-3F6E-E9DF353409B7}"/>
          </ac:spMkLst>
        </pc:spChg>
        <pc:spChg chg="del">
          <ac:chgData name="Ahmed Minhaz Uddin" userId="fe017d4acf2b71dd" providerId="LiveId" clId="{5DB3CBBD-23D6-4064-94D9-2CE3D4122086}" dt="2023-02-15T02:49:35.435" v="484" actId="22"/>
          <ac:spMkLst>
            <pc:docMk/>
            <pc:sldMk cId="3739826553" sldId="346"/>
            <ac:spMk id="3" creationId="{C646EFB5-6DE5-A344-2739-F2C98A21CDD2}"/>
          </ac:spMkLst>
        </pc:spChg>
        <pc:spChg chg="add mod">
          <ac:chgData name="Ahmed Minhaz Uddin" userId="fe017d4acf2b71dd" providerId="LiveId" clId="{5DB3CBBD-23D6-4064-94D9-2CE3D4122086}" dt="2023-02-15T03:23:44.487" v="798" actId="1076"/>
          <ac:spMkLst>
            <pc:docMk/>
            <pc:sldMk cId="3739826553" sldId="346"/>
            <ac:spMk id="6" creationId="{74E4F543-7619-23B3-0DF8-A74B954316D8}"/>
          </ac:spMkLst>
        </pc:spChg>
        <pc:picChg chg="add mod ord">
          <ac:chgData name="Ahmed Minhaz Uddin" userId="fe017d4acf2b71dd" providerId="LiveId" clId="{5DB3CBBD-23D6-4064-94D9-2CE3D4122086}" dt="2023-02-15T02:57:55.714" v="595" actId="14100"/>
          <ac:picMkLst>
            <pc:docMk/>
            <pc:sldMk cId="3739826553" sldId="346"/>
            <ac:picMk id="5" creationId="{AE9A5938-51F7-BC23-DB92-C95BE4D16A49}"/>
          </ac:picMkLst>
        </pc:picChg>
      </pc:sldChg>
      <pc:sldChg chg="addSp delSp modSp new mod">
        <pc:chgData name="Ahmed Minhaz Uddin" userId="fe017d4acf2b71dd" providerId="LiveId" clId="{5DB3CBBD-23D6-4064-94D9-2CE3D4122086}" dt="2023-02-15T03:23:24.535" v="795" actId="20577"/>
        <pc:sldMkLst>
          <pc:docMk/>
          <pc:sldMk cId="355879159" sldId="347"/>
        </pc:sldMkLst>
        <pc:spChg chg="mod">
          <ac:chgData name="Ahmed Minhaz Uddin" userId="fe017d4acf2b71dd" providerId="LiveId" clId="{5DB3CBBD-23D6-4064-94D9-2CE3D4122086}" dt="2023-02-15T02:54:07.125" v="575" actId="313"/>
          <ac:spMkLst>
            <pc:docMk/>
            <pc:sldMk cId="355879159" sldId="347"/>
            <ac:spMk id="2" creationId="{C01B8817-6849-1A3A-8FCB-D60B0ACEA911}"/>
          </ac:spMkLst>
        </pc:spChg>
        <pc:spChg chg="del">
          <ac:chgData name="Ahmed Minhaz Uddin" userId="fe017d4acf2b71dd" providerId="LiveId" clId="{5DB3CBBD-23D6-4064-94D9-2CE3D4122086}" dt="2023-02-15T02:53:43.552" v="537" actId="22"/>
          <ac:spMkLst>
            <pc:docMk/>
            <pc:sldMk cId="355879159" sldId="347"/>
            <ac:spMk id="3" creationId="{6AA03D1B-FBB3-3752-1ED2-2EC0FBB8D76E}"/>
          </ac:spMkLst>
        </pc:spChg>
        <pc:spChg chg="add mod">
          <ac:chgData name="Ahmed Minhaz Uddin" userId="fe017d4acf2b71dd" providerId="LiveId" clId="{5DB3CBBD-23D6-4064-94D9-2CE3D4122086}" dt="2023-02-15T03:23:24.535" v="795" actId="20577"/>
          <ac:spMkLst>
            <pc:docMk/>
            <pc:sldMk cId="355879159" sldId="347"/>
            <ac:spMk id="6" creationId="{828CC0F2-AAAE-44E6-68E7-32BDD0BF3043}"/>
          </ac:spMkLst>
        </pc:spChg>
        <pc:picChg chg="add mod ord">
          <ac:chgData name="Ahmed Minhaz Uddin" userId="fe017d4acf2b71dd" providerId="LiveId" clId="{5DB3CBBD-23D6-4064-94D9-2CE3D4122086}" dt="2023-02-15T02:57:49.336" v="594" actId="14100"/>
          <ac:picMkLst>
            <pc:docMk/>
            <pc:sldMk cId="355879159" sldId="347"/>
            <ac:picMk id="5" creationId="{9ADD1E44-2928-AE44-567E-1CCA1ECFA03F}"/>
          </ac:picMkLst>
        </pc:picChg>
      </pc:sldChg>
      <pc:sldChg chg="modSp new del mod">
        <pc:chgData name="Ahmed Minhaz Uddin" userId="fe017d4acf2b71dd" providerId="LiveId" clId="{5DB3CBBD-23D6-4064-94D9-2CE3D4122086}" dt="2023-02-15T03:23:31.772" v="796" actId="47"/>
        <pc:sldMkLst>
          <pc:docMk/>
          <pc:sldMk cId="1775331718" sldId="348"/>
        </pc:sldMkLst>
        <pc:spChg chg="mod">
          <ac:chgData name="Ahmed Minhaz Uddin" userId="fe017d4acf2b71dd" providerId="LiveId" clId="{5DB3CBBD-23D6-4064-94D9-2CE3D4122086}" dt="2023-02-15T02:55:07.930" v="591" actId="20577"/>
          <ac:spMkLst>
            <pc:docMk/>
            <pc:sldMk cId="1775331718" sldId="348"/>
            <ac:spMk id="3" creationId="{05A6655A-BCDC-7ED7-3796-FD2314E00715}"/>
          </ac:spMkLst>
        </pc:spChg>
      </pc:sldChg>
      <pc:sldChg chg="addSp delSp modSp new mod">
        <pc:chgData name="Ahmed Minhaz Uddin" userId="fe017d4acf2b71dd" providerId="LiveId" clId="{5DB3CBBD-23D6-4064-94D9-2CE3D4122086}" dt="2023-02-15T03:22:52.965" v="783" actId="404"/>
        <pc:sldMkLst>
          <pc:docMk/>
          <pc:sldMk cId="2123321107" sldId="349"/>
        </pc:sldMkLst>
        <pc:spChg chg="mod">
          <ac:chgData name="Ahmed Minhaz Uddin" userId="fe017d4acf2b71dd" providerId="LiveId" clId="{5DB3CBBD-23D6-4064-94D9-2CE3D4122086}" dt="2023-02-15T03:00:10.924" v="620" actId="20577"/>
          <ac:spMkLst>
            <pc:docMk/>
            <pc:sldMk cId="2123321107" sldId="349"/>
            <ac:spMk id="2" creationId="{BC9BFBF6-F91B-B66D-2910-5614A08F5508}"/>
          </ac:spMkLst>
        </pc:spChg>
        <pc:spChg chg="del">
          <ac:chgData name="Ahmed Minhaz Uddin" userId="fe017d4acf2b71dd" providerId="LiveId" clId="{5DB3CBBD-23D6-4064-94D9-2CE3D4122086}" dt="2023-02-15T02:59:26.436" v="597" actId="22"/>
          <ac:spMkLst>
            <pc:docMk/>
            <pc:sldMk cId="2123321107" sldId="349"/>
            <ac:spMk id="3" creationId="{ABA5221C-BD7A-ECAB-4920-E43AD7B47CEC}"/>
          </ac:spMkLst>
        </pc:spChg>
        <pc:spChg chg="add mod">
          <ac:chgData name="Ahmed Minhaz Uddin" userId="fe017d4acf2b71dd" providerId="LiveId" clId="{5DB3CBBD-23D6-4064-94D9-2CE3D4122086}" dt="2023-02-15T03:22:52.965" v="783" actId="404"/>
          <ac:spMkLst>
            <pc:docMk/>
            <pc:sldMk cId="2123321107" sldId="349"/>
            <ac:spMk id="7" creationId="{805CDA28-6ADB-5CCC-C942-6CD94DC501F6}"/>
          </ac:spMkLst>
        </pc:spChg>
        <pc:picChg chg="add mod ord">
          <ac:chgData name="Ahmed Minhaz Uddin" userId="fe017d4acf2b71dd" providerId="LiveId" clId="{5DB3CBBD-23D6-4064-94D9-2CE3D4122086}" dt="2023-02-15T02:59:26.436" v="597" actId="22"/>
          <ac:picMkLst>
            <pc:docMk/>
            <pc:sldMk cId="2123321107" sldId="349"/>
            <ac:picMk id="5" creationId="{40889708-A747-CE2A-2A19-BBEA7B41A909}"/>
          </ac:picMkLst>
        </pc:picChg>
      </pc:sldChg>
      <pc:sldChg chg="addSp delSp modSp new mod">
        <pc:chgData name="Ahmed Minhaz Uddin" userId="fe017d4acf2b71dd" providerId="LiveId" clId="{5DB3CBBD-23D6-4064-94D9-2CE3D4122086}" dt="2023-02-15T03:23:01.550" v="785" actId="1076"/>
        <pc:sldMkLst>
          <pc:docMk/>
          <pc:sldMk cId="627582482" sldId="350"/>
        </pc:sldMkLst>
        <pc:spChg chg="mod">
          <ac:chgData name="Ahmed Minhaz Uddin" userId="fe017d4acf2b71dd" providerId="LiveId" clId="{5DB3CBBD-23D6-4064-94D9-2CE3D4122086}" dt="2023-02-15T03:02:01.474" v="657" actId="20577"/>
          <ac:spMkLst>
            <pc:docMk/>
            <pc:sldMk cId="627582482" sldId="350"/>
            <ac:spMk id="2" creationId="{5DAD0093-1EDC-2927-9F5F-8FAB30A49525}"/>
          </ac:spMkLst>
        </pc:spChg>
        <pc:spChg chg="del">
          <ac:chgData name="Ahmed Minhaz Uddin" userId="fe017d4acf2b71dd" providerId="LiveId" clId="{5DB3CBBD-23D6-4064-94D9-2CE3D4122086}" dt="2023-02-15T03:01:32.004" v="622" actId="22"/>
          <ac:spMkLst>
            <pc:docMk/>
            <pc:sldMk cId="627582482" sldId="350"/>
            <ac:spMk id="3" creationId="{4FAF58EA-986E-EF74-58B8-1FB86CA482BF}"/>
          </ac:spMkLst>
        </pc:spChg>
        <pc:spChg chg="add mod">
          <ac:chgData name="Ahmed Minhaz Uddin" userId="fe017d4acf2b71dd" providerId="LiveId" clId="{5DB3CBBD-23D6-4064-94D9-2CE3D4122086}" dt="2023-02-15T03:23:01.550" v="785" actId="1076"/>
          <ac:spMkLst>
            <pc:docMk/>
            <pc:sldMk cId="627582482" sldId="350"/>
            <ac:spMk id="6" creationId="{AB15DE7A-F18E-D3E2-E2A0-B82A6DB34DD5}"/>
          </ac:spMkLst>
        </pc:spChg>
        <pc:picChg chg="add mod ord">
          <ac:chgData name="Ahmed Minhaz Uddin" userId="fe017d4acf2b71dd" providerId="LiveId" clId="{5DB3CBBD-23D6-4064-94D9-2CE3D4122086}" dt="2023-02-15T03:02:12.786" v="660" actId="1076"/>
          <ac:picMkLst>
            <pc:docMk/>
            <pc:sldMk cId="627582482" sldId="350"/>
            <ac:picMk id="5" creationId="{3F538BCB-C19B-8A2F-6998-D02948140895}"/>
          </ac:picMkLst>
        </pc:picChg>
      </pc:sldChg>
      <pc:sldChg chg="modSp new del mod">
        <pc:chgData name="Ahmed Minhaz Uddin" userId="fe017d4acf2b71dd" providerId="LiveId" clId="{5DB3CBBD-23D6-4064-94D9-2CE3D4122086}" dt="2023-02-15T03:22:31.936" v="780" actId="47"/>
        <pc:sldMkLst>
          <pc:docMk/>
          <pc:sldMk cId="3572709616" sldId="351"/>
        </pc:sldMkLst>
        <pc:spChg chg="mod">
          <ac:chgData name="Ahmed Minhaz Uddin" userId="fe017d4acf2b71dd" providerId="LiveId" clId="{5DB3CBBD-23D6-4064-94D9-2CE3D4122086}" dt="2023-02-15T03:22:15.987" v="777" actId="21"/>
          <ac:spMkLst>
            <pc:docMk/>
            <pc:sldMk cId="3572709616" sldId="351"/>
            <ac:spMk id="3" creationId="{B83194BE-A266-5AB1-4565-2BBD8A0774E5}"/>
          </ac:spMkLst>
        </pc:spChg>
      </pc:sldChg>
      <pc:sldChg chg="addSp delSp modSp new mod">
        <pc:chgData name="Ahmed Minhaz Uddin" userId="fe017d4acf2b71dd" providerId="LiveId" clId="{5DB3CBBD-23D6-4064-94D9-2CE3D4122086}" dt="2023-02-15T03:12:59.090" v="763" actId="1076"/>
        <pc:sldMkLst>
          <pc:docMk/>
          <pc:sldMk cId="1530030922" sldId="352"/>
        </pc:sldMkLst>
        <pc:spChg chg="mod">
          <ac:chgData name="Ahmed Minhaz Uddin" userId="fe017d4acf2b71dd" providerId="LiveId" clId="{5DB3CBBD-23D6-4064-94D9-2CE3D4122086}" dt="2023-02-15T03:12:24.864" v="761" actId="20577"/>
          <ac:spMkLst>
            <pc:docMk/>
            <pc:sldMk cId="1530030922" sldId="352"/>
            <ac:spMk id="2" creationId="{B6020A2A-B15B-0F77-BEE6-A24750A43F5F}"/>
          </ac:spMkLst>
        </pc:spChg>
        <pc:spChg chg="del">
          <ac:chgData name="Ahmed Minhaz Uddin" userId="fe017d4acf2b71dd" providerId="LiveId" clId="{5DB3CBBD-23D6-4064-94D9-2CE3D4122086}" dt="2023-02-15T03:12:56.212" v="762" actId="22"/>
          <ac:spMkLst>
            <pc:docMk/>
            <pc:sldMk cId="1530030922" sldId="352"/>
            <ac:spMk id="3" creationId="{7575E743-6090-5493-492B-8796ECBE9652}"/>
          </ac:spMkLst>
        </pc:spChg>
        <pc:picChg chg="add mod ord">
          <ac:chgData name="Ahmed Minhaz Uddin" userId="fe017d4acf2b71dd" providerId="LiveId" clId="{5DB3CBBD-23D6-4064-94D9-2CE3D4122086}" dt="2023-02-15T03:12:59.090" v="763" actId="1076"/>
          <ac:picMkLst>
            <pc:docMk/>
            <pc:sldMk cId="1530030922" sldId="352"/>
            <ac:picMk id="5" creationId="{CDB5440A-EEB0-F409-940C-859B05A70FC0}"/>
          </ac:picMkLst>
        </pc:picChg>
      </pc:sldChg>
      <pc:sldChg chg="addSp delSp modSp new mod">
        <pc:chgData name="Ahmed Minhaz Uddin" userId="fe017d4acf2b71dd" providerId="LiveId" clId="{5DB3CBBD-23D6-4064-94D9-2CE3D4122086}" dt="2023-02-15T03:42:45.561" v="893" actId="14100"/>
        <pc:sldMkLst>
          <pc:docMk/>
          <pc:sldMk cId="4236119208" sldId="353"/>
        </pc:sldMkLst>
        <pc:spChg chg="mod">
          <ac:chgData name="Ahmed Minhaz Uddin" userId="fe017d4acf2b71dd" providerId="LiveId" clId="{5DB3CBBD-23D6-4064-94D9-2CE3D4122086}" dt="2023-02-15T03:42:04.742" v="884" actId="20577"/>
          <ac:spMkLst>
            <pc:docMk/>
            <pc:sldMk cId="4236119208" sldId="353"/>
            <ac:spMk id="2" creationId="{83E28DA0-E147-E7D6-9C6D-DE7EF2C81063}"/>
          </ac:spMkLst>
        </pc:spChg>
        <pc:spChg chg="del">
          <ac:chgData name="Ahmed Minhaz Uddin" userId="fe017d4acf2b71dd" providerId="LiveId" clId="{5DB3CBBD-23D6-4064-94D9-2CE3D4122086}" dt="2023-02-15T03:42:11.315" v="885" actId="22"/>
          <ac:spMkLst>
            <pc:docMk/>
            <pc:sldMk cId="4236119208" sldId="353"/>
            <ac:spMk id="3" creationId="{2A28E7D9-596B-3355-7B86-54DD3898BE28}"/>
          </ac:spMkLst>
        </pc:spChg>
        <pc:spChg chg="add mod">
          <ac:chgData name="Ahmed Minhaz Uddin" userId="fe017d4acf2b71dd" providerId="LiveId" clId="{5DB3CBBD-23D6-4064-94D9-2CE3D4122086}" dt="2023-02-15T03:42:38.035" v="891" actId="6549"/>
          <ac:spMkLst>
            <pc:docMk/>
            <pc:sldMk cId="4236119208" sldId="353"/>
            <ac:spMk id="7" creationId="{249798A9-BC35-1ADF-44C2-F14512D839C7}"/>
          </ac:spMkLst>
        </pc:spChg>
        <pc:picChg chg="add mod ord">
          <ac:chgData name="Ahmed Minhaz Uddin" userId="fe017d4acf2b71dd" providerId="LiveId" clId="{5DB3CBBD-23D6-4064-94D9-2CE3D4122086}" dt="2023-02-15T03:42:45.561" v="893" actId="14100"/>
          <ac:picMkLst>
            <pc:docMk/>
            <pc:sldMk cId="4236119208" sldId="353"/>
            <ac:picMk id="5" creationId="{295FC704-C109-5602-E438-64A6CB6CFF56}"/>
          </ac:picMkLst>
        </pc:picChg>
      </pc:sldChg>
      <pc:sldChg chg="addSp delSp modSp new mod">
        <pc:chgData name="Ahmed Minhaz Uddin" userId="fe017d4acf2b71dd" providerId="LiveId" clId="{5DB3CBBD-23D6-4064-94D9-2CE3D4122086}" dt="2023-02-15T03:44:44.955" v="908" actId="14100"/>
        <pc:sldMkLst>
          <pc:docMk/>
          <pc:sldMk cId="3615097204" sldId="354"/>
        </pc:sldMkLst>
        <pc:spChg chg="mod">
          <ac:chgData name="Ahmed Minhaz Uddin" userId="fe017d4acf2b71dd" providerId="LiveId" clId="{5DB3CBBD-23D6-4064-94D9-2CE3D4122086}" dt="2023-02-15T03:44:23.755" v="900"/>
          <ac:spMkLst>
            <pc:docMk/>
            <pc:sldMk cId="3615097204" sldId="354"/>
            <ac:spMk id="2" creationId="{CCC21B3C-2161-7F5D-70D5-3CA745C09363}"/>
          </ac:spMkLst>
        </pc:spChg>
        <pc:spChg chg="del">
          <ac:chgData name="Ahmed Minhaz Uddin" userId="fe017d4acf2b71dd" providerId="LiveId" clId="{5DB3CBBD-23D6-4064-94D9-2CE3D4122086}" dt="2023-02-15T03:43:48.340" v="895" actId="22"/>
          <ac:spMkLst>
            <pc:docMk/>
            <pc:sldMk cId="3615097204" sldId="354"/>
            <ac:spMk id="3" creationId="{ED94019E-709D-1F46-84DF-81E4E4447F7B}"/>
          </ac:spMkLst>
        </pc:spChg>
        <pc:spChg chg="add mod">
          <ac:chgData name="Ahmed Minhaz Uddin" userId="fe017d4acf2b71dd" providerId="LiveId" clId="{5DB3CBBD-23D6-4064-94D9-2CE3D4122086}" dt="2023-02-15T03:44:33.577" v="906" actId="20577"/>
          <ac:spMkLst>
            <pc:docMk/>
            <pc:sldMk cId="3615097204" sldId="354"/>
            <ac:spMk id="7" creationId="{94C4B4E9-2884-429C-79C5-302F18E0A218}"/>
          </ac:spMkLst>
        </pc:spChg>
        <pc:picChg chg="add mod ord">
          <ac:chgData name="Ahmed Minhaz Uddin" userId="fe017d4acf2b71dd" providerId="LiveId" clId="{5DB3CBBD-23D6-4064-94D9-2CE3D4122086}" dt="2023-02-15T03:44:44.955" v="908" actId="14100"/>
          <ac:picMkLst>
            <pc:docMk/>
            <pc:sldMk cId="3615097204" sldId="354"/>
            <ac:picMk id="5" creationId="{0FB34F67-3DB1-EB52-3C0B-AB772B8383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77012-B2BC-4AD8-BD62-A130A7B5554E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19E99-DA91-48FD-B620-57FE9728A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3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CEA9-342F-49DA-8846-1F2209C1EED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3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9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7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36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4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52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5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1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63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4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7873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1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2393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90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62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9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995A3-E8DC-4E31-A2CF-2D980271CAE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az.ahmed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Multimedia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ctr"/>
            <a:r>
              <a:rPr lang="en-US" dirty="0"/>
              <a:t>By </a:t>
            </a:r>
          </a:p>
          <a:p>
            <a:pPr algn="ctr"/>
            <a:r>
              <a:rPr lang="en-US" sz="5600" dirty="0"/>
              <a:t>Minhaz Uddin Ahmed, PhD</a:t>
            </a:r>
          </a:p>
          <a:p>
            <a:pPr algn="ctr"/>
            <a:r>
              <a:rPr lang="en-US" sz="5600" dirty="0"/>
              <a:t>Department of Computer Engineering</a:t>
            </a:r>
          </a:p>
          <a:p>
            <a:pPr algn="ctr"/>
            <a:r>
              <a:rPr lang="en-US" sz="5600" dirty="0" err="1"/>
              <a:t>Inha</a:t>
            </a:r>
            <a:r>
              <a:rPr lang="en-US" sz="5600" dirty="0"/>
              <a:t> University in Tashkent.</a:t>
            </a:r>
          </a:p>
          <a:p>
            <a:pPr algn="ctr"/>
            <a:r>
              <a:rPr lang="en-US" sz="5600" dirty="0"/>
              <a:t>Email: </a:t>
            </a:r>
            <a:r>
              <a:rPr lang="en-US" sz="5600" dirty="0">
                <a:hlinkClick r:id="rId2"/>
              </a:rPr>
              <a:t>minhaz.ahmed@gmail.com</a:t>
            </a:r>
            <a:endParaRPr lang="en-US" sz="5600" dirty="0"/>
          </a:p>
          <a:p>
            <a:pPr algn="ctr"/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4717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3394-E4DE-C4EB-8E13-3EC9A888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6AF157-4CC8-7BCE-3B6D-739D90795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Introduction</a:t>
            </a:r>
          </a:p>
          <a:p>
            <a:r>
              <a:rPr lang="en-US" dirty="0"/>
              <a:t>Use of Octave 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/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23187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C0317-2A00-BB77-AFB9-ACAB21F78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977" y="1739014"/>
            <a:ext cx="8147154" cy="4162056"/>
          </a:xfrm>
        </p:spPr>
      </p:pic>
    </p:spTree>
    <p:extLst>
      <p:ext uri="{BB962C8B-B14F-4D97-AF65-F5344CB8AC3E}">
        <p14:creationId xmlns:p14="http://schemas.microsoft.com/office/powerpoint/2010/main" val="109024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main screen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8C983F-99FD-8BDF-221E-59A77374F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76" y="1586429"/>
            <a:ext cx="8315059" cy="4782473"/>
          </a:xfrm>
        </p:spPr>
      </p:pic>
    </p:spTree>
    <p:extLst>
      <p:ext uri="{BB962C8B-B14F-4D97-AF65-F5344CB8AC3E}">
        <p14:creationId xmlns:p14="http://schemas.microsoft.com/office/powerpoint/2010/main" val="370553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7B45AD-1C4C-8E12-1354-F1541A7A6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376" y="1788449"/>
            <a:ext cx="8498564" cy="388143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693FDE-78AF-4336-A8E2-E79849A96270}"/>
              </a:ext>
            </a:extLst>
          </p:cNvPr>
          <p:cNvSpPr/>
          <p:nvPr/>
        </p:nvSpPr>
        <p:spPr>
          <a:xfrm>
            <a:off x="7910623" y="1270000"/>
            <a:ext cx="1278318" cy="132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83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0DB4B-E2BA-03C7-DA17-A0A42E426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084" y="2008187"/>
            <a:ext cx="8461634" cy="4240213"/>
          </a:xfrm>
        </p:spPr>
      </p:pic>
    </p:spTree>
    <p:extLst>
      <p:ext uri="{BB962C8B-B14F-4D97-AF65-F5344CB8AC3E}">
        <p14:creationId xmlns:p14="http://schemas.microsoft.com/office/powerpoint/2010/main" val="129240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6AE891-7CEB-164F-E5BB-391C3BCA4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640" y="2029454"/>
            <a:ext cx="8245020" cy="4218946"/>
          </a:xfrm>
        </p:spPr>
      </p:pic>
    </p:spTree>
    <p:extLst>
      <p:ext uri="{BB962C8B-B14F-4D97-AF65-F5344CB8AC3E}">
        <p14:creationId xmlns:p14="http://schemas.microsoft.com/office/powerpoint/2010/main" val="331545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98DD4F-B37B-E657-9310-EF268A3FF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24653"/>
            <a:ext cx="8721847" cy="3881437"/>
          </a:xfrm>
        </p:spPr>
      </p:pic>
    </p:spTree>
    <p:extLst>
      <p:ext uri="{BB962C8B-B14F-4D97-AF65-F5344CB8AC3E}">
        <p14:creationId xmlns:p14="http://schemas.microsoft.com/office/powerpoint/2010/main" val="241436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89207-9344-1022-AEF3-65F7993ED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453" y="1597062"/>
            <a:ext cx="8025938" cy="4463496"/>
          </a:xfrm>
        </p:spPr>
      </p:pic>
    </p:spTree>
    <p:extLst>
      <p:ext uri="{BB962C8B-B14F-4D97-AF65-F5344CB8AC3E}">
        <p14:creationId xmlns:p14="http://schemas.microsoft.com/office/powerpoint/2010/main" val="157745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41A85-7376-5CAB-D1D2-36EB63770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330957"/>
            <a:ext cx="8169348" cy="2690093"/>
          </a:xfrm>
        </p:spPr>
      </p:pic>
    </p:spTree>
    <p:extLst>
      <p:ext uri="{BB962C8B-B14F-4D97-AF65-F5344CB8AC3E}">
        <p14:creationId xmlns:p14="http://schemas.microsoft.com/office/powerpoint/2010/main" val="184396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C420F-5AF0-AD7C-A02A-81C1B20A5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232" y="1728381"/>
            <a:ext cx="5095768" cy="4042132"/>
          </a:xfrm>
        </p:spPr>
      </p:pic>
    </p:spTree>
    <p:extLst>
      <p:ext uri="{BB962C8B-B14F-4D97-AF65-F5344CB8AC3E}">
        <p14:creationId xmlns:p14="http://schemas.microsoft.com/office/powerpoint/2010/main" val="3780923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Index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B8A0EC-5262-BE16-6E1E-7D4F1C1EE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32998"/>
            <a:ext cx="6873900" cy="3881437"/>
          </a:xfrm>
        </p:spPr>
      </p:pic>
    </p:spTree>
    <p:extLst>
      <p:ext uri="{BB962C8B-B14F-4D97-AF65-F5344CB8AC3E}">
        <p14:creationId xmlns:p14="http://schemas.microsoft.com/office/powerpoint/2010/main" val="4251423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Index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C6F1DE-8936-514D-ED1C-2096C71F6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r="-1402" b="1714"/>
          <a:stretch/>
        </p:blipFill>
        <p:spPr>
          <a:xfrm>
            <a:off x="677334" y="2064895"/>
            <a:ext cx="7690727" cy="3814910"/>
          </a:xfrm>
        </p:spPr>
      </p:pic>
    </p:spTree>
    <p:extLst>
      <p:ext uri="{BB962C8B-B14F-4D97-AF65-F5344CB8AC3E}">
        <p14:creationId xmlns:p14="http://schemas.microsoft.com/office/powerpoint/2010/main" val="3287892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Index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044694-D395-8B91-419C-37E8E3342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762" y="2167001"/>
            <a:ext cx="4343776" cy="3528366"/>
          </a:xfrm>
        </p:spPr>
      </p:pic>
    </p:spTree>
    <p:extLst>
      <p:ext uri="{BB962C8B-B14F-4D97-AF65-F5344CB8AC3E}">
        <p14:creationId xmlns:p14="http://schemas.microsoft.com/office/powerpoint/2010/main" val="1229569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0E7-92AC-DEBA-2D4A-5FF67C5E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ED7DC-532E-7392-AD67-8D9DE9D6D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422" y="1805314"/>
            <a:ext cx="6180356" cy="3635055"/>
          </a:xfrm>
        </p:spPr>
      </p:pic>
    </p:spTree>
    <p:extLst>
      <p:ext uri="{BB962C8B-B14F-4D97-AF65-F5344CB8AC3E}">
        <p14:creationId xmlns:p14="http://schemas.microsoft.com/office/powerpoint/2010/main" val="191437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9FCC8B-E99C-DA5F-D3E1-EED0CFBA4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60588"/>
            <a:ext cx="7152934" cy="3881437"/>
          </a:xfrm>
        </p:spPr>
      </p:pic>
    </p:spTree>
    <p:extLst>
      <p:ext uri="{BB962C8B-B14F-4D97-AF65-F5344CB8AC3E}">
        <p14:creationId xmlns:p14="http://schemas.microsoft.com/office/powerpoint/2010/main" val="2046090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013577-C423-73D8-CB02-E099E3AD6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72743"/>
            <a:ext cx="5578323" cy="1943268"/>
          </a:xfrm>
        </p:spPr>
      </p:pic>
    </p:spTree>
    <p:extLst>
      <p:ext uri="{BB962C8B-B14F-4D97-AF65-F5344CB8AC3E}">
        <p14:creationId xmlns:p14="http://schemas.microsoft.com/office/powerpoint/2010/main" val="220719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6CF77A-E41A-D6C0-ACC0-B162A7EA0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802" y="2066120"/>
            <a:ext cx="8596312" cy="3474949"/>
          </a:xfrm>
        </p:spPr>
      </p:pic>
    </p:spTree>
    <p:extLst>
      <p:ext uri="{BB962C8B-B14F-4D97-AF65-F5344CB8AC3E}">
        <p14:creationId xmlns:p14="http://schemas.microsoft.com/office/powerpoint/2010/main" val="1566643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D16251-7A86-836F-7B37-64A1A5B60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10533"/>
            <a:ext cx="7071973" cy="1310754"/>
          </a:xfrm>
        </p:spPr>
      </p:pic>
    </p:spTree>
    <p:extLst>
      <p:ext uri="{BB962C8B-B14F-4D97-AF65-F5344CB8AC3E}">
        <p14:creationId xmlns:p14="http://schemas.microsoft.com/office/powerpoint/2010/main" val="1608546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Concatenation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216486-532D-6F7B-57B3-AE890E9DF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14020"/>
            <a:ext cx="7363640" cy="3881437"/>
          </a:xfrm>
        </p:spPr>
      </p:pic>
    </p:spTree>
    <p:extLst>
      <p:ext uri="{BB962C8B-B14F-4D97-AF65-F5344CB8AC3E}">
        <p14:creationId xmlns:p14="http://schemas.microsoft.com/office/powerpoint/2010/main" val="4092881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1CA20-70FC-D9B1-9CE8-4022A91A8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682" y="1852244"/>
            <a:ext cx="6697381" cy="3881437"/>
          </a:xfrm>
        </p:spPr>
      </p:pic>
    </p:spTree>
    <p:extLst>
      <p:ext uri="{BB962C8B-B14F-4D97-AF65-F5344CB8AC3E}">
        <p14:creationId xmlns:p14="http://schemas.microsoft.com/office/powerpoint/2010/main" val="4255477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Cells and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06A412-9A56-9F0A-444A-91AD69B0B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18327"/>
            <a:ext cx="7587671" cy="3881437"/>
          </a:xfrm>
        </p:spPr>
      </p:pic>
    </p:spTree>
    <p:extLst>
      <p:ext uri="{BB962C8B-B14F-4D97-AF65-F5344CB8AC3E}">
        <p14:creationId xmlns:p14="http://schemas.microsoft.com/office/powerpoint/2010/main" val="2425878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4F8C5-CDEE-B51F-F700-1DF641259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886" y="1740991"/>
            <a:ext cx="4966353" cy="3881437"/>
          </a:xfrm>
        </p:spPr>
      </p:pic>
    </p:spTree>
    <p:extLst>
      <p:ext uri="{BB962C8B-B14F-4D97-AF65-F5344CB8AC3E}">
        <p14:creationId xmlns:p14="http://schemas.microsoft.com/office/powerpoint/2010/main" val="3028444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137CBC-3D1E-0CC1-E800-CA4C3F9E6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376" y="1788448"/>
            <a:ext cx="7807447" cy="4304008"/>
          </a:xfrm>
        </p:spPr>
      </p:pic>
    </p:spTree>
    <p:extLst>
      <p:ext uri="{BB962C8B-B14F-4D97-AF65-F5344CB8AC3E}">
        <p14:creationId xmlns:p14="http://schemas.microsoft.com/office/powerpoint/2010/main" val="397539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87CE9-5E6F-2B31-BCD9-55DCAEC2F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962" y="2415769"/>
            <a:ext cx="7766880" cy="4027561"/>
          </a:xfrm>
        </p:spPr>
      </p:pic>
    </p:spTree>
    <p:extLst>
      <p:ext uri="{BB962C8B-B14F-4D97-AF65-F5344CB8AC3E}">
        <p14:creationId xmlns:p14="http://schemas.microsoft.com/office/powerpoint/2010/main" val="352037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78F39A-A965-A9C9-CD8F-0B47E1C40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96792"/>
            <a:ext cx="7176996" cy="3881437"/>
          </a:xfrm>
        </p:spPr>
      </p:pic>
    </p:spTree>
    <p:extLst>
      <p:ext uri="{BB962C8B-B14F-4D97-AF65-F5344CB8AC3E}">
        <p14:creationId xmlns:p14="http://schemas.microsoft.com/office/powerpoint/2010/main" val="3298425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8B7D5D-F5F4-5F8C-CC51-069B413A6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155" y="2505869"/>
            <a:ext cx="7300593" cy="2552921"/>
          </a:xfrm>
        </p:spPr>
      </p:pic>
    </p:spTree>
    <p:extLst>
      <p:ext uri="{BB962C8B-B14F-4D97-AF65-F5344CB8AC3E}">
        <p14:creationId xmlns:p14="http://schemas.microsoft.com/office/powerpoint/2010/main" val="691635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28DA45-1E5A-441E-8631-FA8F0EB47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641" y="1742374"/>
            <a:ext cx="7637326" cy="4506026"/>
          </a:xfrm>
        </p:spPr>
      </p:pic>
    </p:spTree>
    <p:extLst>
      <p:ext uri="{BB962C8B-B14F-4D97-AF65-F5344CB8AC3E}">
        <p14:creationId xmlns:p14="http://schemas.microsoft.com/office/powerpoint/2010/main" val="312852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Data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912438-AC9F-B3EE-CA73-64E3AC390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065" y="1449659"/>
            <a:ext cx="8009466" cy="5185316"/>
          </a:xfrm>
        </p:spPr>
      </p:pic>
    </p:spTree>
    <p:extLst>
      <p:ext uri="{BB962C8B-B14F-4D97-AF65-F5344CB8AC3E}">
        <p14:creationId xmlns:p14="http://schemas.microsoft.com/office/powerpoint/2010/main" val="1721240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I/O/Display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786B68-10F1-3B6A-DEC1-000BDDBB5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990" y="1788448"/>
            <a:ext cx="5964159" cy="3881437"/>
          </a:xfrm>
        </p:spPr>
      </p:pic>
    </p:spTree>
    <p:extLst>
      <p:ext uri="{BB962C8B-B14F-4D97-AF65-F5344CB8AC3E}">
        <p14:creationId xmlns:p14="http://schemas.microsoft.com/office/powerpoint/2010/main" val="1383632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Conversions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F36F74-1EC1-7418-CCD9-8A854F826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76228"/>
            <a:ext cx="6190365" cy="3881437"/>
          </a:xfrm>
        </p:spPr>
      </p:pic>
    </p:spTree>
    <p:extLst>
      <p:ext uri="{BB962C8B-B14F-4D97-AF65-F5344CB8AC3E}">
        <p14:creationId xmlns:p14="http://schemas.microsoft.com/office/powerpoint/2010/main" val="489033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1E6C1F-0FBA-FE94-B412-3393EF3B1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67184"/>
            <a:ext cx="6003069" cy="3881437"/>
          </a:xfrm>
        </p:spPr>
      </p:pic>
    </p:spTree>
    <p:extLst>
      <p:ext uri="{BB962C8B-B14F-4D97-AF65-F5344CB8AC3E}">
        <p14:creationId xmlns:p14="http://schemas.microsoft.com/office/powerpoint/2010/main" val="1165331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Filtering /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FD79D3-DA67-392A-D35C-FABA1C83E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819" y="1788449"/>
            <a:ext cx="6324491" cy="3881437"/>
          </a:xfrm>
        </p:spPr>
      </p:pic>
    </p:spTree>
    <p:extLst>
      <p:ext uri="{BB962C8B-B14F-4D97-AF65-F5344CB8AC3E}">
        <p14:creationId xmlns:p14="http://schemas.microsoft.com/office/powerpoint/2010/main" val="2505478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0F66-D339-F201-E9C3-7ABD4BEA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Filtering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9057C-5BC0-2FE7-D483-D29199776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675" y="1488281"/>
            <a:ext cx="5048325" cy="38814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EFB7A-04E1-6182-EF9F-4F02F73C2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7" t="4925"/>
          <a:stretch/>
        </p:blipFill>
        <p:spPr>
          <a:xfrm>
            <a:off x="791736" y="5687122"/>
            <a:ext cx="4257415" cy="81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64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FA89-E125-9F42-3069-FB4CA4EB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Filtering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79EC0-F64A-BE84-DD41-BB99C5740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437" y="1424608"/>
            <a:ext cx="6098319" cy="4735851"/>
          </a:xfrm>
        </p:spPr>
      </p:pic>
    </p:spTree>
    <p:extLst>
      <p:ext uri="{BB962C8B-B14F-4D97-AF65-F5344CB8AC3E}">
        <p14:creationId xmlns:p14="http://schemas.microsoft.com/office/powerpoint/2010/main" val="2551010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63F2-9782-61F1-5DB0-8668D997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Morphological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985A-87E9-4ABF-C4B0-EA60BFBEB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689690" cy="3916826"/>
          </a:xfrm>
        </p:spPr>
        <p:txBody>
          <a:bodyPr/>
          <a:lstStyle/>
          <a:p>
            <a:r>
              <a:rPr lang="en-US" dirty="0"/>
              <a:t>A = [000000 ; 001100; 011110; 001100; 000000]</a:t>
            </a:r>
          </a:p>
          <a:p>
            <a:r>
              <a:rPr lang="en-US" dirty="0"/>
              <a:t>B= </a:t>
            </a:r>
            <a:r>
              <a:rPr lang="en-US" dirty="0" err="1"/>
              <a:t>strel</a:t>
            </a:r>
            <a:r>
              <a:rPr lang="en-US" dirty="0"/>
              <a:t>([1;1;1])</a:t>
            </a:r>
          </a:p>
          <a:p>
            <a:endParaRPr lang="en-US" dirty="0"/>
          </a:p>
          <a:p>
            <a:r>
              <a:rPr lang="en-US" dirty="0" err="1"/>
              <a:t>A_eroded_By_B</a:t>
            </a:r>
            <a:r>
              <a:rPr lang="en-US" dirty="0"/>
              <a:t>= </a:t>
            </a:r>
            <a:r>
              <a:rPr lang="en-US" dirty="0" err="1"/>
              <a:t>imerode</a:t>
            </a:r>
            <a:r>
              <a:rPr lang="en-US" dirty="0"/>
              <a:t>(A,B)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F42A6-77B2-EFB3-A63C-458458DFF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490" y="2857344"/>
            <a:ext cx="5182049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62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2509-323C-1EF6-61BF-9197F066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Morphological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7E0D79-0BFE-1004-D572-2E4D36BD8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405" y="1700877"/>
            <a:ext cx="5995688" cy="3735334"/>
          </a:xfrm>
        </p:spPr>
      </p:pic>
    </p:spTree>
    <p:extLst>
      <p:ext uri="{BB962C8B-B14F-4D97-AF65-F5344CB8AC3E}">
        <p14:creationId xmlns:p14="http://schemas.microsoft.com/office/powerpoint/2010/main" val="41666334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0E36-D053-AF03-B980-57FB49CC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Morphological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6E91CB-968F-4B14-1795-8CD472CB5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80652"/>
            <a:ext cx="7099746" cy="3238480"/>
          </a:xfrm>
        </p:spPr>
      </p:pic>
    </p:spTree>
    <p:extLst>
      <p:ext uri="{BB962C8B-B14F-4D97-AF65-F5344CB8AC3E}">
        <p14:creationId xmlns:p14="http://schemas.microsoft.com/office/powerpoint/2010/main" val="29726037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DD94-73BA-93FE-2852-8BC82992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Morphological operation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D38A6-E7C4-F2AE-4E74-23276711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31" y="1829837"/>
            <a:ext cx="3065022" cy="1013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A1A78-97EC-CC78-E5CC-B39C6372A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0186"/>
            <a:ext cx="3406435" cy="2972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961924-C538-161B-966A-797578AFC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19" y="3142029"/>
            <a:ext cx="4289349" cy="573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7035EF-B610-1FFE-453C-ADD5229CA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19" y="4407278"/>
            <a:ext cx="2581861" cy="7143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335AB2-991A-5222-34D2-C989AC0DA9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394" y="4103648"/>
            <a:ext cx="2683704" cy="24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19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B12820-0DEB-333A-18AA-9736BC5C1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514" y="1330159"/>
            <a:ext cx="8514307" cy="4197682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325B058-F1DB-C7B0-5C77-1C13FC2481CC}"/>
              </a:ext>
            </a:extLst>
          </p:cNvPr>
          <p:cNvCxnSpPr/>
          <p:nvPr/>
        </p:nvCxnSpPr>
        <p:spPr>
          <a:xfrm>
            <a:off x="6222380" y="5519854"/>
            <a:ext cx="1918010" cy="1103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A3A9300-BD82-C958-91D5-40E82122B9E5}"/>
              </a:ext>
            </a:extLst>
          </p:cNvPr>
          <p:cNvSpPr txBox="1"/>
          <p:nvPr/>
        </p:nvSpPr>
        <p:spPr>
          <a:xfrm>
            <a:off x="8318810" y="6356195"/>
            <a:ext cx="244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command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D082EC-BF65-E2B6-954B-790BC061664C}"/>
              </a:ext>
            </a:extLst>
          </p:cNvPr>
          <p:cNvCxnSpPr/>
          <p:nvPr/>
        </p:nvCxnSpPr>
        <p:spPr>
          <a:xfrm>
            <a:off x="1014761" y="2676293"/>
            <a:ext cx="2308302" cy="3367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634A1AD-D030-8750-C484-7332914E6848}"/>
              </a:ext>
            </a:extLst>
          </p:cNvPr>
          <p:cNvSpPr txBox="1"/>
          <p:nvPr/>
        </p:nvSpPr>
        <p:spPr>
          <a:xfrm>
            <a:off x="2598234" y="6356195"/>
            <a:ext cx="191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or data</a:t>
            </a:r>
          </a:p>
        </p:txBody>
      </p:sp>
    </p:spTree>
    <p:extLst>
      <p:ext uri="{BB962C8B-B14F-4D97-AF65-F5344CB8AC3E}">
        <p14:creationId xmlns:p14="http://schemas.microsoft.com/office/powerpoint/2010/main" val="1758394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4B530-475B-2ED2-EAFE-999D21E4B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data</a:t>
            </a:r>
          </a:p>
          <a:p>
            <a:r>
              <a:rPr lang="en-US" dirty="0"/>
              <a:t>Image(X)</a:t>
            </a:r>
          </a:p>
          <a:p>
            <a:r>
              <a:rPr lang="en-US" dirty="0"/>
              <a:t>Colormap(map)</a:t>
            </a:r>
          </a:p>
          <a:p>
            <a:r>
              <a:rPr lang="en-US" dirty="0"/>
              <a:t>B=X(1:2:200,:);</a:t>
            </a:r>
          </a:p>
          <a:p>
            <a:r>
              <a:rPr lang="en-US" dirty="0"/>
              <a:t>Image(B)</a:t>
            </a:r>
          </a:p>
        </p:txBody>
      </p:sp>
    </p:spTree>
    <p:extLst>
      <p:ext uri="{BB962C8B-B14F-4D97-AF65-F5344CB8AC3E}">
        <p14:creationId xmlns:p14="http://schemas.microsoft.com/office/powerpoint/2010/main" val="4287844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082-414C-B466-3004-7D57E30E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E18F9-A767-5760-E928-DCDDDC48D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73" y="2041912"/>
            <a:ext cx="8191612" cy="4626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07AA51-C78C-C64A-F609-5B98BB9A5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196" y="2260135"/>
            <a:ext cx="3294080" cy="153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51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5315-0DDC-0AB4-A3B9-05005971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ADFE61-5D26-49B9-B685-7F1A6E122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82038"/>
            <a:ext cx="8621219" cy="3737454"/>
          </a:xfrm>
        </p:spPr>
      </p:pic>
    </p:spTree>
    <p:extLst>
      <p:ext uri="{BB962C8B-B14F-4D97-AF65-F5344CB8AC3E}">
        <p14:creationId xmlns:p14="http://schemas.microsoft.com/office/powerpoint/2010/main" val="1315138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16D8-B125-489E-80C7-D76074CA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D84DA1-FD00-DDFF-6739-6A0438AEF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552555"/>
            <a:ext cx="7764140" cy="4569465"/>
          </a:xfrm>
        </p:spPr>
      </p:pic>
    </p:spTree>
    <p:extLst>
      <p:ext uri="{BB962C8B-B14F-4D97-AF65-F5344CB8AC3E}">
        <p14:creationId xmlns:p14="http://schemas.microsoft.com/office/powerpoint/2010/main" val="1893656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8B63-5687-ABCA-9723-F79234EB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5B77-549D-C2CE-85FF-37864505A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http://www-mdp.eng.cam.ac.uk/web/CD/engapps/octave/octavetut.pdf</a:t>
            </a:r>
          </a:p>
        </p:txBody>
      </p:sp>
    </p:spTree>
    <p:extLst>
      <p:ext uri="{BB962C8B-B14F-4D97-AF65-F5344CB8AC3E}">
        <p14:creationId xmlns:p14="http://schemas.microsoft.com/office/powerpoint/2010/main" val="3278000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600200"/>
            <a:ext cx="3395662" cy="377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8164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057400"/>
            <a:ext cx="6553200" cy="382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21388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11353</TotalTime>
  <Words>202</Words>
  <Application>Microsoft Office PowerPoint</Application>
  <PresentationFormat>Widescreen</PresentationFormat>
  <Paragraphs>68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Trebuchet MS</vt:lpstr>
      <vt:lpstr>Wingdings 3</vt:lpstr>
      <vt:lpstr>Facet</vt:lpstr>
      <vt:lpstr>Multimedia Computing</vt:lpstr>
      <vt:lpstr>Content </vt:lpstr>
      <vt:lpstr>Matlab</vt:lpstr>
      <vt:lpstr>Matlab main screen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Matrix Index</vt:lpstr>
      <vt:lpstr>Matrix Index</vt:lpstr>
      <vt:lpstr>Matrix Index</vt:lpstr>
      <vt:lpstr>Matrix Operations</vt:lpstr>
      <vt:lpstr>Matrix Operations</vt:lpstr>
      <vt:lpstr>Matrix Operations</vt:lpstr>
      <vt:lpstr>Matrix Operations</vt:lpstr>
      <vt:lpstr>Matrix Operations</vt:lpstr>
      <vt:lpstr>Matrix Concatenation</vt:lpstr>
      <vt:lpstr>Strings </vt:lpstr>
      <vt:lpstr>Cells and structure</vt:lpstr>
      <vt:lpstr>Operators</vt:lpstr>
      <vt:lpstr>Flow control</vt:lpstr>
      <vt:lpstr>M file</vt:lpstr>
      <vt:lpstr>Functions</vt:lpstr>
      <vt:lpstr>Debugging</vt:lpstr>
      <vt:lpstr>Plotting</vt:lpstr>
      <vt:lpstr>Image Data Structure</vt:lpstr>
      <vt:lpstr>Image I/O/Display</vt:lpstr>
      <vt:lpstr>Image Conversions </vt:lpstr>
      <vt:lpstr>Image Operations</vt:lpstr>
      <vt:lpstr>Image Filtering / Convolution</vt:lpstr>
      <vt:lpstr>Image Filtering</vt:lpstr>
      <vt:lpstr>Image Filtering</vt:lpstr>
      <vt:lpstr>Morphological operation</vt:lpstr>
      <vt:lpstr>Morphological operation</vt:lpstr>
      <vt:lpstr>Morphological operation</vt:lpstr>
      <vt:lpstr>Morphological operation</vt:lpstr>
      <vt:lpstr>Octave</vt:lpstr>
      <vt:lpstr>Octave</vt:lpstr>
      <vt:lpstr>Google Colab</vt:lpstr>
      <vt:lpstr>Google Colab</vt:lpstr>
      <vt:lpstr>Google Colab</vt:lpstr>
      <vt:lpstr>Reference</vt:lpstr>
      <vt:lpstr>Question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Computing</dc:title>
  <dc:creator>Ahmed Minhaz Uddin</dc:creator>
  <cp:lastModifiedBy>Minhaz Uddin Ahmed</cp:lastModifiedBy>
  <cp:revision>106</cp:revision>
  <dcterms:created xsi:type="dcterms:W3CDTF">2020-01-20T15:08:40Z</dcterms:created>
  <dcterms:modified xsi:type="dcterms:W3CDTF">2024-10-07T05:13:58Z</dcterms:modified>
</cp:coreProperties>
</file>