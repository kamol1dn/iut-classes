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53"/>
  </p:notesMasterIdLst>
  <p:sldIdLst>
    <p:sldId id="256" r:id="rId2"/>
    <p:sldId id="355" r:id="rId3"/>
    <p:sldId id="388" r:id="rId4"/>
    <p:sldId id="266" r:id="rId5"/>
    <p:sldId id="267" r:id="rId6"/>
    <p:sldId id="268" r:id="rId7"/>
    <p:sldId id="390" r:id="rId8"/>
    <p:sldId id="269" r:id="rId9"/>
    <p:sldId id="257" r:id="rId10"/>
    <p:sldId id="258" r:id="rId11"/>
    <p:sldId id="271" r:id="rId12"/>
    <p:sldId id="275" r:id="rId13"/>
    <p:sldId id="259" r:id="rId14"/>
    <p:sldId id="272" r:id="rId15"/>
    <p:sldId id="273" r:id="rId16"/>
    <p:sldId id="261" r:id="rId17"/>
    <p:sldId id="274" r:id="rId18"/>
    <p:sldId id="262" r:id="rId19"/>
    <p:sldId id="391" r:id="rId20"/>
    <p:sldId id="392" r:id="rId21"/>
    <p:sldId id="263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358" r:id="rId30"/>
    <p:sldId id="359" r:id="rId31"/>
    <p:sldId id="360" r:id="rId32"/>
    <p:sldId id="361" r:id="rId33"/>
    <p:sldId id="397" r:id="rId34"/>
    <p:sldId id="362" r:id="rId35"/>
    <p:sldId id="398" r:id="rId36"/>
    <p:sldId id="363" r:id="rId37"/>
    <p:sldId id="365" r:id="rId38"/>
    <p:sldId id="366" r:id="rId39"/>
    <p:sldId id="367" r:id="rId40"/>
    <p:sldId id="368" r:id="rId41"/>
    <p:sldId id="369" r:id="rId42"/>
    <p:sldId id="370" r:id="rId43"/>
    <p:sldId id="393" r:id="rId44"/>
    <p:sldId id="399" r:id="rId45"/>
    <p:sldId id="394" r:id="rId46"/>
    <p:sldId id="395" r:id="rId47"/>
    <p:sldId id="396" r:id="rId48"/>
    <p:sldId id="372" r:id="rId49"/>
    <p:sldId id="336" r:id="rId50"/>
    <p:sldId id="276" r:id="rId51"/>
    <p:sldId id="277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128" autoAdjust="0"/>
  </p:normalViewPr>
  <p:slideViewPr>
    <p:cSldViewPr snapToGrid="0">
      <p:cViewPr varScale="1">
        <p:scale>
          <a:sx n="72" d="100"/>
          <a:sy n="72" d="100"/>
        </p:scale>
        <p:origin x="110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ed Minhaz Uddin" userId="fe017d4acf2b71dd" providerId="LiveId" clId="{5DB3CBBD-23D6-4064-94D9-2CE3D4122086}"/>
    <pc:docChg chg="undo custSel addSld delSld modSld sldOrd">
      <pc:chgData name="Ahmed Minhaz Uddin" userId="fe017d4acf2b71dd" providerId="LiveId" clId="{5DB3CBBD-23D6-4064-94D9-2CE3D4122086}" dt="2023-02-15T03:50:29.215" v="1020" actId="20577"/>
      <pc:docMkLst>
        <pc:docMk/>
      </pc:docMkLst>
      <pc:sldChg chg="addSp modSp mod">
        <pc:chgData name="Ahmed Minhaz Uddin" userId="fe017d4acf2b71dd" providerId="LiveId" clId="{5DB3CBBD-23D6-4064-94D9-2CE3D4122086}" dt="2023-02-15T03:45:39.077" v="912" actId="1076"/>
        <pc:sldMkLst>
          <pc:docMk/>
          <pc:sldMk cId="1723631945" sldId="257"/>
        </pc:sldMkLst>
        <pc:spChg chg="mod">
          <ac:chgData name="Ahmed Minhaz Uddin" userId="fe017d4acf2b71dd" providerId="LiveId" clId="{5DB3CBBD-23D6-4064-94D9-2CE3D4122086}" dt="2023-02-15T03:45:35.959" v="911" actId="1076"/>
          <ac:spMkLst>
            <pc:docMk/>
            <pc:sldMk cId="1723631945" sldId="257"/>
            <ac:spMk id="3" creationId="{00000000-0000-0000-0000-000000000000}"/>
          </ac:spMkLst>
        </pc:spChg>
        <pc:spChg chg="add mod">
          <ac:chgData name="Ahmed Minhaz Uddin" userId="fe017d4acf2b71dd" providerId="LiveId" clId="{5DB3CBBD-23D6-4064-94D9-2CE3D4122086}" dt="2023-02-15T03:45:39.077" v="912" actId="1076"/>
          <ac:spMkLst>
            <pc:docMk/>
            <pc:sldMk cId="1723631945" sldId="257"/>
            <ac:spMk id="4" creationId="{F2074ABD-3638-B044-4AE0-779914294F2B}"/>
          </ac:spMkLst>
        </pc:spChg>
      </pc:sldChg>
      <pc:sldChg chg="modSp mod">
        <pc:chgData name="Ahmed Minhaz Uddin" userId="fe017d4acf2b71dd" providerId="LiveId" clId="{5DB3CBBD-23D6-4064-94D9-2CE3D4122086}" dt="2023-02-15T03:45:26.725" v="910" actId="1076"/>
        <pc:sldMkLst>
          <pc:docMk/>
          <pc:sldMk cId="3539077175" sldId="258"/>
        </pc:sldMkLst>
        <pc:spChg chg="mod">
          <ac:chgData name="Ahmed Minhaz Uddin" userId="fe017d4acf2b71dd" providerId="LiveId" clId="{5DB3CBBD-23D6-4064-94D9-2CE3D4122086}" dt="2023-02-15T03:45:26.725" v="910" actId="1076"/>
          <ac:spMkLst>
            <pc:docMk/>
            <pc:sldMk cId="3539077175" sldId="258"/>
            <ac:spMk id="12" creationId="{00000000-0000-0000-0000-000000000000}"/>
          </ac:spMkLst>
        </pc:spChg>
        <pc:picChg chg="mod">
          <ac:chgData name="Ahmed Minhaz Uddin" userId="fe017d4acf2b71dd" providerId="LiveId" clId="{5DB3CBBD-23D6-4064-94D9-2CE3D4122086}" dt="2023-02-15T03:45:21.724" v="909" actId="14100"/>
          <ac:picMkLst>
            <pc:docMk/>
            <pc:sldMk cId="3539077175" sldId="258"/>
            <ac:picMk id="4" creationId="{00000000-0000-0000-0000-000000000000}"/>
          </ac:picMkLst>
        </pc:picChg>
      </pc:sldChg>
      <pc:sldChg chg="del">
        <pc:chgData name="Ahmed Minhaz Uddin" userId="fe017d4acf2b71dd" providerId="LiveId" clId="{5DB3CBBD-23D6-4064-94D9-2CE3D4122086}" dt="2023-02-14T17:39:31.786" v="58" actId="47"/>
        <pc:sldMkLst>
          <pc:docMk/>
          <pc:sldMk cId="2644802217" sldId="273"/>
        </pc:sldMkLst>
      </pc:sldChg>
      <pc:sldChg chg="add del">
        <pc:chgData name="Ahmed Minhaz Uddin" userId="fe017d4acf2b71dd" providerId="LiveId" clId="{5DB3CBBD-23D6-4064-94D9-2CE3D4122086}" dt="2023-02-14T16:58:21.730" v="55" actId="47"/>
        <pc:sldMkLst>
          <pc:docMk/>
          <pc:sldMk cId="4010887740" sldId="282"/>
        </pc:sldMkLst>
      </pc:sldChg>
      <pc:sldChg chg="del">
        <pc:chgData name="Ahmed Minhaz Uddin" userId="fe017d4acf2b71dd" providerId="LiveId" clId="{5DB3CBBD-23D6-4064-94D9-2CE3D4122086}" dt="2023-02-14T17:40:58.938" v="60" actId="47"/>
        <pc:sldMkLst>
          <pc:docMk/>
          <pc:sldMk cId="2611633346" sldId="283"/>
        </pc:sldMkLst>
      </pc:sldChg>
      <pc:sldChg chg="del">
        <pc:chgData name="Ahmed Minhaz Uddin" userId="fe017d4acf2b71dd" providerId="LiveId" clId="{5DB3CBBD-23D6-4064-94D9-2CE3D4122086}" dt="2023-02-14T17:41:44.354" v="62" actId="47"/>
        <pc:sldMkLst>
          <pc:docMk/>
          <pc:sldMk cId="2034387218" sldId="287"/>
        </pc:sldMkLst>
      </pc:sldChg>
      <pc:sldChg chg="del">
        <pc:chgData name="Ahmed Minhaz Uddin" userId="fe017d4acf2b71dd" providerId="LiveId" clId="{5DB3CBBD-23D6-4064-94D9-2CE3D4122086}" dt="2023-02-14T17:41:38.391" v="61" actId="47"/>
        <pc:sldMkLst>
          <pc:docMk/>
          <pc:sldMk cId="1571689530" sldId="288"/>
        </pc:sldMkLst>
      </pc:sldChg>
      <pc:sldChg chg="del">
        <pc:chgData name="Ahmed Minhaz Uddin" userId="fe017d4acf2b71dd" providerId="LiveId" clId="{5DB3CBBD-23D6-4064-94D9-2CE3D4122086}" dt="2023-02-14T17:41:48.875" v="63" actId="47"/>
        <pc:sldMkLst>
          <pc:docMk/>
          <pc:sldMk cId="2791514837" sldId="289"/>
        </pc:sldMkLst>
      </pc:sldChg>
      <pc:sldChg chg="add del">
        <pc:chgData name="Ahmed Minhaz Uddin" userId="fe017d4acf2b71dd" providerId="LiveId" clId="{5DB3CBBD-23D6-4064-94D9-2CE3D4122086}" dt="2023-02-14T16:59:14.288" v="57" actId="47"/>
        <pc:sldMkLst>
          <pc:docMk/>
          <pc:sldMk cId="1871990088" sldId="291"/>
        </pc:sldMkLst>
      </pc:sldChg>
      <pc:sldChg chg="del">
        <pc:chgData name="Ahmed Minhaz Uddin" userId="fe017d4acf2b71dd" providerId="LiveId" clId="{5DB3CBBD-23D6-4064-94D9-2CE3D4122086}" dt="2023-02-14T16:57:49.084" v="52" actId="47"/>
        <pc:sldMkLst>
          <pc:docMk/>
          <pc:sldMk cId="2330073525" sldId="305"/>
        </pc:sldMkLst>
      </pc:sldChg>
      <pc:sldChg chg="del">
        <pc:chgData name="Ahmed Minhaz Uddin" userId="fe017d4acf2b71dd" providerId="LiveId" clId="{5DB3CBBD-23D6-4064-94D9-2CE3D4122086}" dt="2023-02-14T16:58:07.962" v="53" actId="47"/>
        <pc:sldMkLst>
          <pc:docMk/>
          <pc:sldMk cId="3889630116" sldId="313"/>
        </pc:sldMkLst>
      </pc:sldChg>
      <pc:sldChg chg="del">
        <pc:chgData name="Ahmed Minhaz Uddin" userId="fe017d4acf2b71dd" providerId="LiveId" clId="{5DB3CBBD-23D6-4064-94D9-2CE3D4122086}" dt="2023-02-14T17:40:18.124" v="59" actId="47"/>
        <pc:sldMkLst>
          <pc:docMk/>
          <pc:sldMk cId="3285520701" sldId="315"/>
        </pc:sldMkLst>
      </pc:sldChg>
      <pc:sldChg chg="del">
        <pc:chgData name="Ahmed Minhaz Uddin" userId="fe017d4acf2b71dd" providerId="LiveId" clId="{5DB3CBBD-23D6-4064-94D9-2CE3D4122086}" dt="2023-02-14T16:57:42.682" v="51" actId="47"/>
        <pc:sldMkLst>
          <pc:docMk/>
          <pc:sldMk cId="2318190365" sldId="318"/>
        </pc:sldMkLst>
      </pc:sldChg>
      <pc:sldChg chg="addSp modSp mod">
        <pc:chgData name="Ahmed Minhaz Uddin" userId="fe017d4acf2b71dd" providerId="LiveId" clId="{5DB3CBBD-23D6-4064-94D9-2CE3D4122086}" dt="2023-02-15T03:15:22.165" v="768" actId="1076"/>
        <pc:sldMkLst>
          <pc:docMk/>
          <pc:sldMk cId="3739373701" sldId="320"/>
        </pc:sldMkLst>
        <pc:picChg chg="mod">
          <ac:chgData name="Ahmed Minhaz Uddin" userId="fe017d4acf2b71dd" providerId="LiveId" clId="{5DB3CBBD-23D6-4064-94D9-2CE3D4122086}" dt="2023-02-15T03:14:32.139" v="764" actId="14100"/>
          <ac:picMkLst>
            <pc:docMk/>
            <pc:sldMk cId="3739373701" sldId="320"/>
            <ac:picMk id="4" creationId="{00000000-0000-0000-0000-000000000000}"/>
          </ac:picMkLst>
        </pc:picChg>
        <pc:picChg chg="add mod">
          <ac:chgData name="Ahmed Minhaz Uddin" userId="fe017d4acf2b71dd" providerId="LiveId" clId="{5DB3CBBD-23D6-4064-94D9-2CE3D4122086}" dt="2023-02-15T03:15:22.165" v="768" actId="1076"/>
          <ac:picMkLst>
            <pc:docMk/>
            <pc:sldMk cId="3739373701" sldId="320"/>
            <ac:picMk id="5" creationId="{FACBD3A6-AC4A-3283-40F7-F08C23E1472F}"/>
          </ac:picMkLst>
        </pc:picChg>
      </pc:sldChg>
      <pc:sldChg chg="addSp modSp mod">
        <pc:chgData name="Ahmed Minhaz Uddin" userId="fe017d4acf2b71dd" providerId="LiveId" clId="{5DB3CBBD-23D6-4064-94D9-2CE3D4122086}" dt="2023-02-15T03:37:50.919" v="860" actId="1076"/>
        <pc:sldMkLst>
          <pc:docMk/>
          <pc:sldMk cId="3029084822" sldId="323"/>
        </pc:sldMkLst>
        <pc:spChg chg="add mod">
          <ac:chgData name="Ahmed Minhaz Uddin" userId="fe017d4acf2b71dd" providerId="LiveId" clId="{5DB3CBBD-23D6-4064-94D9-2CE3D4122086}" dt="2023-02-15T03:37:50.919" v="860" actId="1076"/>
          <ac:spMkLst>
            <pc:docMk/>
            <pc:sldMk cId="3029084822" sldId="323"/>
            <ac:spMk id="9" creationId="{1631CB82-0B67-502C-35C0-189ED0DC65AE}"/>
          </ac:spMkLst>
        </pc:spChg>
        <pc:picChg chg="add mod">
          <ac:chgData name="Ahmed Minhaz Uddin" userId="fe017d4acf2b71dd" providerId="LiveId" clId="{5DB3CBBD-23D6-4064-94D9-2CE3D4122086}" dt="2023-02-15T03:30:17.473" v="853" actId="1076"/>
          <ac:picMkLst>
            <pc:docMk/>
            <pc:sldMk cId="3029084822" sldId="323"/>
            <ac:picMk id="7" creationId="{CC1D49A8-0710-7A16-3A2E-3DA0C2A043DF}"/>
          </ac:picMkLst>
        </pc:picChg>
      </pc:sldChg>
      <pc:sldChg chg="addSp delSp modSp mod">
        <pc:chgData name="Ahmed Minhaz Uddin" userId="fe017d4acf2b71dd" providerId="LiveId" clId="{5DB3CBBD-23D6-4064-94D9-2CE3D4122086}" dt="2023-02-15T03:08:25.052" v="669" actId="478"/>
        <pc:sldMkLst>
          <pc:docMk/>
          <pc:sldMk cId="4128772693" sldId="325"/>
        </pc:sldMkLst>
        <pc:picChg chg="mod">
          <ac:chgData name="Ahmed Minhaz Uddin" userId="fe017d4acf2b71dd" providerId="LiveId" clId="{5DB3CBBD-23D6-4064-94D9-2CE3D4122086}" dt="2023-02-15T03:08:06.080" v="663" actId="1076"/>
          <ac:picMkLst>
            <pc:docMk/>
            <pc:sldMk cId="4128772693" sldId="325"/>
            <ac:picMk id="4" creationId="{00000000-0000-0000-0000-000000000000}"/>
          </ac:picMkLst>
        </pc:picChg>
        <pc:picChg chg="add del mod">
          <ac:chgData name="Ahmed Minhaz Uddin" userId="fe017d4acf2b71dd" providerId="LiveId" clId="{5DB3CBBD-23D6-4064-94D9-2CE3D4122086}" dt="2023-02-15T03:08:25.052" v="669" actId="478"/>
          <ac:picMkLst>
            <pc:docMk/>
            <pc:sldMk cId="4128772693" sldId="325"/>
            <ac:picMk id="6" creationId="{096EDB61-6131-27FF-B83D-D8E85756155E}"/>
          </ac:picMkLst>
        </pc:picChg>
      </pc:sldChg>
      <pc:sldChg chg="del">
        <pc:chgData name="Ahmed Minhaz Uddin" userId="fe017d4acf2b71dd" providerId="LiveId" clId="{5DB3CBBD-23D6-4064-94D9-2CE3D4122086}" dt="2023-02-14T16:56:42.342" v="50" actId="47"/>
        <pc:sldMkLst>
          <pc:docMk/>
          <pc:sldMk cId="1126176768" sldId="329"/>
        </pc:sldMkLst>
      </pc:sldChg>
      <pc:sldChg chg="modSp mod">
        <pc:chgData name="Ahmed Minhaz Uddin" userId="fe017d4acf2b71dd" providerId="LiveId" clId="{5DB3CBBD-23D6-4064-94D9-2CE3D4122086}" dt="2023-02-14T16:30:16.033" v="1" actId="6549"/>
        <pc:sldMkLst>
          <pc:docMk/>
          <pc:sldMk cId="819331331" sldId="330"/>
        </pc:sldMkLst>
        <pc:graphicFrameChg chg="modGraphic">
          <ac:chgData name="Ahmed Minhaz Uddin" userId="fe017d4acf2b71dd" providerId="LiveId" clId="{5DB3CBBD-23D6-4064-94D9-2CE3D4122086}" dt="2023-02-14T16:30:16.033" v="1" actId="6549"/>
          <ac:graphicFrameMkLst>
            <pc:docMk/>
            <pc:sldMk cId="819331331" sldId="330"/>
            <ac:graphicFrameMk id="4" creationId="{00000000-0000-0000-0000-000000000000}"/>
          </ac:graphicFrameMkLst>
        </pc:graphicFrameChg>
      </pc:sldChg>
      <pc:sldChg chg="modSp mod">
        <pc:chgData name="Ahmed Minhaz Uddin" userId="fe017d4acf2b71dd" providerId="LiveId" clId="{5DB3CBBD-23D6-4064-94D9-2CE3D4122086}" dt="2023-02-15T03:19:02.506" v="776" actId="20577"/>
        <pc:sldMkLst>
          <pc:docMk/>
          <pc:sldMk cId="3437585707" sldId="332"/>
        </pc:sldMkLst>
        <pc:graphicFrameChg chg="modGraphic">
          <ac:chgData name="Ahmed Minhaz Uddin" userId="fe017d4acf2b71dd" providerId="LiveId" clId="{5DB3CBBD-23D6-4064-94D9-2CE3D4122086}" dt="2023-02-15T03:19:02.506" v="776" actId="20577"/>
          <ac:graphicFrameMkLst>
            <pc:docMk/>
            <pc:sldMk cId="3437585707" sldId="332"/>
            <ac:graphicFrameMk id="5" creationId="{00000000-0000-0000-0000-000000000000}"/>
          </ac:graphicFrameMkLst>
        </pc:graphicFrameChg>
      </pc:sldChg>
      <pc:sldChg chg="addSp delSp modSp new mod ord">
        <pc:chgData name="Ahmed Minhaz Uddin" userId="fe017d4acf2b71dd" providerId="LiveId" clId="{5DB3CBBD-23D6-4064-94D9-2CE3D4122086}" dt="2023-02-15T03:26:23.909" v="837" actId="6549"/>
        <pc:sldMkLst>
          <pc:docMk/>
          <pc:sldMk cId="3501180707" sldId="333"/>
        </pc:sldMkLst>
        <pc:spChg chg="mod">
          <ac:chgData name="Ahmed Minhaz Uddin" userId="fe017d4acf2b71dd" providerId="LiveId" clId="{5DB3CBBD-23D6-4064-94D9-2CE3D4122086}" dt="2023-02-14T17:48:01.740" v="140" actId="14100"/>
          <ac:spMkLst>
            <pc:docMk/>
            <pc:sldMk cId="3501180707" sldId="333"/>
            <ac:spMk id="2" creationId="{014F4813-FB8C-854E-3AAB-9FE6757C20F8}"/>
          </ac:spMkLst>
        </pc:spChg>
        <pc:spChg chg="del">
          <ac:chgData name="Ahmed Minhaz Uddin" userId="fe017d4acf2b71dd" providerId="LiveId" clId="{5DB3CBBD-23D6-4064-94D9-2CE3D4122086}" dt="2023-02-14T17:46:45.284" v="80" actId="22"/>
          <ac:spMkLst>
            <pc:docMk/>
            <pc:sldMk cId="3501180707" sldId="333"/>
            <ac:spMk id="3" creationId="{577F45B6-FB49-5314-E117-27DE920AF003}"/>
          </ac:spMkLst>
        </pc:spChg>
        <pc:spChg chg="add mod">
          <ac:chgData name="Ahmed Minhaz Uddin" userId="fe017d4acf2b71dd" providerId="LiveId" clId="{5DB3CBBD-23D6-4064-94D9-2CE3D4122086}" dt="2023-02-15T03:26:23.909" v="837" actId="6549"/>
          <ac:spMkLst>
            <pc:docMk/>
            <pc:sldMk cId="3501180707" sldId="333"/>
            <ac:spMk id="6" creationId="{0B18C004-F3ED-13F1-9E6A-098D92EE6C24}"/>
          </ac:spMkLst>
        </pc:spChg>
        <pc:picChg chg="add mod ord">
          <ac:chgData name="Ahmed Minhaz Uddin" userId="fe017d4acf2b71dd" providerId="LiveId" clId="{5DB3CBBD-23D6-4064-94D9-2CE3D4122086}" dt="2023-02-14T17:46:52.925" v="82" actId="14100"/>
          <ac:picMkLst>
            <pc:docMk/>
            <pc:sldMk cId="3501180707" sldId="333"/>
            <ac:picMk id="5" creationId="{53846CBE-9F2F-95DF-F45A-B8012387B185}"/>
          </ac:picMkLst>
        </pc:picChg>
      </pc:sldChg>
      <pc:sldChg chg="addSp delSp modSp new mod">
        <pc:chgData name="Ahmed Minhaz Uddin" userId="fe017d4acf2b71dd" providerId="LiveId" clId="{5DB3CBBD-23D6-4064-94D9-2CE3D4122086}" dt="2023-02-15T03:11:19.552" v="717" actId="1076"/>
        <pc:sldMkLst>
          <pc:docMk/>
          <pc:sldMk cId="126687882" sldId="334"/>
        </pc:sldMkLst>
        <pc:spChg chg="mod">
          <ac:chgData name="Ahmed Minhaz Uddin" userId="fe017d4acf2b71dd" providerId="LiveId" clId="{5DB3CBBD-23D6-4064-94D9-2CE3D4122086}" dt="2023-02-15T03:11:12.516" v="714" actId="20577"/>
          <ac:spMkLst>
            <pc:docMk/>
            <pc:sldMk cId="126687882" sldId="334"/>
            <ac:spMk id="2" creationId="{DD7EC9C4-6603-4A62-AC7C-625B89E902BB}"/>
          </ac:spMkLst>
        </pc:spChg>
        <pc:spChg chg="del">
          <ac:chgData name="Ahmed Minhaz Uddin" userId="fe017d4acf2b71dd" providerId="LiveId" clId="{5DB3CBBD-23D6-4064-94D9-2CE3D4122086}" dt="2023-02-15T03:10:39.837" v="686" actId="22"/>
          <ac:spMkLst>
            <pc:docMk/>
            <pc:sldMk cId="126687882" sldId="334"/>
            <ac:spMk id="3" creationId="{41BE4412-20C0-1BE4-A26F-5B6B5C8B9421}"/>
          </ac:spMkLst>
        </pc:spChg>
        <pc:picChg chg="add mod ord">
          <ac:chgData name="Ahmed Minhaz Uddin" userId="fe017d4acf2b71dd" providerId="LiveId" clId="{5DB3CBBD-23D6-4064-94D9-2CE3D4122086}" dt="2023-02-15T03:11:19.552" v="717" actId="1076"/>
          <ac:picMkLst>
            <pc:docMk/>
            <pc:sldMk cId="126687882" sldId="334"/>
            <ac:picMk id="5" creationId="{6A772ED3-0B43-0086-5090-88200CA557D2}"/>
          </ac:picMkLst>
        </pc:picChg>
      </pc:sldChg>
      <pc:sldChg chg="addSp delSp modSp new mod">
        <pc:chgData name="Ahmed Minhaz Uddin" userId="fe017d4acf2b71dd" providerId="LiveId" clId="{5DB3CBBD-23D6-4064-94D9-2CE3D4122086}" dt="2023-02-15T03:27:51.430" v="851" actId="14100"/>
        <pc:sldMkLst>
          <pc:docMk/>
          <pc:sldMk cId="2700269264" sldId="335"/>
        </pc:sldMkLst>
        <pc:spChg chg="mod">
          <ac:chgData name="Ahmed Minhaz Uddin" userId="fe017d4acf2b71dd" providerId="LiveId" clId="{5DB3CBBD-23D6-4064-94D9-2CE3D4122086}" dt="2023-02-14T17:58:41.252" v="198" actId="113"/>
          <ac:spMkLst>
            <pc:docMk/>
            <pc:sldMk cId="2700269264" sldId="335"/>
            <ac:spMk id="2" creationId="{1EB39547-28B9-118D-27E8-77BA488BB3FC}"/>
          </ac:spMkLst>
        </pc:spChg>
        <pc:spChg chg="del">
          <ac:chgData name="Ahmed Minhaz Uddin" userId="fe017d4acf2b71dd" providerId="LiveId" clId="{5DB3CBBD-23D6-4064-94D9-2CE3D4122086}" dt="2023-02-14T17:49:38.145" v="144" actId="22"/>
          <ac:spMkLst>
            <pc:docMk/>
            <pc:sldMk cId="2700269264" sldId="335"/>
            <ac:spMk id="3" creationId="{3C558179-6AAB-2734-7531-D052F94D9046}"/>
          </ac:spMkLst>
        </pc:spChg>
        <pc:spChg chg="add mod">
          <ac:chgData name="Ahmed Minhaz Uddin" userId="fe017d4acf2b71dd" providerId="LiveId" clId="{5DB3CBBD-23D6-4064-94D9-2CE3D4122086}" dt="2023-02-14T17:52:38.310" v="177" actId="1076"/>
          <ac:spMkLst>
            <pc:docMk/>
            <pc:sldMk cId="2700269264" sldId="335"/>
            <ac:spMk id="7" creationId="{713834CA-ACD2-1A61-6E56-00794CB24E91}"/>
          </ac:spMkLst>
        </pc:spChg>
        <pc:spChg chg="add mod">
          <ac:chgData name="Ahmed Minhaz Uddin" userId="fe017d4acf2b71dd" providerId="LiveId" clId="{5DB3CBBD-23D6-4064-94D9-2CE3D4122086}" dt="2023-02-15T03:26:50.966" v="848" actId="6549"/>
          <ac:spMkLst>
            <pc:docMk/>
            <pc:sldMk cId="2700269264" sldId="335"/>
            <ac:spMk id="8" creationId="{C5C1D304-35BF-3142-D138-34CE52674042}"/>
          </ac:spMkLst>
        </pc:spChg>
        <pc:spChg chg="add mod">
          <ac:chgData name="Ahmed Minhaz Uddin" userId="fe017d4acf2b71dd" providerId="LiveId" clId="{5DB3CBBD-23D6-4064-94D9-2CE3D4122086}" dt="2023-02-15T03:27:51.430" v="851" actId="14100"/>
          <ac:spMkLst>
            <pc:docMk/>
            <pc:sldMk cId="2700269264" sldId="335"/>
            <ac:spMk id="10" creationId="{2FF2FB4E-3751-1B26-8A1B-4D1B05FA62A0}"/>
          </ac:spMkLst>
        </pc:spChg>
        <pc:picChg chg="add mod ord">
          <ac:chgData name="Ahmed Minhaz Uddin" userId="fe017d4acf2b71dd" providerId="LiveId" clId="{5DB3CBBD-23D6-4064-94D9-2CE3D4122086}" dt="2023-02-14T17:49:39.698" v="145" actId="1076"/>
          <ac:picMkLst>
            <pc:docMk/>
            <pc:sldMk cId="2700269264" sldId="335"/>
            <ac:picMk id="5" creationId="{F799839A-6E75-EB10-18CD-2F934BA392F3}"/>
          </ac:picMkLst>
        </pc:picChg>
      </pc:sldChg>
      <pc:sldChg chg="modSp new mod">
        <pc:chgData name="Ahmed Minhaz Uddin" userId="fe017d4acf2b71dd" providerId="LiveId" clId="{5DB3CBBD-23D6-4064-94D9-2CE3D4122086}" dt="2023-02-15T03:50:29.215" v="1020" actId="20577"/>
        <pc:sldMkLst>
          <pc:docMk/>
          <pc:sldMk cId="3278000265" sldId="336"/>
        </pc:sldMkLst>
        <pc:spChg chg="mod">
          <ac:chgData name="Ahmed Minhaz Uddin" userId="fe017d4acf2b71dd" providerId="LiveId" clId="{5DB3CBBD-23D6-4064-94D9-2CE3D4122086}" dt="2023-02-14T17:50:35.103" v="162" actId="20577"/>
          <ac:spMkLst>
            <pc:docMk/>
            <pc:sldMk cId="3278000265" sldId="336"/>
            <ac:spMk id="2" creationId="{D5058B63-5687-ABCA-9723-F79234EBDBA8}"/>
          </ac:spMkLst>
        </pc:spChg>
        <pc:spChg chg="mod">
          <ac:chgData name="Ahmed Minhaz Uddin" userId="fe017d4acf2b71dd" providerId="LiveId" clId="{5DB3CBBD-23D6-4064-94D9-2CE3D4122086}" dt="2023-02-15T03:50:29.215" v="1020" actId="20577"/>
          <ac:spMkLst>
            <pc:docMk/>
            <pc:sldMk cId="3278000265" sldId="336"/>
            <ac:spMk id="3" creationId="{3B665B77-549D-C2CE-85FF-37864505A5BE}"/>
          </ac:spMkLst>
        </pc:spChg>
      </pc:sldChg>
      <pc:sldChg chg="addSp delSp modSp new del mod">
        <pc:chgData name="Ahmed Minhaz Uddin" userId="fe017d4acf2b71dd" providerId="LiveId" clId="{5DB3CBBD-23D6-4064-94D9-2CE3D4122086}" dt="2023-02-15T03:24:34.477" v="817" actId="47"/>
        <pc:sldMkLst>
          <pc:docMk/>
          <pc:sldMk cId="1351799153" sldId="337"/>
        </pc:sldMkLst>
        <pc:spChg chg="mod">
          <ac:chgData name="Ahmed Minhaz Uddin" userId="fe017d4acf2b71dd" providerId="LiveId" clId="{5DB3CBBD-23D6-4064-94D9-2CE3D4122086}" dt="2023-02-15T02:45:35.644" v="441" actId="20577"/>
          <ac:spMkLst>
            <pc:docMk/>
            <pc:sldMk cId="1351799153" sldId="337"/>
            <ac:spMk id="3" creationId="{261BC0A0-D05F-19AB-CEC3-2C5B37D9BD62}"/>
          </ac:spMkLst>
        </pc:spChg>
        <pc:spChg chg="add del mod">
          <ac:chgData name="Ahmed Minhaz Uddin" userId="fe017d4acf2b71dd" providerId="LiveId" clId="{5DB3CBBD-23D6-4064-94D9-2CE3D4122086}" dt="2023-02-14T17:52:55.777" v="188" actId="22"/>
          <ac:spMkLst>
            <pc:docMk/>
            <pc:sldMk cId="1351799153" sldId="337"/>
            <ac:spMk id="5" creationId="{13F57DEA-7887-2165-9E0D-8DFB7B6A810A}"/>
          </ac:spMkLst>
        </pc:spChg>
      </pc:sldChg>
      <pc:sldChg chg="addSp delSp modSp add mod">
        <pc:chgData name="Ahmed Minhaz Uddin" userId="fe017d4acf2b71dd" providerId="LiveId" clId="{5DB3CBBD-23D6-4064-94D9-2CE3D4122086}" dt="2023-02-15T03:24:30.119" v="816" actId="20577"/>
        <pc:sldMkLst>
          <pc:docMk/>
          <pc:sldMk cId="2811527736" sldId="338"/>
        </pc:sldMkLst>
        <pc:spChg chg="mod">
          <ac:chgData name="Ahmed Minhaz Uddin" userId="fe017d4acf2b71dd" providerId="LiveId" clId="{5DB3CBBD-23D6-4064-94D9-2CE3D4122086}" dt="2023-02-15T02:37:46.692" v="431" actId="20577"/>
          <ac:spMkLst>
            <pc:docMk/>
            <pc:sldMk cId="2811527736" sldId="338"/>
            <ac:spMk id="2" creationId="{A4FB3FF0-905D-ED46-B873-9C1CBA0DE0B6}"/>
          </ac:spMkLst>
        </pc:spChg>
        <pc:spChg chg="del">
          <ac:chgData name="Ahmed Minhaz Uddin" userId="fe017d4acf2b71dd" providerId="LiveId" clId="{5DB3CBBD-23D6-4064-94D9-2CE3D4122086}" dt="2023-02-15T02:37:27.331" v="405" actId="22"/>
          <ac:spMkLst>
            <pc:docMk/>
            <pc:sldMk cId="2811527736" sldId="338"/>
            <ac:spMk id="3" creationId="{261BC0A0-D05F-19AB-CEC3-2C5B37D9BD62}"/>
          </ac:spMkLst>
        </pc:spChg>
        <pc:spChg chg="add mod">
          <ac:chgData name="Ahmed Minhaz Uddin" userId="fe017d4acf2b71dd" providerId="LiveId" clId="{5DB3CBBD-23D6-4064-94D9-2CE3D4122086}" dt="2023-02-15T03:24:30.119" v="816" actId="20577"/>
          <ac:spMkLst>
            <pc:docMk/>
            <pc:sldMk cId="2811527736" sldId="338"/>
            <ac:spMk id="6" creationId="{A2BEAD2D-F3F1-8720-3F54-3016F15B0911}"/>
          </ac:spMkLst>
        </pc:spChg>
        <pc:picChg chg="add mod ord">
          <ac:chgData name="Ahmed Minhaz Uddin" userId="fe017d4acf2b71dd" providerId="LiveId" clId="{5DB3CBBD-23D6-4064-94D9-2CE3D4122086}" dt="2023-02-15T02:37:49.930" v="432" actId="1076"/>
          <ac:picMkLst>
            <pc:docMk/>
            <pc:sldMk cId="2811527736" sldId="338"/>
            <ac:picMk id="5" creationId="{399EF0CE-43DB-536C-AC14-81EECA72857C}"/>
          </ac:picMkLst>
        </pc:picChg>
      </pc:sldChg>
      <pc:sldChg chg="addSp delSp modSp add mod">
        <pc:chgData name="Ahmed Minhaz Uddin" userId="fe017d4acf2b71dd" providerId="LiveId" clId="{5DB3CBBD-23D6-4064-94D9-2CE3D4122086}" dt="2023-02-15T03:24:48.915" v="819" actId="1076"/>
        <pc:sldMkLst>
          <pc:docMk/>
          <pc:sldMk cId="3823478326" sldId="339"/>
        </pc:sldMkLst>
        <pc:spChg chg="mod">
          <ac:chgData name="Ahmed Minhaz Uddin" userId="fe017d4acf2b71dd" providerId="LiveId" clId="{5DB3CBBD-23D6-4064-94D9-2CE3D4122086}" dt="2023-02-15T02:36:01.154" v="403" actId="20577"/>
          <ac:spMkLst>
            <pc:docMk/>
            <pc:sldMk cId="3823478326" sldId="339"/>
            <ac:spMk id="2" creationId="{A4FB3FF0-905D-ED46-B873-9C1CBA0DE0B6}"/>
          </ac:spMkLst>
        </pc:spChg>
        <pc:spChg chg="del">
          <ac:chgData name="Ahmed Minhaz Uddin" userId="fe017d4acf2b71dd" providerId="LiveId" clId="{5DB3CBBD-23D6-4064-94D9-2CE3D4122086}" dt="2023-02-15T02:34:59.663" v="372" actId="22"/>
          <ac:spMkLst>
            <pc:docMk/>
            <pc:sldMk cId="3823478326" sldId="339"/>
            <ac:spMk id="3" creationId="{261BC0A0-D05F-19AB-CEC3-2C5B37D9BD62}"/>
          </ac:spMkLst>
        </pc:spChg>
        <pc:spChg chg="add mod">
          <ac:chgData name="Ahmed Minhaz Uddin" userId="fe017d4acf2b71dd" providerId="LiveId" clId="{5DB3CBBD-23D6-4064-94D9-2CE3D4122086}" dt="2023-02-15T02:35:30.123" v="376" actId="1076"/>
          <ac:spMkLst>
            <pc:docMk/>
            <pc:sldMk cId="3823478326" sldId="339"/>
            <ac:spMk id="7" creationId="{792031AD-49F6-83E6-D8E0-B4C4DF6E2359}"/>
          </ac:spMkLst>
        </pc:spChg>
        <pc:spChg chg="add mod">
          <ac:chgData name="Ahmed Minhaz Uddin" userId="fe017d4acf2b71dd" providerId="LiveId" clId="{5DB3CBBD-23D6-4064-94D9-2CE3D4122086}" dt="2023-02-15T03:24:48.915" v="819" actId="1076"/>
          <ac:spMkLst>
            <pc:docMk/>
            <pc:sldMk cId="3823478326" sldId="339"/>
            <ac:spMk id="8" creationId="{CE69FF92-D9E9-1548-01D6-A4D151169D26}"/>
          </ac:spMkLst>
        </pc:spChg>
        <pc:picChg chg="add mod ord">
          <ac:chgData name="Ahmed Minhaz Uddin" userId="fe017d4acf2b71dd" providerId="LiveId" clId="{5DB3CBBD-23D6-4064-94D9-2CE3D4122086}" dt="2023-02-15T02:36:05.457" v="404" actId="1076"/>
          <ac:picMkLst>
            <pc:docMk/>
            <pc:sldMk cId="3823478326" sldId="339"/>
            <ac:picMk id="5" creationId="{3EB4E240-BB9E-D81F-C0DB-C2A1122B2D22}"/>
          </ac:picMkLst>
        </pc:picChg>
      </pc:sldChg>
      <pc:sldChg chg="addSp delSp modSp add mod">
        <pc:chgData name="Ahmed Minhaz Uddin" userId="fe017d4acf2b71dd" providerId="LiveId" clId="{5DB3CBBD-23D6-4064-94D9-2CE3D4122086}" dt="2023-02-15T03:24:54.971" v="820"/>
        <pc:sldMkLst>
          <pc:docMk/>
          <pc:sldMk cId="181365937" sldId="340"/>
        </pc:sldMkLst>
        <pc:spChg chg="mod">
          <ac:chgData name="Ahmed Minhaz Uddin" userId="fe017d4acf2b71dd" providerId="LiveId" clId="{5DB3CBBD-23D6-4064-94D9-2CE3D4122086}" dt="2023-02-15T02:33:59.234" v="371" actId="20577"/>
          <ac:spMkLst>
            <pc:docMk/>
            <pc:sldMk cId="181365937" sldId="340"/>
            <ac:spMk id="2" creationId="{A4FB3FF0-905D-ED46-B873-9C1CBA0DE0B6}"/>
          </ac:spMkLst>
        </pc:spChg>
        <pc:spChg chg="del">
          <ac:chgData name="Ahmed Minhaz Uddin" userId="fe017d4acf2b71dd" providerId="LiveId" clId="{5DB3CBBD-23D6-4064-94D9-2CE3D4122086}" dt="2023-02-15T02:33:14.519" v="340" actId="22"/>
          <ac:spMkLst>
            <pc:docMk/>
            <pc:sldMk cId="181365937" sldId="340"/>
            <ac:spMk id="3" creationId="{261BC0A0-D05F-19AB-CEC3-2C5B37D9BD62}"/>
          </ac:spMkLst>
        </pc:spChg>
        <pc:spChg chg="add mod">
          <ac:chgData name="Ahmed Minhaz Uddin" userId="fe017d4acf2b71dd" providerId="LiveId" clId="{5DB3CBBD-23D6-4064-94D9-2CE3D4122086}" dt="2023-02-15T03:24:54.971" v="820"/>
          <ac:spMkLst>
            <pc:docMk/>
            <pc:sldMk cId="181365937" sldId="340"/>
            <ac:spMk id="6" creationId="{586C29D6-0B6F-1720-81B7-C1EE09F37C3B}"/>
          </ac:spMkLst>
        </pc:spChg>
        <pc:picChg chg="add mod ord">
          <ac:chgData name="Ahmed Minhaz Uddin" userId="fe017d4acf2b71dd" providerId="LiveId" clId="{5DB3CBBD-23D6-4064-94D9-2CE3D4122086}" dt="2023-02-15T02:33:27.310" v="343" actId="1076"/>
          <ac:picMkLst>
            <pc:docMk/>
            <pc:sldMk cId="181365937" sldId="340"/>
            <ac:picMk id="5" creationId="{1C09FDD3-358A-1445-5971-D1A8231030BB}"/>
          </ac:picMkLst>
        </pc:picChg>
      </pc:sldChg>
      <pc:sldChg chg="modSp add del mod">
        <pc:chgData name="Ahmed Minhaz Uddin" userId="fe017d4acf2b71dd" providerId="LiveId" clId="{5DB3CBBD-23D6-4064-94D9-2CE3D4122086}" dt="2023-02-15T03:25:16.765" v="826" actId="47"/>
        <pc:sldMkLst>
          <pc:docMk/>
          <pc:sldMk cId="4104565786" sldId="341"/>
        </pc:sldMkLst>
        <pc:spChg chg="mod">
          <ac:chgData name="Ahmed Minhaz Uddin" userId="fe017d4acf2b71dd" providerId="LiveId" clId="{5DB3CBBD-23D6-4064-94D9-2CE3D4122086}" dt="2023-02-15T02:32:14.859" v="339" actId="20577"/>
          <ac:spMkLst>
            <pc:docMk/>
            <pc:sldMk cId="4104565786" sldId="341"/>
            <ac:spMk id="3" creationId="{261BC0A0-D05F-19AB-CEC3-2C5B37D9BD62}"/>
          </ac:spMkLst>
        </pc:spChg>
      </pc:sldChg>
      <pc:sldChg chg="addSp delSp modSp add mod">
        <pc:chgData name="Ahmed Minhaz Uddin" userId="fe017d4acf2b71dd" providerId="LiveId" clId="{5DB3CBBD-23D6-4064-94D9-2CE3D4122086}" dt="2023-02-15T03:25:11.981" v="825" actId="20577"/>
        <pc:sldMkLst>
          <pc:docMk/>
          <pc:sldMk cId="3708965879" sldId="342"/>
        </pc:sldMkLst>
        <pc:spChg chg="mod">
          <ac:chgData name="Ahmed Minhaz Uddin" userId="fe017d4acf2b71dd" providerId="LiveId" clId="{5DB3CBBD-23D6-4064-94D9-2CE3D4122086}" dt="2023-02-15T02:29:44.807" v="294" actId="20577"/>
          <ac:spMkLst>
            <pc:docMk/>
            <pc:sldMk cId="3708965879" sldId="342"/>
            <ac:spMk id="2" creationId="{A4FB3FF0-905D-ED46-B873-9C1CBA0DE0B6}"/>
          </ac:spMkLst>
        </pc:spChg>
        <pc:spChg chg="del">
          <ac:chgData name="Ahmed Minhaz Uddin" userId="fe017d4acf2b71dd" providerId="LiveId" clId="{5DB3CBBD-23D6-4064-94D9-2CE3D4122086}" dt="2023-02-15T02:30:25.174" v="295" actId="22"/>
          <ac:spMkLst>
            <pc:docMk/>
            <pc:sldMk cId="3708965879" sldId="342"/>
            <ac:spMk id="3" creationId="{261BC0A0-D05F-19AB-CEC3-2C5B37D9BD62}"/>
          </ac:spMkLst>
        </pc:spChg>
        <pc:spChg chg="add mod">
          <ac:chgData name="Ahmed Minhaz Uddin" userId="fe017d4acf2b71dd" providerId="LiveId" clId="{5DB3CBBD-23D6-4064-94D9-2CE3D4122086}" dt="2023-02-15T02:31:07.156" v="301" actId="1076"/>
          <ac:spMkLst>
            <pc:docMk/>
            <pc:sldMk cId="3708965879" sldId="342"/>
            <ac:spMk id="7" creationId="{321486F0-896E-A3B7-634D-837513974CEC}"/>
          </ac:spMkLst>
        </pc:spChg>
        <pc:spChg chg="add mod">
          <ac:chgData name="Ahmed Minhaz Uddin" userId="fe017d4acf2b71dd" providerId="LiveId" clId="{5DB3CBBD-23D6-4064-94D9-2CE3D4122086}" dt="2023-02-15T03:25:11.981" v="825" actId="20577"/>
          <ac:spMkLst>
            <pc:docMk/>
            <pc:sldMk cId="3708965879" sldId="342"/>
            <ac:spMk id="8" creationId="{120DE75A-812A-1866-E952-F74F0A913819}"/>
          </ac:spMkLst>
        </pc:spChg>
        <pc:picChg chg="add mod ord">
          <ac:chgData name="Ahmed Minhaz Uddin" userId="fe017d4acf2b71dd" providerId="LiveId" clId="{5DB3CBBD-23D6-4064-94D9-2CE3D4122086}" dt="2023-02-15T02:30:25.174" v="295" actId="22"/>
          <ac:picMkLst>
            <pc:docMk/>
            <pc:sldMk cId="3708965879" sldId="342"/>
            <ac:picMk id="5" creationId="{A4774607-E576-9FB8-D775-3F0CCCE3793B}"/>
          </ac:picMkLst>
        </pc:picChg>
      </pc:sldChg>
      <pc:sldChg chg="addSp delSp modSp add mod">
        <pc:chgData name="Ahmed Minhaz Uddin" userId="fe017d4acf2b71dd" providerId="LiveId" clId="{5DB3CBBD-23D6-4064-94D9-2CE3D4122086}" dt="2023-02-15T03:26:39.170" v="840" actId="20577"/>
        <pc:sldMkLst>
          <pc:docMk/>
          <pc:sldMk cId="2254809256" sldId="343"/>
        </pc:sldMkLst>
        <pc:spChg chg="mod">
          <ac:chgData name="Ahmed Minhaz Uddin" userId="fe017d4acf2b71dd" providerId="LiveId" clId="{5DB3CBBD-23D6-4064-94D9-2CE3D4122086}" dt="2023-02-14T18:01:42.799" v="267" actId="20577"/>
          <ac:spMkLst>
            <pc:docMk/>
            <pc:sldMk cId="2254809256" sldId="343"/>
            <ac:spMk id="2" creationId="{A4FB3FF0-905D-ED46-B873-9C1CBA0DE0B6}"/>
          </ac:spMkLst>
        </pc:spChg>
        <pc:spChg chg="del">
          <ac:chgData name="Ahmed Minhaz Uddin" userId="fe017d4acf2b71dd" providerId="LiveId" clId="{5DB3CBBD-23D6-4064-94D9-2CE3D4122086}" dt="2023-02-15T02:28:04.485" v="268" actId="22"/>
          <ac:spMkLst>
            <pc:docMk/>
            <pc:sldMk cId="2254809256" sldId="343"/>
            <ac:spMk id="3" creationId="{261BC0A0-D05F-19AB-CEC3-2C5B37D9BD62}"/>
          </ac:spMkLst>
        </pc:spChg>
        <pc:spChg chg="add mod">
          <ac:chgData name="Ahmed Minhaz Uddin" userId="fe017d4acf2b71dd" providerId="LiveId" clId="{5DB3CBBD-23D6-4064-94D9-2CE3D4122086}" dt="2023-02-15T02:29:00.388" v="276" actId="12"/>
          <ac:spMkLst>
            <pc:docMk/>
            <pc:sldMk cId="2254809256" sldId="343"/>
            <ac:spMk id="7" creationId="{0ADB8D9B-A9E4-D006-3A87-A9116F6E4C0A}"/>
          </ac:spMkLst>
        </pc:spChg>
        <pc:spChg chg="add mod">
          <ac:chgData name="Ahmed Minhaz Uddin" userId="fe017d4acf2b71dd" providerId="LiveId" clId="{5DB3CBBD-23D6-4064-94D9-2CE3D4122086}" dt="2023-02-15T03:26:39.170" v="840" actId="20577"/>
          <ac:spMkLst>
            <pc:docMk/>
            <pc:sldMk cId="2254809256" sldId="343"/>
            <ac:spMk id="8" creationId="{A303554F-2257-F60E-B63D-D0188CFA46CD}"/>
          </ac:spMkLst>
        </pc:spChg>
        <pc:picChg chg="add mod ord">
          <ac:chgData name="Ahmed Minhaz Uddin" userId="fe017d4acf2b71dd" providerId="LiveId" clId="{5DB3CBBD-23D6-4064-94D9-2CE3D4122086}" dt="2023-02-15T02:28:37.300" v="271" actId="1076"/>
          <ac:picMkLst>
            <pc:docMk/>
            <pc:sldMk cId="2254809256" sldId="343"/>
            <ac:picMk id="5" creationId="{0A1286AB-BB48-ED6C-1D83-808A270BD69F}"/>
          </ac:picMkLst>
        </pc:picChg>
      </pc:sldChg>
      <pc:sldChg chg="addSp delSp modSp add mod">
        <pc:chgData name="Ahmed Minhaz Uddin" userId="fe017d4acf2b71dd" providerId="LiveId" clId="{5DB3CBBD-23D6-4064-94D9-2CE3D4122086}" dt="2023-02-15T03:26:45.314" v="844" actId="6549"/>
        <pc:sldMkLst>
          <pc:docMk/>
          <pc:sldMk cId="590646886" sldId="344"/>
        </pc:sldMkLst>
        <pc:spChg chg="mod">
          <ac:chgData name="Ahmed Minhaz Uddin" userId="fe017d4acf2b71dd" providerId="LiveId" clId="{5DB3CBBD-23D6-4064-94D9-2CE3D4122086}" dt="2023-02-14T17:59:58.058" v="237" actId="14100"/>
          <ac:spMkLst>
            <pc:docMk/>
            <pc:sldMk cId="590646886" sldId="344"/>
            <ac:spMk id="2" creationId="{A4FB3FF0-905D-ED46-B873-9C1CBA0DE0B6}"/>
          </ac:spMkLst>
        </pc:spChg>
        <pc:spChg chg="del">
          <ac:chgData name="Ahmed Minhaz Uddin" userId="fe017d4acf2b71dd" providerId="LiveId" clId="{5DB3CBBD-23D6-4064-94D9-2CE3D4122086}" dt="2023-02-14T17:58:29.300" v="196" actId="22"/>
          <ac:spMkLst>
            <pc:docMk/>
            <pc:sldMk cId="590646886" sldId="344"/>
            <ac:spMk id="3" creationId="{261BC0A0-D05F-19AB-CEC3-2C5B37D9BD62}"/>
          </ac:spMkLst>
        </pc:spChg>
        <pc:spChg chg="add mod">
          <ac:chgData name="Ahmed Minhaz Uddin" userId="fe017d4acf2b71dd" providerId="LiveId" clId="{5DB3CBBD-23D6-4064-94D9-2CE3D4122086}" dt="2023-02-15T03:26:45.314" v="844" actId="6549"/>
          <ac:spMkLst>
            <pc:docMk/>
            <pc:sldMk cId="590646886" sldId="344"/>
            <ac:spMk id="6" creationId="{C7241019-D965-5390-EBDF-E88E18178A84}"/>
          </ac:spMkLst>
        </pc:spChg>
        <pc:picChg chg="add mod ord">
          <ac:chgData name="Ahmed Minhaz Uddin" userId="fe017d4acf2b71dd" providerId="LiveId" clId="{5DB3CBBD-23D6-4064-94D9-2CE3D4122086}" dt="2023-02-14T18:00:09.002" v="242" actId="1076"/>
          <ac:picMkLst>
            <pc:docMk/>
            <pc:sldMk cId="590646886" sldId="344"/>
            <ac:picMk id="5" creationId="{77D95818-B4A5-9616-01B4-FD807DF69B5D}"/>
          </ac:picMkLst>
        </pc:picChg>
      </pc:sldChg>
      <pc:sldChg chg="addSp delSp modSp new mod">
        <pc:chgData name="Ahmed Minhaz Uddin" userId="fe017d4acf2b71dd" providerId="LiveId" clId="{5DB3CBBD-23D6-4064-94D9-2CE3D4122086}" dt="2023-02-15T03:23:57.935" v="800" actId="1076"/>
        <pc:sldMkLst>
          <pc:docMk/>
          <pc:sldMk cId="4130403492" sldId="345"/>
        </pc:sldMkLst>
        <pc:spChg chg="mod">
          <ac:chgData name="Ahmed Minhaz Uddin" userId="fe017d4acf2b71dd" providerId="LiveId" clId="{5DB3CBBD-23D6-4064-94D9-2CE3D4122086}" dt="2023-02-15T02:47:19.633" v="478" actId="20577"/>
          <ac:spMkLst>
            <pc:docMk/>
            <pc:sldMk cId="4130403492" sldId="345"/>
            <ac:spMk id="2" creationId="{983D593E-6215-8699-8B9F-7E3CB1840CDB}"/>
          </ac:spMkLst>
        </pc:spChg>
        <pc:spChg chg="del">
          <ac:chgData name="Ahmed Minhaz Uddin" userId="fe017d4acf2b71dd" providerId="LiveId" clId="{5DB3CBBD-23D6-4064-94D9-2CE3D4122086}" dt="2023-02-15T02:46:57.770" v="443" actId="22"/>
          <ac:spMkLst>
            <pc:docMk/>
            <pc:sldMk cId="4130403492" sldId="345"/>
            <ac:spMk id="3" creationId="{B38474A1-2056-E1EE-BADF-5E8DBFBEE40F}"/>
          </ac:spMkLst>
        </pc:spChg>
        <pc:spChg chg="add mod">
          <ac:chgData name="Ahmed Minhaz Uddin" userId="fe017d4acf2b71dd" providerId="LiveId" clId="{5DB3CBBD-23D6-4064-94D9-2CE3D4122086}" dt="2023-02-15T03:23:57.935" v="800" actId="1076"/>
          <ac:spMkLst>
            <pc:docMk/>
            <pc:sldMk cId="4130403492" sldId="345"/>
            <ac:spMk id="6" creationId="{ACCDB614-D50C-E4CE-5414-311EA93B3398}"/>
          </ac:spMkLst>
        </pc:spChg>
        <pc:picChg chg="add mod ord">
          <ac:chgData name="Ahmed Minhaz Uddin" userId="fe017d4acf2b71dd" providerId="LiveId" clId="{5DB3CBBD-23D6-4064-94D9-2CE3D4122086}" dt="2023-02-15T02:47:33.257" v="482" actId="1076"/>
          <ac:picMkLst>
            <pc:docMk/>
            <pc:sldMk cId="4130403492" sldId="345"/>
            <ac:picMk id="5" creationId="{C78C5E6D-D219-D4DD-FAA3-F53901782D3C}"/>
          </ac:picMkLst>
        </pc:picChg>
      </pc:sldChg>
      <pc:sldChg chg="addSp delSp modSp new mod">
        <pc:chgData name="Ahmed Minhaz Uddin" userId="fe017d4acf2b71dd" providerId="LiveId" clId="{5DB3CBBD-23D6-4064-94D9-2CE3D4122086}" dt="2023-02-15T03:23:44.487" v="798" actId="1076"/>
        <pc:sldMkLst>
          <pc:docMk/>
          <pc:sldMk cId="3739826553" sldId="346"/>
        </pc:sldMkLst>
        <pc:spChg chg="mod">
          <ac:chgData name="Ahmed Minhaz Uddin" userId="fe017d4acf2b71dd" providerId="LiveId" clId="{5DB3CBBD-23D6-4064-94D9-2CE3D4122086}" dt="2023-02-15T02:51:49.431" v="535" actId="20577"/>
          <ac:spMkLst>
            <pc:docMk/>
            <pc:sldMk cId="3739826553" sldId="346"/>
            <ac:spMk id="2" creationId="{DACB37BD-4CB9-9E37-3F6E-E9DF353409B7}"/>
          </ac:spMkLst>
        </pc:spChg>
        <pc:spChg chg="del">
          <ac:chgData name="Ahmed Minhaz Uddin" userId="fe017d4acf2b71dd" providerId="LiveId" clId="{5DB3CBBD-23D6-4064-94D9-2CE3D4122086}" dt="2023-02-15T02:49:35.435" v="484" actId="22"/>
          <ac:spMkLst>
            <pc:docMk/>
            <pc:sldMk cId="3739826553" sldId="346"/>
            <ac:spMk id="3" creationId="{C646EFB5-6DE5-A344-2739-F2C98A21CDD2}"/>
          </ac:spMkLst>
        </pc:spChg>
        <pc:spChg chg="add mod">
          <ac:chgData name="Ahmed Minhaz Uddin" userId="fe017d4acf2b71dd" providerId="LiveId" clId="{5DB3CBBD-23D6-4064-94D9-2CE3D4122086}" dt="2023-02-15T03:23:44.487" v="798" actId="1076"/>
          <ac:spMkLst>
            <pc:docMk/>
            <pc:sldMk cId="3739826553" sldId="346"/>
            <ac:spMk id="6" creationId="{74E4F543-7619-23B3-0DF8-A74B954316D8}"/>
          </ac:spMkLst>
        </pc:spChg>
        <pc:picChg chg="add mod ord">
          <ac:chgData name="Ahmed Minhaz Uddin" userId="fe017d4acf2b71dd" providerId="LiveId" clId="{5DB3CBBD-23D6-4064-94D9-2CE3D4122086}" dt="2023-02-15T02:57:55.714" v="595" actId="14100"/>
          <ac:picMkLst>
            <pc:docMk/>
            <pc:sldMk cId="3739826553" sldId="346"/>
            <ac:picMk id="5" creationId="{AE9A5938-51F7-BC23-DB92-C95BE4D16A49}"/>
          </ac:picMkLst>
        </pc:picChg>
      </pc:sldChg>
      <pc:sldChg chg="addSp delSp modSp new mod">
        <pc:chgData name="Ahmed Minhaz Uddin" userId="fe017d4acf2b71dd" providerId="LiveId" clId="{5DB3CBBD-23D6-4064-94D9-2CE3D4122086}" dt="2023-02-15T03:23:24.535" v="795" actId="20577"/>
        <pc:sldMkLst>
          <pc:docMk/>
          <pc:sldMk cId="355879159" sldId="347"/>
        </pc:sldMkLst>
        <pc:spChg chg="mod">
          <ac:chgData name="Ahmed Minhaz Uddin" userId="fe017d4acf2b71dd" providerId="LiveId" clId="{5DB3CBBD-23D6-4064-94D9-2CE3D4122086}" dt="2023-02-15T02:54:07.125" v="575" actId="313"/>
          <ac:spMkLst>
            <pc:docMk/>
            <pc:sldMk cId="355879159" sldId="347"/>
            <ac:spMk id="2" creationId="{C01B8817-6849-1A3A-8FCB-D60B0ACEA911}"/>
          </ac:spMkLst>
        </pc:spChg>
        <pc:spChg chg="del">
          <ac:chgData name="Ahmed Minhaz Uddin" userId="fe017d4acf2b71dd" providerId="LiveId" clId="{5DB3CBBD-23D6-4064-94D9-2CE3D4122086}" dt="2023-02-15T02:53:43.552" v="537" actId="22"/>
          <ac:spMkLst>
            <pc:docMk/>
            <pc:sldMk cId="355879159" sldId="347"/>
            <ac:spMk id="3" creationId="{6AA03D1B-FBB3-3752-1ED2-2EC0FBB8D76E}"/>
          </ac:spMkLst>
        </pc:spChg>
        <pc:spChg chg="add mod">
          <ac:chgData name="Ahmed Minhaz Uddin" userId="fe017d4acf2b71dd" providerId="LiveId" clId="{5DB3CBBD-23D6-4064-94D9-2CE3D4122086}" dt="2023-02-15T03:23:24.535" v="795" actId="20577"/>
          <ac:spMkLst>
            <pc:docMk/>
            <pc:sldMk cId="355879159" sldId="347"/>
            <ac:spMk id="6" creationId="{828CC0F2-AAAE-44E6-68E7-32BDD0BF3043}"/>
          </ac:spMkLst>
        </pc:spChg>
        <pc:picChg chg="add mod ord">
          <ac:chgData name="Ahmed Minhaz Uddin" userId="fe017d4acf2b71dd" providerId="LiveId" clId="{5DB3CBBD-23D6-4064-94D9-2CE3D4122086}" dt="2023-02-15T02:57:49.336" v="594" actId="14100"/>
          <ac:picMkLst>
            <pc:docMk/>
            <pc:sldMk cId="355879159" sldId="347"/>
            <ac:picMk id="5" creationId="{9ADD1E44-2928-AE44-567E-1CCA1ECFA03F}"/>
          </ac:picMkLst>
        </pc:picChg>
      </pc:sldChg>
      <pc:sldChg chg="modSp new del mod">
        <pc:chgData name="Ahmed Minhaz Uddin" userId="fe017d4acf2b71dd" providerId="LiveId" clId="{5DB3CBBD-23D6-4064-94D9-2CE3D4122086}" dt="2023-02-15T03:23:31.772" v="796" actId="47"/>
        <pc:sldMkLst>
          <pc:docMk/>
          <pc:sldMk cId="1775331718" sldId="348"/>
        </pc:sldMkLst>
        <pc:spChg chg="mod">
          <ac:chgData name="Ahmed Minhaz Uddin" userId="fe017d4acf2b71dd" providerId="LiveId" clId="{5DB3CBBD-23D6-4064-94D9-2CE3D4122086}" dt="2023-02-15T02:55:07.930" v="591" actId="20577"/>
          <ac:spMkLst>
            <pc:docMk/>
            <pc:sldMk cId="1775331718" sldId="348"/>
            <ac:spMk id="3" creationId="{05A6655A-BCDC-7ED7-3796-FD2314E00715}"/>
          </ac:spMkLst>
        </pc:spChg>
      </pc:sldChg>
      <pc:sldChg chg="addSp delSp modSp new mod">
        <pc:chgData name="Ahmed Minhaz Uddin" userId="fe017d4acf2b71dd" providerId="LiveId" clId="{5DB3CBBD-23D6-4064-94D9-2CE3D4122086}" dt="2023-02-15T03:22:52.965" v="783" actId="404"/>
        <pc:sldMkLst>
          <pc:docMk/>
          <pc:sldMk cId="2123321107" sldId="349"/>
        </pc:sldMkLst>
        <pc:spChg chg="mod">
          <ac:chgData name="Ahmed Minhaz Uddin" userId="fe017d4acf2b71dd" providerId="LiveId" clId="{5DB3CBBD-23D6-4064-94D9-2CE3D4122086}" dt="2023-02-15T03:00:10.924" v="620" actId="20577"/>
          <ac:spMkLst>
            <pc:docMk/>
            <pc:sldMk cId="2123321107" sldId="349"/>
            <ac:spMk id="2" creationId="{BC9BFBF6-F91B-B66D-2910-5614A08F5508}"/>
          </ac:spMkLst>
        </pc:spChg>
        <pc:spChg chg="del">
          <ac:chgData name="Ahmed Minhaz Uddin" userId="fe017d4acf2b71dd" providerId="LiveId" clId="{5DB3CBBD-23D6-4064-94D9-2CE3D4122086}" dt="2023-02-15T02:59:26.436" v="597" actId="22"/>
          <ac:spMkLst>
            <pc:docMk/>
            <pc:sldMk cId="2123321107" sldId="349"/>
            <ac:spMk id="3" creationId="{ABA5221C-BD7A-ECAB-4920-E43AD7B47CEC}"/>
          </ac:spMkLst>
        </pc:spChg>
        <pc:spChg chg="add mod">
          <ac:chgData name="Ahmed Minhaz Uddin" userId="fe017d4acf2b71dd" providerId="LiveId" clId="{5DB3CBBD-23D6-4064-94D9-2CE3D4122086}" dt="2023-02-15T03:22:52.965" v="783" actId="404"/>
          <ac:spMkLst>
            <pc:docMk/>
            <pc:sldMk cId="2123321107" sldId="349"/>
            <ac:spMk id="7" creationId="{805CDA28-6ADB-5CCC-C942-6CD94DC501F6}"/>
          </ac:spMkLst>
        </pc:spChg>
        <pc:picChg chg="add mod ord">
          <ac:chgData name="Ahmed Minhaz Uddin" userId="fe017d4acf2b71dd" providerId="LiveId" clId="{5DB3CBBD-23D6-4064-94D9-2CE3D4122086}" dt="2023-02-15T02:59:26.436" v="597" actId="22"/>
          <ac:picMkLst>
            <pc:docMk/>
            <pc:sldMk cId="2123321107" sldId="349"/>
            <ac:picMk id="5" creationId="{40889708-A747-CE2A-2A19-BBEA7B41A909}"/>
          </ac:picMkLst>
        </pc:picChg>
      </pc:sldChg>
      <pc:sldChg chg="addSp delSp modSp new mod">
        <pc:chgData name="Ahmed Minhaz Uddin" userId="fe017d4acf2b71dd" providerId="LiveId" clId="{5DB3CBBD-23D6-4064-94D9-2CE3D4122086}" dt="2023-02-15T03:23:01.550" v="785" actId="1076"/>
        <pc:sldMkLst>
          <pc:docMk/>
          <pc:sldMk cId="627582482" sldId="350"/>
        </pc:sldMkLst>
        <pc:spChg chg="mod">
          <ac:chgData name="Ahmed Minhaz Uddin" userId="fe017d4acf2b71dd" providerId="LiveId" clId="{5DB3CBBD-23D6-4064-94D9-2CE3D4122086}" dt="2023-02-15T03:02:01.474" v="657" actId="20577"/>
          <ac:spMkLst>
            <pc:docMk/>
            <pc:sldMk cId="627582482" sldId="350"/>
            <ac:spMk id="2" creationId="{5DAD0093-1EDC-2927-9F5F-8FAB30A49525}"/>
          </ac:spMkLst>
        </pc:spChg>
        <pc:spChg chg="del">
          <ac:chgData name="Ahmed Minhaz Uddin" userId="fe017d4acf2b71dd" providerId="LiveId" clId="{5DB3CBBD-23D6-4064-94D9-2CE3D4122086}" dt="2023-02-15T03:01:32.004" v="622" actId="22"/>
          <ac:spMkLst>
            <pc:docMk/>
            <pc:sldMk cId="627582482" sldId="350"/>
            <ac:spMk id="3" creationId="{4FAF58EA-986E-EF74-58B8-1FB86CA482BF}"/>
          </ac:spMkLst>
        </pc:spChg>
        <pc:spChg chg="add mod">
          <ac:chgData name="Ahmed Minhaz Uddin" userId="fe017d4acf2b71dd" providerId="LiveId" clId="{5DB3CBBD-23D6-4064-94D9-2CE3D4122086}" dt="2023-02-15T03:23:01.550" v="785" actId="1076"/>
          <ac:spMkLst>
            <pc:docMk/>
            <pc:sldMk cId="627582482" sldId="350"/>
            <ac:spMk id="6" creationId="{AB15DE7A-F18E-D3E2-E2A0-B82A6DB34DD5}"/>
          </ac:spMkLst>
        </pc:spChg>
        <pc:picChg chg="add mod ord">
          <ac:chgData name="Ahmed Minhaz Uddin" userId="fe017d4acf2b71dd" providerId="LiveId" clId="{5DB3CBBD-23D6-4064-94D9-2CE3D4122086}" dt="2023-02-15T03:02:12.786" v="660" actId="1076"/>
          <ac:picMkLst>
            <pc:docMk/>
            <pc:sldMk cId="627582482" sldId="350"/>
            <ac:picMk id="5" creationId="{3F538BCB-C19B-8A2F-6998-D02948140895}"/>
          </ac:picMkLst>
        </pc:picChg>
      </pc:sldChg>
      <pc:sldChg chg="modSp new del mod">
        <pc:chgData name="Ahmed Minhaz Uddin" userId="fe017d4acf2b71dd" providerId="LiveId" clId="{5DB3CBBD-23D6-4064-94D9-2CE3D4122086}" dt="2023-02-15T03:22:31.936" v="780" actId="47"/>
        <pc:sldMkLst>
          <pc:docMk/>
          <pc:sldMk cId="3572709616" sldId="351"/>
        </pc:sldMkLst>
        <pc:spChg chg="mod">
          <ac:chgData name="Ahmed Minhaz Uddin" userId="fe017d4acf2b71dd" providerId="LiveId" clId="{5DB3CBBD-23D6-4064-94D9-2CE3D4122086}" dt="2023-02-15T03:22:15.987" v="777" actId="21"/>
          <ac:spMkLst>
            <pc:docMk/>
            <pc:sldMk cId="3572709616" sldId="351"/>
            <ac:spMk id="3" creationId="{B83194BE-A266-5AB1-4565-2BBD8A0774E5}"/>
          </ac:spMkLst>
        </pc:spChg>
      </pc:sldChg>
      <pc:sldChg chg="addSp delSp modSp new mod">
        <pc:chgData name="Ahmed Minhaz Uddin" userId="fe017d4acf2b71dd" providerId="LiveId" clId="{5DB3CBBD-23D6-4064-94D9-2CE3D4122086}" dt="2023-02-15T03:12:59.090" v="763" actId="1076"/>
        <pc:sldMkLst>
          <pc:docMk/>
          <pc:sldMk cId="1530030922" sldId="352"/>
        </pc:sldMkLst>
        <pc:spChg chg="mod">
          <ac:chgData name="Ahmed Minhaz Uddin" userId="fe017d4acf2b71dd" providerId="LiveId" clId="{5DB3CBBD-23D6-4064-94D9-2CE3D4122086}" dt="2023-02-15T03:12:24.864" v="761" actId="20577"/>
          <ac:spMkLst>
            <pc:docMk/>
            <pc:sldMk cId="1530030922" sldId="352"/>
            <ac:spMk id="2" creationId="{B6020A2A-B15B-0F77-BEE6-A24750A43F5F}"/>
          </ac:spMkLst>
        </pc:spChg>
        <pc:spChg chg="del">
          <ac:chgData name="Ahmed Minhaz Uddin" userId="fe017d4acf2b71dd" providerId="LiveId" clId="{5DB3CBBD-23D6-4064-94D9-2CE3D4122086}" dt="2023-02-15T03:12:56.212" v="762" actId="22"/>
          <ac:spMkLst>
            <pc:docMk/>
            <pc:sldMk cId="1530030922" sldId="352"/>
            <ac:spMk id="3" creationId="{7575E743-6090-5493-492B-8796ECBE9652}"/>
          </ac:spMkLst>
        </pc:spChg>
        <pc:picChg chg="add mod ord">
          <ac:chgData name="Ahmed Minhaz Uddin" userId="fe017d4acf2b71dd" providerId="LiveId" clId="{5DB3CBBD-23D6-4064-94D9-2CE3D4122086}" dt="2023-02-15T03:12:59.090" v="763" actId="1076"/>
          <ac:picMkLst>
            <pc:docMk/>
            <pc:sldMk cId="1530030922" sldId="352"/>
            <ac:picMk id="5" creationId="{CDB5440A-EEB0-F409-940C-859B05A70FC0}"/>
          </ac:picMkLst>
        </pc:picChg>
      </pc:sldChg>
      <pc:sldChg chg="addSp delSp modSp new mod">
        <pc:chgData name="Ahmed Minhaz Uddin" userId="fe017d4acf2b71dd" providerId="LiveId" clId="{5DB3CBBD-23D6-4064-94D9-2CE3D4122086}" dt="2023-02-15T03:42:45.561" v="893" actId="14100"/>
        <pc:sldMkLst>
          <pc:docMk/>
          <pc:sldMk cId="4236119208" sldId="353"/>
        </pc:sldMkLst>
        <pc:spChg chg="mod">
          <ac:chgData name="Ahmed Minhaz Uddin" userId="fe017d4acf2b71dd" providerId="LiveId" clId="{5DB3CBBD-23D6-4064-94D9-2CE3D4122086}" dt="2023-02-15T03:42:04.742" v="884" actId="20577"/>
          <ac:spMkLst>
            <pc:docMk/>
            <pc:sldMk cId="4236119208" sldId="353"/>
            <ac:spMk id="2" creationId="{83E28DA0-E147-E7D6-9C6D-DE7EF2C81063}"/>
          </ac:spMkLst>
        </pc:spChg>
        <pc:spChg chg="del">
          <ac:chgData name="Ahmed Minhaz Uddin" userId="fe017d4acf2b71dd" providerId="LiveId" clId="{5DB3CBBD-23D6-4064-94D9-2CE3D4122086}" dt="2023-02-15T03:42:11.315" v="885" actId="22"/>
          <ac:spMkLst>
            <pc:docMk/>
            <pc:sldMk cId="4236119208" sldId="353"/>
            <ac:spMk id="3" creationId="{2A28E7D9-596B-3355-7B86-54DD3898BE28}"/>
          </ac:spMkLst>
        </pc:spChg>
        <pc:spChg chg="add mod">
          <ac:chgData name="Ahmed Minhaz Uddin" userId="fe017d4acf2b71dd" providerId="LiveId" clId="{5DB3CBBD-23D6-4064-94D9-2CE3D4122086}" dt="2023-02-15T03:42:38.035" v="891" actId="6549"/>
          <ac:spMkLst>
            <pc:docMk/>
            <pc:sldMk cId="4236119208" sldId="353"/>
            <ac:spMk id="7" creationId="{249798A9-BC35-1ADF-44C2-F14512D839C7}"/>
          </ac:spMkLst>
        </pc:spChg>
        <pc:picChg chg="add mod ord">
          <ac:chgData name="Ahmed Minhaz Uddin" userId="fe017d4acf2b71dd" providerId="LiveId" clId="{5DB3CBBD-23D6-4064-94D9-2CE3D4122086}" dt="2023-02-15T03:42:45.561" v="893" actId="14100"/>
          <ac:picMkLst>
            <pc:docMk/>
            <pc:sldMk cId="4236119208" sldId="353"/>
            <ac:picMk id="5" creationId="{295FC704-C109-5602-E438-64A6CB6CFF56}"/>
          </ac:picMkLst>
        </pc:picChg>
      </pc:sldChg>
      <pc:sldChg chg="addSp delSp modSp new mod">
        <pc:chgData name="Ahmed Minhaz Uddin" userId="fe017d4acf2b71dd" providerId="LiveId" clId="{5DB3CBBD-23D6-4064-94D9-2CE3D4122086}" dt="2023-02-15T03:44:44.955" v="908" actId="14100"/>
        <pc:sldMkLst>
          <pc:docMk/>
          <pc:sldMk cId="3615097204" sldId="354"/>
        </pc:sldMkLst>
        <pc:spChg chg="mod">
          <ac:chgData name="Ahmed Minhaz Uddin" userId="fe017d4acf2b71dd" providerId="LiveId" clId="{5DB3CBBD-23D6-4064-94D9-2CE3D4122086}" dt="2023-02-15T03:44:23.755" v="900"/>
          <ac:spMkLst>
            <pc:docMk/>
            <pc:sldMk cId="3615097204" sldId="354"/>
            <ac:spMk id="2" creationId="{CCC21B3C-2161-7F5D-70D5-3CA745C09363}"/>
          </ac:spMkLst>
        </pc:spChg>
        <pc:spChg chg="del">
          <ac:chgData name="Ahmed Minhaz Uddin" userId="fe017d4acf2b71dd" providerId="LiveId" clId="{5DB3CBBD-23D6-4064-94D9-2CE3D4122086}" dt="2023-02-15T03:43:48.340" v="895" actId="22"/>
          <ac:spMkLst>
            <pc:docMk/>
            <pc:sldMk cId="3615097204" sldId="354"/>
            <ac:spMk id="3" creationId="{ED94019E-709D-1F46-84DF-81E4E4447F7B}"/>
          </ac:spMkLst>
        </pc:spChg>
        <pc:spChg chg="add mod">
          <ac:chgData name="Ahmed Minhaz Uddin" userId="fe017d4acf2b71dd" providerId="LiveId" clId="{5DB3CBBD-23D6-4064-94D9-2CE3D4122086}" dt="2023-02-15T03:44:33.577" v="906" actId="20577"/>
          <ac:spMkLst>
            <pc:docMk/>
            <pc:sldMk cId="3615097204" sldId="354"/>
            <ac:spMk id="7" creationId="{94C4B4E9-2884-429C-79C5-302F18E0A218}"/>
          </ac:spMkLst>
        </pc:spChg>
        <pc:picChg chg="add mod ord">
          <ac:chgData name="Ahmed Minhaz Uddin" userId="fe017d4acf2b71dd" providerId="LiveId" clId="{5DB3CBBD-23D6-4064-94D9-2CE3D4122086}" dt="2023-02-15T03:44:44.955" v="908" actId="14100"/>
          <ac:picMkLst>
            <pc:docMk/>
            <pc:sldMk cId="3615097204" sldId="354"/>
            <ac:picMk id="5" creationId="{0FB34F67-3DB1-EB52-3C0B-AB772B8383F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B77012-B2BC-4AD8-BD62-A130A7B5554E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719E99-DA91-48FD-B620-57FE9728A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3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C83922F-FF8D-883C-84A7-4E87B80E26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7E2673B-C100-43CE-817D-2A96E06DF385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4A038902-AF87-541D-AC09-57D7F617F8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2100" y="685800"/>
            <a:ext cx="6502400" cy="3657600"/>
          </a:xfrm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EC511917-AA30-499C-7C0B-303DB8E7E9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ABCEA9-342F-49DA-8846-1F2209C1EED6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433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373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401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22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50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119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931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004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993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10/20/2025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36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239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999988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3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47089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4273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299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693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F995A3-E8DC-4E31-A2CF-2D980271CAE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465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inhaz.ahmed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Multimedia Computing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pPr algn="ctr"/>
            <a:r>
              <a:rPr lang="en-US" dirty="0"/>
              <a:t>By </a:t>
            </a:r>
          </a:p>
          <a:p>
            <a:pPr algn="ctr"/>
            <a:r>
              <a:rPr lang="en-US" sz="5600" dirty="0"/>
              <a:t>Minhaz Uddin Ahmed, PhD</a:t>
            </a:r>
          </a:p>
          <a:p>
            <a:pPr algn="ctr"/>
            <a:r>
              <a:rPr lang="en-US" sz="5600" dirty="0"/>
              <a:t>Department of Computer Engineering</a:t>
            </a:r>
          </a:p>
          <a:p>
            <a:pPr algn="ctr"/>
            <a:r>
              <a:rPr lang="en-US" sz="5600" dirty="0" err="1"/>
              <a:t>Inha</a:t>
            </a:r>
            <a:r>
              <a:rPr lang="en-US" sz="5600" dirty="0"/>
              <a:t> University in Tashkent.</a:t>
            </a:r>
          </a:p>
          <a:p>
            <a:pPr algn="ctr"/>
            <a:r>
              <a:rPr lang="en-US" sz="5600" dirty="0"/>
              <a:t>Email: </a:t>
            </a:r>
            <a:r>
              <a:rPr lang="en-US" sz="5600" dirty="0">
                <a:hlinkClick r:id="rId2"/>
              </a:rPr>
              <a:t>minhaz.ahmed@gmail.com</a:t>
            </a:r>
            <a:endParaRPr lang="en-US" sz="5600" dirty="0"/>
          </a:p>
          <a:p>
            <a:pPr algn="ctr"/>
            <a:endParaRPr lang="en-US" sz="5600" dirty="0"/>
          </a:p>
        </p:txBody>
      </p:sp>
    </p:spTree>
    <p:extLst>
      <p:ext uri="{BB962C8B-B14F-4D97-AF65-F5344CB8AC3E}">
        <p14:creationId xmlns:p14="http://schemas.microsoft.com/office/powerpoint/2010/main" val="47177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B3394-E4DE-C4EB-8E13-3EC9A8885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  <a:br>
              <a:rPr lang="en-US" dirty="0"/>
            </a:b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C6AF157-4CC8-7BCE-3B6D-739D90795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Background </a:t>
            </a:r>
          </a:p>
          <a:p>
            <a:r>
              <a:rPr lang="en-US" dirty="0"/>
              <a:t>Patterns and pattern classes</a:t>
            </a:r>
          </a:p>
          <a:p>
            <a:r>
              <a:rPr lang="en-US" dirty="0"/>
              <a:t>Pattern classification by prototype matching</a:t>
            </a:r>
          </a:p>
          <a:p>
            <a:r>
              <a:rPr lang="en-US" dirty="0"/>
              <a:t>Template matching</a:t>
            </a:r>
          </a:p>
          <a:p>
            <a:r>
              <a:rPr lang="en-US" dirty="0"/>
              <a:t>Statistical classifier</a:t>
            </a:r>
          </a:p>
          <a:p>
            <a:r>
              <a:rPr lang="en-US" dirty="0"/>
              <a:t>additional details</a:t>
            </a:r>
          </a:p>
        </p:txBody>
      </p:sp>
    </p:spTree>
    <p:extLst>
      <p:ext uri="{BB962C8B-B14F-4D97-AF65-F5344CB8AC3E}">
        <p14:creationId xmlns:p14="http://schemas.microsoft.com/office/powerpoint/2010/main" val="2231878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AA611-D56C-9811-DC02-BDAE88418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E2948-0A5B-7E8B-BBF0-AAF8ABA51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 pattern is an arrangement of descriptors,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name feature is used often in the pattern recognition literature to denote a descriptor.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 pattern class is a family of patterns that share some common properties</a:t>
            </a:r>
          </a:p>
        </p:txBody>
      </p:sp>
    </p:spTree>
    <p:extLst>
      <p:ext uri="{BB962C8B-B14F-4D97-AF65-F5344CB8AC3E}">
        <p14:creationId xmlns:p14="http://schemas.microsoft.com/office/powerpoint/2010/main" val="1124036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1" name="Rectangle 7">
            <a:extLst>
              <a:ext uri="{FF2B5EF4-FFF2-40B4-BE49-F238E27FC236}">
                <a16:creationId xmlns:a16="http://schemas.microsoft.com/office/drawing/2014/main" id="{B54262B9-85BF-0E38-0B89-9A8A1E7BBE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anose="020B0604030504040204" pitchFamily="18" charset="-120"/>
              </a:rPr>
              <a:t>An Example</a:t>
            </a:r>
          </a:p>
        </p:txBody>
      </p:sp>
      <p:sp>
        <p:nvSpPr>
          <p:cNvPr id="41992" name="Rectangle 8">
            <a:extLst>
              <a:ext uri="{FF2B5EF4-FFF2-40B4-BE49-F238E27FC236}">
                <a16:creationId xmlns:a16="http://schemas.microsoft.com/office/drawing/2014/main" id="{C702ACFA-5BFA-E0FD-200C-3371421691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ea typeface="新細明體" panose="020B0604030504040204" pitchFamily="18" charset="-120"/>
              </a:rPr>
              <a:t>“</a:t>
            </a:r>
            <a:r>
              <a:rPr lang="en-US" altLang="zh-TW" dirty="0">
                <a:ea typeface="新細明體" panose="020B0604030504040204" pitchFamily="18" charset="-120"/>
              </a:rPr>
              <a:t>Sorting incoming Fish on a conveyor according to species using optical sensing”</a:t>
            </a:r>
          </a:p>
          <a:p>
            <a:endParaRPr lang="en-US" altLang="zh-TW" dirty="0">
              <a:ea typeface="新細明體" panose="020B0604030504040204" pitchFamily="18" charset="-120"/>
            </a:endParaRPr>
          </a:p>
          <a:p>
            <a:pPr>
              <a:buFontTx/>
              <a:buNone/>
            </a:pPr>
            <a:r>
              <a:rPr lang="en-US" altLang="zh-TW" dirty="0">
                <a:ea typeface="新細明體" panose="020B0604030504040204" pitchFamily="18" charset="-120"/>
              </a:rPr>
              <a:t>					            Sea bass</a:t>
            </a:r>
          </a:p>
          <a:p>
            <a:pPr>
              <a:buFontTx/>
              <a:buNone/>
            </a:pPr>
            <a:r>
              <a:rPr lang="en-US" altLang="zh-TW" dirty="0">
                <a:ea typeface="新細明體" panose="020B0604030504040204" pitchFamily="18" charset="-120"/>
              </a:rPr>
              <a:t>		Species</a:t>
            </a:r>
          </a:p>
          <a:p>
            <a:pPr>
              <a:buFontTx/>
              <a:buNone/>
            </a:pPr>
            <a:r>
              <a:rPr lang="en-US" altLang="zh-TW" dirty="0">
                <a:ea typeface="新細明體" panose="020B0604030504040204" pitchFamily="18" charset="-120"/>
              </a:rPr>
              <a:t>					            </a:t>
            </a:r>
          </a:p>
          <a:p>
            <a:pPr>
              <a:buFontTx/>
              <a:buNone/>
            </a:pPr>
            <a:r>
              <a:rPr lang="en-US" altLang="zh-TW" dirty="0">
                <a:ea typeface="新細明體" panose="020B0604030504040204" pitchFamily="18" charset="-120"/>
              </a:rPr>
              <a:t>                                        Salmon</a:t>
            </a:r>
          </a:p>
          <a:p>
            <a:endParaRPr lang="zh-TW" altLang="en-US" dirty="0">
              <a:ea typeface="新細明體" panose="020B0604030504040204" pitchFamily="18" charset="-120"/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BDE4CE4D-584A-3519-63E5-22C18DDD3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C55B-6211-4213-9FDF-3EDDB20A240E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41988" name="Line 4">
            <a:extLst>
              <a:ext uri="{FF2B5EF4-FFF2-40B4-BE49-F238E27FC236}">
                <a16:creationId xmlns:a16="http://schemas.microsoft.com/office/drawing/2014/main" id="{43A5C4B8-2BAA-5464-04D2-EE233D9C0A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69122" y="3398855"/>
            <a:ext cx="1219200" cy="351726"/>
          </a:xfrm>
          <a:prstGeom prst="line">
            <a:avLst/>
          </a:prstGeom>
          <a:noFill/>
          <a:ln w="38100" cap="sq">
            <a:solidFill>
              <a:srgbClr val="FF66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1989" name="Line 5">
            <a:extLst>
              <a:ext uri="{FF2B5EF4-FFF2-40B4-BE49-F238E27FC236}">
                <a16:creationId xmlns:a16="http://schemas.microsoft.com/office/drawing/2014/main" id="{EAD124FF-F5A3-2D27-C7B6-D61852B4C665}"/>
              </a:ext>
            </a:extLst>
          </p:cNvPr>
          <p:cNvSpPr>
            <a:spLocks noChangeShapeType="1"/>
          </p:cNvSpPr>
          <p:nvPr/>
        </p:nvSpPr>
        <p:spPr bwMode="auto">
          <a:xfrm>
            <a:off x="2069122" y="4115706"/>
            <a:ext cx="1219200" cy="457199"/>
          </a:xfrm>
          <a:prstGeom prst="line">
            <a:avLst/>
          </a:prstGeom>
          <a:noFill/>
          <a:ln w="38100" cap="sq">
            <a:solidFill>
              <a:srgbClr val="FF66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4F1E4B66-8649-53C6-6427-84F47D3B97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anose="020B0604030504040204" pitchFamily="18" charset="-120"/>
              </a:rPr>
              <a:t>Problem Analysis</a:t>
            </a:r>
            <a:br>
              <a:rPr lang="en-US" altLang="zh-TW" dirty="0">
                <a:ea typeface="新細明體" panose="020B0604030504040204" pitchFamily="18" charset="-120"/>
              </a:rPr>
            </a:br>
            <a:endParaRPr lang="en-US" altLang="zh-TW" dirty="0">
              <a:ea typeface="新細明體" panose="020B0604030504040204" pitchFamily="18" charset="-120"/>
            </a:endParaRPr>
          </a:p>
        </p:txBody>
      </p:sp>
      <p:sp>
        <p:nvSpPr>
          <p:cNvPr id="43015" name="Rectangle 7">
            <a:extLst>
              <a:ext uri="{FF2B5EF4-FFF2-40B4-BE49-F238E27FC236}">
                <a16:creationId xmlns:a16="http://schemas.microsoft.com/office/drawing/2014/main" id="{579B589F-517D-9D14-19AA-A30605E04A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27493" y="1440439"/>
            <a:ext cx="8516023" cy="5131184"/>
          </a:xfrm>
        </p:spPr>
        <p:txBody>
          <a:bodyPr/>
          <a:lstStyle/>
          <a:p>
            <a:endParaRPr lang="en-US" altLang="zh-TW" dirty="0">
              <a:ea typeface="新細明體" panose="020B0604030504040204" pitchFamily="18" charset="-120"/>
            </a:endParaRPr>
          </a:p>
          <a:p>
            <a:pPr lvl="1"/>
            <a:r>
              <a:rPr lang="en-US" altLang="zh-TW" dirty="0">
                <a:ea typeface="新細明體" panose="020B0604030504040204" pitchFamily="18" charset="-120"/>
              </a:rPr>
              <a:t>Set up a camera and take some sample images to extract features</a:t>
            </a:r>
          </a:p>
          <a:p>
            <a:pPr lvl="1"/>
            <a:endParaRPr lang="en-US" altLang="zh-TW" dirty="0">
              <a:ea typeface="新細明體" panose="020B0604030504040204" pitchFamily="18" charset="-120"/>
            </a:endParaRPr>
          </a:p>
          <a:p>
            <a:pPr lvl="2"/>
            <a:r>
              <a:rPr lang="en-US" altLang="zh-TW" dirty="0">
                <a:ea typeface="新細明體" panose="020B0604030504040204" pitchFamily="18" charset="-120"/>
              </a:rPr>
              <a:t>Length</a:t>
            </a:r>
          </a:p>
          <a:p>
            <a:pPr lvl="2"/>
            <a:r>
              <a:rPr lang="en-US" altLang="zh-TW" dirty="0">
                <a:ea typeface="新細明體" panose="020B0604030504040204" pitchFamily="18" charset="-120"/>
              </a:rPr>
              <a:t>Lightness</a:t>
            </a:r>
          </a:p>
          <a:p>
            <a:pPr lvl="2"/>
            <a:r>
              <a:rPr lang="en-US" altLang="zh-TW" dirty="0">
                <a:ea typeface="新細明體" panose="020B0604030504040204" pitchFamily="18" charset="-120"/>
              </a:rPr>
              <a:t>Width</a:t>
            </a:r>
          </a:p>
          <a:p>
            <a:pPr lvl="2"/>
            <a:r>
              <a:rPr lang="en-US" altLang="zh-TW" dirty="0">
                <a:ea typeface="新細明體" panose="020B0604030504040204" pitchFamily="18" charset="-120"/>
              </a:rPr>
              <a:t>Number and shape of fins</a:t>
            </a:r>
          </a:p>
          <a:p>
            <a:pPr lvl="2"/>
            <a:r>
              <a:rPr lang="en-US" altLang="zh-TW" dirty="0">
                <a:ea typeface="新細明體" panose="020B0604030504040204" pitchFamily="18" charset="-120"/>
              </a:rPr>
              <a:t>Position of the mouth, </a:t>
            </a:r>
            <a:r>
              <a:rPr lang="en-US" altLang="zh-TW" dirty="0" err="1">
                <a:ea typeface="新細明體" panose="020B0604030504040204" pitchFamily="18" charset="-120"/>
              </a:rPr>
              <a:t>etc</a:t>
            </a:r>
            <a:r>
              <a:rPr lang="en-US" altLang="zh-TW" dirty="0">
                <a:ea typeface="新細明體" panose="020B0604030504040204" pitchFamily="18" charset="-120"/>
              </a:rPr>
              <a:t>…</a:t>
            </a:r>
          </a:p>
          <a:p>
            <a:pPr lvl="2"/>
            <a:endParaRPr lang="en-US" altLang="zh-TW" dirty="0">
              <a:ea typeface="新細明體" panose="020B0604030504040204" pitchFamily="18" charset="-120"/>
            </a:endParaRPr>
          </a:p>
          <a:p>
            <a:pPr lvl="2"/>
            <a:r>
              <a:rPr lang="en-US" altLang="zh-TW" dirty="0">
                <a:ea typeface="新細明體" panose="020B0604030504040204" pitchFamily="18" charset="-120"/>
              </a:rPr>
              <a:t>This is the set of all suggested features to explore for use in our classifier!</a:t>
            </a:r>
          </a:p>
          <a:p>
            <a:pPr lvl="2"/>
            <a:endParaRPr lang="zh-TW" altLang="en-US" dirty="0">
              <a:ea typeface="新細明體" panose="020B0604030504040204" pitchFamily="18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CED51CF1-1961-2FC4-26DB-BC5C76D121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新細明體" panose="020B0604030504040204" pitchFamily="18" charset="-120"/>
              </a:rPr>
              <a:t>Preprocessing</a:t>
            </a:r>
            <a:br>
              <a:rPr lang="en-US" altLang="zh-TW" dirty="0">
                <a:ea typeface="新細明體" panose="020B0604030504040204" pitchFamily="18" charset="-120"/>
              </a:rPr>
            </a:br>
            <a:br>
              <a:rPr lang="en-US" altLang="zh-TW" dirty="0">
                <a:ea typeface="新細明體" panose="020B0604030504040204" pitchFamily="18" charset="-120"/>
              </a:rPr>
            </a:br>
            <a:endParaRPr lang="en-US" altLang="zh-TW" dirty="0">
              <a:ea typeface="新細明體" panose="020B0604030504040204" pitchFamily="18" charset="-120"/>
            </a:endParaRPr>
          </a:p>
        </p:txBody>
      </p:sp>
      <p:sp>
        <p:nvSpPr>
          <p:cNvPr id="44039" name="Rectangle 7">
            <a:extLst>
              <a:ext uri="{FF2B5EF4-FFF2-40B4-BE49-F238E27FC236}">
                <a16:creationId xmlns:a16="http://schemas.microsoft.com/office/drawing/2014/main" id="{9E4954CA-9B09-95CE-BA99-B19DE0A0C3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54587" y="1597025"/>
            <a:ext cx="8896350" cy="3768795"/>
          </a:xfrm>
        </p:spPr>
        <p:txBody>
          <a:bodyPr/>
          <a:lstStyle/>
          <a:p>
            <a:endParaRPr lang="en-US" altLang="zh-TW" dirty="0">
              <a:ea typeface="新細明體" panose="020B0604030504040204" pitchFamily="18" charset="-120"/>
            </a:endParaRPr>
          </a:p>
          <a:p>
            <a:r>
              <a:rPr lang="en-US" altLang="zh-TW" dirty="0">
                <a:ea typeface="新細明體" panose="020B0604030504040204" pitchFamily="18" charset="-120"/>
              </a:rPr>
              <a:t>Use a segmentation operation to isolate fishes from one another and from the background</a:t>
            </a:r>
          </a:p>
          <a:p>
            <a:pPr lvl="1"/>
            <a:endParaRPr lang="en-US" altLang="zh-TW" dirty="0">
              <a:ea typeface="新細明體" panose="020B0604030504040204" pitchFamily="18" charset="-120"/>
            </a:endParaRPr>
          </a:p>
          <a:p>
            <a:r>
              <a:rPr lang="en-US" altLang="zh-TW" dirty="0">
                <a:ea typeface="新細明體" panose="020B0604030504040204" pitchFamily="18" charset="-120"/>
              </a:rPr>
              <a:t>Information from a single fish is sent to a feature extractor whose purpose is to reduce the data by measuring certain features</a:t>
            </a:r>
          </a:p>
          <a:p>
            <a:endParaRPr lang="en-US" altLang="zh-TW" dirty="0">
              <a:ea typeface="新細明體" panose="020B0604030504040204" pitchFamily="18" charset="-120"/>
            </a:endParaRPr>
          </a:p>
          <a:p>
            <a:r>
              <a:rPr lang="en-US" altLang="zh-TW" dirty="0">
                <a:ea typeface="新細明體" panose="020B0604030504040204" pitchFamily="18" charset="-120"/>
              </a:rPr>
              <a:t>The features are passed to a classifier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EEEE9EE-A44E-3EB6-1E10-AF8E2F4A03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新細明體" panose="020B0604030504040204" pitchFamily="18" charset="-120"/>
              </a:rPr>
              <a:t>Preprocessing</a:t>
            </a:r>
            <a:br>
              <a:rPr lang="en-US" altLang="zh-TW" dirty="0">
                <a:ea typeface="新細明體" panose="020B0604030504040204" pitchFamily="18" charset="-120"/>
              </a:rPr>
            </a:br>
            <a:br>
              <a:rPr lang="en-US" altLang="zh-TW" dirty="0">
                <a:ea typeface="新細明體" panose="020B0604030504040204" pitchFamily="18" charset="-120"/>
              </a:rPr>
            </a:br>
            <a:endParaRPr lang="en-US" altLang="zh-TW" dirty="0">
              <a:ea typeface="新細明體" panose="020B0604030504040204" pitchFamily="18" charset="-120"/>
            </a:endParaRPr>
          </a:p>
        </p:txBody>
      </p:sp>
      <p:pic>
        <p:nvPicPr>
          <p:cNvPr id="25603" name="Picture 3">
            <a:extLst>
              <a:ext uri="{FF2B5EF4-FFF2-40B4-BE49-F238E27FC236}">
                <a16:creationId xmlns:a16="http://schemas.microsoft.com/office/drawing/2014/main" id="{F292EC4E-2DE7-5470-9F69-F00D24EBE85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1" t="3346" b="3142"/>
          <a:stretch>
            <a:fillRect/>
          </a:stretch>
        </p:blipFill>
        <p:spPr>
          <a:xfrm>
            <a:off x="592852" y="1504741"/>
            <a:ext cx="8839200" cy="4348163"/>
          </a:xfrm>
          <a:noFill/>
          <a:ln/>
        </p:spPr>
      </p:pic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48ED7326-30E8-FB17-3020-D62A8312F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4A7FD-5D9C-43BB-B8BF-B5C4A67785E6}" type="slidenum">
              <a:rPr lang="en-US" altLang="en-US"/>
              <a:pPr/>
              <a:t>7</a:t>
            </a:fld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1E5B603F-8334-0E2F-315A-D0AEDC28B2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新細明體" panose="020B0604030504040204" pitchFamily="18" charset="-120"/>
              </a:rPr>
              <a:t>Classification</a:t>
            </a:r>
            <a:br>
              <a:rPr lang="en-US" altLang="zh-TW" dirty="0">
                <a:ea typeface="新細明體" panose="020B0604030504040204" pitchFamily="18" charset="-120"/>
              </a:rPr>
            </a:br>
            <a:br>
              <a:rPr lang="en-US" altLang="zh-TW" dirty="0">
                <a:ea typeface="新細明體" panose="020B0604030504040204" pitchFamily="18" charset="-120"/>
              </a:rPr>
            </a:br>
            <a:br>
              <a:rPr lang="en-US" altLang="zh-TW" dirty="0">
                <a:ea typeface="新細明體" panose="020B0604030504040204" pitchFamily="18" charset="-120"/>
              </a:rPr>
            </a:br>
            <a:endParaRPr lang="en-US" altLang="zh-TW" dirty="0">
              <a:ea typeface="新細明體" panose="020B0604030504040204" pitchFamily="18" charset="-120"/>
            </a:endParaRPr>
          </a:p>
        </p:txBody>
      </p:sp>
      <p:sp>
        <p:nvSpPr>
          <p:cNvPr id="45062" name="Rectangle 1030">
            <a:extLst>
              <a:ext uri="{FF2B5EF4-FFF2-40B4-BE49-F238E27FC236}">
                <a16:creationId xmlns:a16="http://schemas.microsoft.com/office/drawing/2014/main" id="{64738DFB-BEA5-6C8C-7249-BE830BADFB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TW" dirty="0">
              <a:ea typeface="新細明體" panose="020B0604030504040204" pitchFamily="18" charset="-120"/>
            </a:endParaRPr>
          </a:p>
          <a:p>
            <a:pPr lvl="1"/>
            <a:r>
              <a:rPr lang="en-US" altLang="zh-TW" dirty="0">
                <a:ea typeface="新細明體" panose="020B0604030504040204" pitchFamily="18" charset="-120"/>
              </a:rPr>
              <a:t>Select the length of the fish as a possible feature for discrimination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3">
            <a:extLst>
              <a:ext uri="{FF2B5EF4-FFF2-40B4-BE49-F238E27FC236}">
                <a16:creationId xmlns:a16="http://schemas.microsoft.com/office/drawing/2014/main" id="{89DAB9B9-5EB2-10A1-A75E-6C7AFBFD0BC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4301" y="1683099"/>
            <a:ext cx="8896350" cy="4135438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0A32A2-741D-753A-3EAE-C8AA79FDB9E7}"/>
              </a:ext>
            </a:extLst>
          </p:cNvPr>
          <p:cNvSpPr txBox="1"/>
          <p:nvPr/>
        </p:nvSpPr>
        <p:spPr>
          <a:xfrm>
            <a:off x="7433269" y="2505670"/>
            <a:ext cx="45946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altLang="zh-TW" dirty="0">
                <a:ea typeface="新細明體" panose="020B0604030504040204" pitchFamily="18" charset="-120"/>
              </a:rPr>
              <a:t>The</a:t>
            </a:r>
            <a:r>
              <a:rPr lang="en-US" altLang="zh-TW" dirty="0">
                <a:solidFill>
                  <a:srgbClr val="FF0000"/>
                </a:solidFill>
                <a:ea typeface="新細明體" panose="020B0604030504040204" pitchFamily="18" charset="-120"/>
              </a:rPr>
              <a:t> length </a:t>
            </a:r>
            <a:r>
              <a:rPr lang="en-US" altLang="zh-TW" dirty="0">
                <a:ea typeface="新細明體" panose="020B0604030504040204" pitchFamily="18" charset="-120"/>
              </a:rPr>
              <a:t>is a poor feature alone!</a:t>
            </a:r>
          </a:p>
          <a:p>
            <a:pPr>
              <a:buFontTx/>
              <a:buNone/>
            </a:pPr>
            <a:endParaRPr lang="en-US" altLang="zh-TW" dirty="0">
              <a:ea typeface="新細明體" panose="020B0604030504040204" pitchFamily="18" charset="-120"/>
            </a:endParaRPr>
          </a:p>
          <a:p>
            <a:pPr>
              <a:buFontTx/>
              <a:buNone/>
            </a:pPr>
            <a:r>
              <a:rPr lang="en-US" altLang="zh-TW" dirty="0">
                <a:ea typeface="新細明體" panose="020B0604030504040204" pitchFamily="18" charset="-120"/>
              </a:rPr>
              <a:t>Select the </a:t>
            </a:r>
            <a:r>
              <a:rPr lang="en-US" altLang="zh-TW" dirty="0">
                <a:solidFill>
                  <a:srgbClr val="FF0000"/>
                </a:solidFill>
                <a:ea typeface="新細明體" panose="020B0604030504040204" pitchFamily="18" charset="-120"/>
              </a:rPr>
              <a:t>lightness</a:t>
            </a:r>
            <a:r>
              <a:rPr lang="en-US" altLang="zh-TW" dirty="0">
                <a:ea typeface="新細明體" panose="020B0604030504040204" pitchFamily="18" charset="-120"/>
              </a:rPr>
              <a:t> as a possible feature.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CE0FDE-140B-BC5F-9CF3-752C36ABCA7D}"/>
              </a:ext>
            </a:extLst>
          </p:cNvPr>
          <p:cNvSpPr txBox="1"/>
          <p:nvPr/>
        </p:nvSpPr>
        <p:spPr>
          <a:xfrm>
            <a:off x="536657" y="747075"/>
            <a:ext cx="5633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+mj-lt"/>
                <a:ea typeface="新細明體" panose="020B0604030504040204" pitchFamily="18" charset="-120"/>
                <a:cs typeface="+mj-cs"/>
              </a:rPr>
              <a:t>Feature</a:t>
            </a:r>
            <a:r>
              <a:rPr lang="en-US" dirty="0"/>
              <a:t> </a:t>
            </a:r>
            <a:r>
              <a:rPr lang="en-US" sz="3200" dirty="0">
                <a:solidFill>
                  <a:schemeClr val="accent1"/>
                </a:solidFill>
                <a:latin typeface="+mj-lt"/>
                <a:ea typeface="新細明體" panose="020B0604030504040204" pitchFamily="18" charset="-120"/>
                <a:cs typeface="+mj-cs"/>
              </a:rPr>
              <a:t>identification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3" name="Picture 3">
            <a:extLst>
              <a:ext uri="{FF2B5EF4-FFF2-40B4-BE49-F238E27FC236}">
                <a16:creationId xmlns:a16="http://schemas.microsoft.com/office/drawing/2014/main" id="{AB1337E9-943B-6C25-1ADA-1196C2D770A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4688" y="1905924"/>
            <a:ext cx="8896350" cy="413543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0365FB-D154-4A7D-EB67-E330E1BBC276}"/>
              </a:ext>
            </a:extLst>
          </p:cNvPr>
          <p:cNvSpPr txBox="1"/>
          <p:nvPr/>
        </p:nvSpPr>
        <p:spPr>
          <a:xfrm>
            <a:off x="536657" y="747075"/>
            <a:ext cx="5633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+mj-lt"/>
                <a:ea typeface="新細明體" panose="020B0604030504040204" pitchFamily="18" charset="-120"/>
                <a:cs typeface="+mj-cs"/>
              </a:rPr>
              <a:t>Feature</a:t>
            </a:r>
            <a:r>
              <a:rPr lang="en-US" dirty="0"/>
              <a:t> </a:t>
            </a:r>
            <a:r>
              <a:rPr lang="en-US" sz="3200" dirty="0">
                <a:solidFill>
                  <a:schemeClr val="accent1"/>
                </a:solidFill>
                <a:latin typeface="+mj-lt"/>
                <a:ea typeface="新細明體" panose="020B0604030504040204" pitchFamily="18" charset="-120"/>
                <a:cs typeface="+mj-cs"/>
              </a:rPr>
              <a:t>identification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>
            <a:extLst>
              <a:ext uri="{FF2B5EF4-FFF2-40B4-BE49-F238E27FC236}">
                <a16:creationId xmlns:a16="http://schemas.microsoft.com/office/drawing/2014/main" id="{5F3C7AAE-12D9-6DA1-6F13-F549C1739D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0464" y="1498880"/>
            <a:ext cx="9031288" cy="5184775"/>
          </a:xfrm>
        </p:spPr>
        <p:txBody>
          <a:bodyPr/>
          <a:lstStyle/>
          <a:p>
            <a:endParaRPr lang="en-US" altLang="zh-TW" dirty="0">
              <a:ea typeface="新細明體" panose="020B0604030504040204" pitchFamily="18" charset="-120"/>
            </a:endParaRPr>
          </a:p>
          <a:p>
            <a:pPr lvl="1"/>
            <a:r>
              <a:rPr lang="en-US" altLang="zh-TW" sz="1800" dirty="0">
                <a:ea typeface="新細明體" panose="020B0604030504040204" pitchFamily="18" charset="-120"/>
              </a:rPr>
              <a:t>Move our decision boundary toward smaller values of lightness in order to minimize the cost (reduce the number of sea bass that are classified salmon!)</a:t>
            </a:r>
            <a:br>
              <a:rPr lang="en-US" altLang="zh-TW" sz="1800" dirty="0">
                <a:ea typeface="新細明體" panose="020B0604030504040204" pitchFamily="18" charset="-120"/>
              </a:rPr>
            </a:br>
            <a:br>
              <a:rPr lang="en-US" altLang="zh-TW" sz="1800" dirty="0">
                <a:ea typeface="新細明體" panose="020B0604030504040204" pitchFamily="18" charset="-120"/>
              </a:rPr>
            </a:br>
            <a:endParaRPr lang="en-US" altLang="zh-TW" sz="1800" dirty="0">
              <a:ea typeface="新細明體" panose="020B0604030504040204" pitchFamily="18" charset="-120"/>
            </a:endParaRPr>
          </a:p>
          <a:p>
            <a:pPr lvl="1"/>
            <a:endParaRPr lang="en-US" altLang="zh-TW" dirty="0">
              <a:ea typeface="新細明體" panose="020B0604030504040204" pitchFamily="18" charset="-120"/>
            </a:endParaRPr>
          </a:p>
          <a:p>
            <a:pPr lvl="1" algn="ctr">
              <a:buFontTx/>
              <a:buNone/>
            </a:pPr>
            <a:endParaRPr lang="en-US" altLang="zh-TW" dirty="0">
              <a:ea typeface="新細明體" panose="020B0604030504040204" pitchFamily="18" charset="-120"/>
            </a:endParaRPr>
          </a:p>
          <a:p>
            <a:pPr lvl="1" algn="ctr">
              <a:buFontTx/>
              <a:buNone/>
            </a:pPr>
            <a:r>
              <a:rPr lang="en-US" altLang="zh-TW" dirty="0">
                <a:ea typeface="新細明體" panose="020B0604030504040204" pitchFamily="18" charset="-120"/>
              </a:rPr>
              <a:t>Task of decision theory</a:t>
            </a:r>
          </a:p>
        </p:txBody>
      </p:sp>
      <p:sp>
        <p:nvSpPr>
          <p:cNvPr id="48134" name="AutoShape 6">
            <a:extLst>
              <a:ext uri="{FF2B5EF4-FFF2-40B4-BE49-F238E27FC236}">
                <a16:creationId xmlns:a16="http://schemas.microsoft.com/office/drawing/2014/main" id="{A851915A-5E72-5C79-02E7-BDF806470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3243" y="4292234"/>
            <a:ext cx="609600" cy="1219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90A75C-E0FD-BEF2-1A9F-722E7C938808}"/>
              </a:ext>
            </a:extLst>
          </p:cNvPr>
          <p:cNvSpPr txBox="1"/>
          <p:nvPr/>
        </p:nvSpPr>
        <p:spPr>
          <a:xfrm>
            <a:off x="536657" y="747075"/>
            <a:ext cx="96523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+mj-lt"/>
                <a:ea typeface="新細明體" panose="020B0604030504040204" pitchFamily="18" charset="-120"/>
                <a:cs typeface="+mj-cs"/>
              </a:rPr>
              <a:t>Threshold decision boundary and cost relationship </a:t>
            </a:r>
          </a:p>
          <a:p>
            <a:endParaRPr lang="en-US" sz="3200" dirty="0">
              <a:solidFill>
                <a:schemeClr val="accent1"/>
              </a:solidFill>
              <a:latin typeface="+mj-lt"/>
              <a:ea typeface="新細明體" panose="020B0604030504040204" pitchFamily="18" charset="-120"/>
              <a:cs typeface="+mj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1027">
            <a:extLst>
              <a:ext uri="{FF2B5EF4-FFF2-40B4-BE49-F238E27FC236}">
                <a16:creationId xmlns:a16="http://schemas.microsoft.com/office/drawing/2014/main" id="{350742B6-C31A-0162-81D0-F1837ACA24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600200"/>
            <a:ext cx="8382000" cy="3657600"/>
          </a:xfrm>
        </p:spPr>
        <p:txBody>
          <a:bodyPr/>
          <a:lstStyle/>
          <a:p>
            <a:endParaRPr lang="en-US" altLang="zh-TW" dirty="0">
              <a:ea typeface="新細明體" panose="020B0604030504040204" pitchFamily="18" charset="-120"/>
            </a:endParaRPr>
          </a:p>
          <a:p>
            <a:pPr algn="ctr"/>
            <a:endParaRPr lang="en-US" altLang="zh-TW" dirty="0">
              <a:ea typeface="新細明體" panose="020B0604030504040204" pitchFamily="18" charset="-120"/>
            </a:endParaRPr>
          </a:p>
          <a:p>
            <a:pPr algn="ctr">
              <a:buFontTx/>
              <a:buNone/>
            </a:pPr>
            <a:r>
              <a:rPr lang="en-US" altLang="zh-TW" dirty="0">
                <a:ea typeface="新細明體" panose="020B0604030504040204" pitchFamily="18" charset="-120"/>
              </a:rPr>
              <a:t>Fish		        </a:t>
            </a:r>
            <a:r>
              <a:rPr lang="en-US" altLang="zh-TW" i="1" dirty="0" err="1">
                <a:ea typeface="新細明體" panose="020B0604030504040204" pitchFamily="18" charset="-120"/>
              </a:rPr>
              <a:t>x</a:t>
            </a:r>
            <a:r>
              <a:rPr lang="en-US" altLang="zh-TW" i="1" baseline="30000" dirty="0" err="1">
                <a:ea typeface="新細明體" panose="020B0604030504040204" pitchFamily="18" charset="-120"/>
              </a:rPr>
              <a:t>T</a:t>
            </a:r>
            <a:r>
              <a:rPr lang="en-US" altLang="zh-TW" i="1" dirty="0">
                <a:ea typeface="新細明體" panose="020B0604030504040204" pitchFamily="18" charset="-120"/>
              </a:rPr>
              <a:t> = </a:t>
            </a:r>
            <a:r>
              <a:rPr lang="en-US" altLang="zh-TW" b="1" i="1" dirty="0">
                <a:ea typeface="新細明體" panose="020B0604030504040204" pitchFamily="18" charset="-120"/>
              </a:rPr>
              <a:t>[</a:t>
            </a:r>
            <a:r>
              <a:rPr lang="en-US" altLang="zh-TW" i="1" dirty="0">
                <a:ea typeface="新細明體" panose="020B0604030504040204" pitchFamily="18" charset="-120"/>
              </a:rPr>
              <a:t>x</a:t>
            </a:r>
            <a:r>
              <a:rPr lang="en-US" altLang="zh-TW" i="1" baseline="-25000" dirty="0">
                <a:ea typeface="新細明體" panose="020B0604030504040204" pitchFamily="18" charset="-120"/>
              </a:rPr>
              <a:t>1</a:t>
            </a:r>
            <a:r>
              <a:rPr lang="en-US" altLang="zh-TW" i="1" dirty="0">
                <a:ea typeface="新細明體" panose="020B0604030504040204" pitchFamily="18" charset="-120"/>
              </a:rPr>
              <a:t>, x</a:t>
            </a:r>
            <a:r>
              <a:rPr lang="en-US" altLang="zh-TW" i="1" baseline="-25000" dirty="0">
                <a:ea typeface="新細明體" panose="020B0604030504040204" pitchFamily="18" charset="-120"/>
              </a:rPr>
              <a:t>2</a:t>
            </a:r>
            <a:r>
              <a:rPr lang="en-US" altLang="zh-TW" b="1" i="1" dirty="0">
                <a:ea typeface="新細明體" panose="020B0604030504040204" pitchFamily="18" charset="-120"/>
              </a:rPr>
              <a:t>]</a:t>
            </a:r>
          </a:p>
        </p:txBody>
      </p:sp>
      <p:sp>
        <p:nvSpPr>
          <p:cNvPr id="52230" name="AutoShape 1030">
            <a:extLst>
              <a:ext uri="{FF2B5EF4-FFF2-40B4-BE49-F238E27FC236}">
                <a16:creationId xmlns:a16="http://schemas.microsoft.com/office/drawing/2014/main" id="{B9BEE716-500E-D0ED-D78C-872361B0B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743200"/>
            <a:ext cx="1600200" cy="381000"/>
          </a:xfrm>
          <a:prstGeom prst="rightArrow">
            <a:avLst>
              <a:gd name="adj1" fmla="val 50000"/>
              <a:gd name="adj2" fmla="val 105000"/>
            </a:avLst>
          </a:prstGeom>
          <a:solidFill>
            <a:srgbClr val="FF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>
              <a:solidFill>
                <a:srgbClr val="FFFF00"/>
              </a:solidFill>
            </a:endParaRPr>
          </a:p>
        </p:txBody>
      </p:sp>
      <p:sp>
        <p:nvSpPr>
          <p:cNvPr id="52231" name="Text Box 1031">
            <a:extLst>
              <a:ext uri="{FF2B5EF4-FFF2-40B4-BE49-F238E27FC236}">
                <a16:creationId xmlns:a16="http://schemas.microsoft.com/office/drawing/2014/main" id="{CB45F416-AD79-DAA8-3A57-53A34C0E2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9155" y="4195144"/>
            <a:ext cx="1622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b="1">
                <a:latin typeface="Arial" panose="020B0604020202020204" pitchFamily="34" charset="0"/>
              </a:rPr>
              <a:t>Lightness</a:t>
            </a:r>
          </a:p>
        </p:txBody>
      </p:sp>
      <p:sp>
        <p:nvSpPr>
          <p:cNvPr id="52232" name="Text Box 1032">
            <a:extLst>
              <a:ext uri="{FF2B5EF4-FFF2-40B4-BE49-F238E27FC236}">
                <a16:creationId xmlns:a16="http://schemas.microsoft.com/office/drawing/2014/main" id="{88281954-8A72-25E9-71B5-8DA59398C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3390" y="4244476"/>
            <a:ext cx="889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 dirty="0">
                <a:latin typeface="Arial" panose="020B0604020202020204" pitchFamily="34" charset="0"/>
              </a:rPr>
              <a:t>Width</a:t>
            </a:r>
          </a:p>
        </p:txBody>
      </p:sp>
      <p:sp>
        <p:nvSpPr>
          <p:cNvPr id="52233" name="Line 1033">
            <a:extLst>
              <a:ext uri="{FF2B5EF4-FFF2-40B4-BE49-F238E27FC236}">
                <a16:creationId xmlns:a16="http://schemas.microsoft.com/office/drawing/2014/main" id="{EFF628B9-035D-2E34-3A7D-CB967F44C5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3189619"/>
            <a:ext cx="304800" cy="609600"/>
          </a:xfrm>
          <a:prstGeom prst="line">
            <a:avLst/>
          </a:prstGeom>
          <a:noFill/>
          <a:ln w="38100" cap="sq">
            <a:solidFill>
              <a:srgbClr val="FF66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234" name="Line 1034">
            <a:extLst>
              <a:ext uri="{FF2B5EF4-FFF2-40B4-BE49-F238E27FC236}">
                <a16:creationId xmlns:a16="http://schemas.microsoft.com/office/drawing/2014/main" id="{EBA783C5-9CC1-03F6-7050-1C52FDCB1C76}"/>
              </a:ext>
            </a:extLst>
          </p:cNvPr>
          <p:cNvSpPr>
            <a:spLocks noChangeShapeType="1"/>
          </p:cNvSpPr>
          <p:nvPr/>
        </p:nvSpPr>
        <p:spPr bwMode="auto">
          <a:xfrm>
            <a:off x="7644790" y="3208314"/>
            <a:ext cx="457200" cy="609600"/>
          </a:xfrm>
          <a:prstGeom prst="line">
            <a:avLst/>
          </a:prstGeom>
          <a:noFill/>
          <a:ln w="38100" cap="sq">
            <a:solidFill>
              <a:srgbClr val="FF66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3FD9DF-F360-4D4F-6D8C-9330E861CF4D}"/>
              </a:ext>
            </a:extLst>
          </p:cNvPr>
          <p:cNvSpPr txBox="1"/>
          <p:nvPr/>
        </p:nvSpPr>
        <p:spPr>
          <a:xfrm>
            <a:off x="536657" y="747075"/>
            <a:ext cx="96523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+mj-lt"/>
                <a:ea typeface="新細明體" panose="020B0604030504040204" pitchFamily="18" charset="-120"/>
                <a:cs typeface="+mj-cs"/>
              </a:rPr>
              <a:t>Adopt the lightness and add the width of the fish</a:t>
            </a:r>
          </a:p>
          <a:p>
            <a:endParaRPr lang="en-US" sz="3200" dirty="0">
              <a:solidFill>
                <a:schemeClr val="accent1"/>
              </a:solidFill>
              <a:latin typeface="+mj-lt"/>
              <a:ea typeface="新細明體" panose="020B0604030504040204" pitchFamily="18" charset="-120"/>
              <a:cs typeface="+mj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7" name="Picture 3">
            <a:extLst>
              <a:ext uri="{FF2B5EF4-FFF2-40B4-BE49-F238E27FC236}">
                <a16:creationId xmlns:a16="http://schemas.microsoft.com/office/drawing/2014/main" id="{27D1EE3A-FEB7-4466-0BAA-3E3B6B4E292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2708" y="1989097"/>
            <a:ext cx="8488462" cy="3945833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3F3C60-520B-A0AA-7DF7-B681DE2E23BD}"/>
              </a:ext>
            </a:extLst>
          </p:cNvPr>
          <p:cNvSpPr txBox="1"/>
          <p:nvPr/>
        </p:nvSpPr>
        <p:spPr>
          <a:xfrm>
            <a:off x="536657" y="747075"/>
            <a:ext cx="96523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+mj-lt"/>
                <a:ea typeface="新細明體" panose="020B0604030504040204" pitchFamily="18" charset="-120"/>
                <a:cs typeface="+mj-cs"/>
              </a:rPr>
              <a:t>Threshold decision boundary and cost relationship </a:t>
            </a:r>
          </a:p>
          <a:p>
            <a:endParaRPr lang="en-US" sz="3200" dirty="0">
              <a:solidFill>
                <a:schemeClr val="accent1"/>
              </a:solidFill>
              <a:latin typeface="+mj-lt"/>
              <a:ea typeface="新細明體" panose="020B0604030504040204" pitchFamily="18" charset="-120"/>
              <a:cs typeface="+mj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1027">
            <a:extLst>
              <a:ext uri="{FF2B5EF4-FFF2-40B4-BE49-F238E27FC236}">
                <a16:creationId xmlns:a16="http://schemas.microsoft.com/office/drawing/2014/main" id="{F9A25F1B-AEB0-9016-C9AF-36715D90E2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0130" y="1578428"/>
            <a:ext cx="9144000" cy="5410200"/>
          </a:xfrm>
        </p:spPr>
        <p:txBody>
          <a:bodyPr/>
          <a:lstStyle/>
          <a:p>
            <a:r>
              <a:rPr lang="en-US" altLang="zh-TW" dirty="0">
                <a:ea typeface="新細明體" panose="020B0604030504040204" pitchFamily="18" charset="-120"/>
              </a:rPr>
              <a:t>We might add other features that are not correlated with the ones we already have. A precaution should be taken not to reduce the performance by adding such “noisy features”</a:t>
            </a:r>
          </a:p>
          <a:p>
            <a:endParaRPr lang="en-US" altLang="zh-TW" dirty="0">
              <a:ea typeface="新細明體" panose="020B0604030504040204" pitchFamily="18" charset="-120"/>
            </a:endParaRPr>
          </a:p>
          <a:p>
            <a:r>
              <a:rPr lang="en-US" altLang="zh-TW" dirty="0">
                <a:ea typeface="新細明體" panose="020B0604030504040204" pitchFamily="18" charset="-120"/>
              </a:rPr>
              <a:t>Ideally, the best decision boundary should be the one which provides an optimal performance such as in the following figure: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9E2DA1C6-B3B0-FC0E-81EC-0A2D9BEF9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7870" y="3755378"/>
            <a:ext cx="4931228" cy="285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9634D7-21C0-52F6-93D2-5743EFA45438}"/>
              </a:ext>
            </a:extLst>
          </p:cNvPr>
          <p:cNvSpPr txBox="1"/>
          <p:nvPr/>
        </p:nvSpPr>
        <p:spPr>
          <a:xfrm>
            <a:off x="870574" y="811621"/>
            <a:ext cx="6104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latin typeface="+mj-lt"/>
                <a:ea typeface="新細明體" panose="020B0604030504040204" pitchFamily="18" charset="-120"/>
                <a:cs typeface="+mj-cs"/>
              </a:rPr>
              <a:t>Best decision boundary 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>
            <a:extLst>
              <a:ext uri="{FF2B5EF4-FFF2-40B4-BE49-F238E27FC236}">
                <a16:creationId xmlns:a16="http://schemas.microsoft.com/office/drawing/2014/main" id="{52F8C45A-D3DD-FF0D-0B3F-FE828AE337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70574" y="1680587"/>
            <a:ext cx="8286750" cy="4800600"/>
          </a:xfrm>
        </p:spPr>
        <p:txBody>
          <a:bodyPr/>
          <a:lstStyle/>
          <a:p>
            <a:r>
              <a:rPr lang="en-US" altLang="zh-TW" dirty="0">
                <a:ea typeface="新細明體" panose="020B0604030504040204" pitchFamily="18" charset="-120"/>
              </a:rPr>
              <a:t>However, our satisfaction is premature because the central aim of designing a classifier is to correctly classify novel input  </a:t>
            </a:r>
            <a:br>
              <a:rPr lang="en-US" altLang="zh-TW" dirty="0">
                <a:ea typeface="新細明體" panose="020B0604030504040204" pitchFamily="18" charset="-120"/>
              </a:rPr>
            </a:br>
            <a:br>
              <a:rPr lang="en-US" altLang="zh-TW" dirty="0">
                <a:ea typeface="新細明體" panose="020B0604030504040204" pitchFamily="18" charset="-120"/>
              </a:rPr>
            </a:br>
            <a:r>
              <a:rPr lang="en-US" altLang="zh-TW" dirty="0">
                <a:ea typeface="新細明體" panose="020B0604030504040204" pitchFamily="18" charset="-120"/>
              </a:rPr>
              <a:t>           </a:t>
            </a:r>
          </a:p>
          <a:p>
            <a:endParaRPr lang="en-US" altLang="zh-TW" dirty="0">
              <a:ea typeface="新細明體" panose="020B0604030504040204" pitchFamily="18" charset="-120"/>
            </a:endParaRPr>
          </a:p>
          <a:p>
            <a:pPr algn="ctr">
              <a:buFontTx/>
              <a:buNone/>
            </a:pPr>
            <a:endParaRPr lang="en-US" altLang="zh-TW" dirty="0">
              <a:ea typeface="新細明體" panose="020B0604030504040204" pitchFamily="18" charset="-120"/>
            </a:endParaRPr>
          </a:p>
          <a:p>
            <a:pPr algn="ctr">
              <a:buFontTx/>
              <a:buNone/>
            </a:pPr>
            <a:r>
              <a:rPr lang="en-US" altLang="zh-TW" dirty="0">
                <a:ea typeface="新細明體" panose="020B0604030504040204" pitchFamily="18" charset="-120"/>
              </a:rPr>
              <a:t>Issue of generalization!</a:t>
            </a:r>
          </a:p>
        </p:txBody>
      </p:sp>
      <p:sp>
        <p:nvSpPr>
          <p:cNvPr id="50183" name="AutoShape 7">
            <a:extLst>
              <a:ext uri="{FF2B5EF4-FFF2-40B4-BE49-F238E27FC236}">
                <a16:creationId xmlns:a16="http://schemas.microsoft.com/office/drawing/2014/main" id="{7530FAC4-A764-E373-CBE9-20EE83C95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1743" y="4162530"/>
            <a:ext cx="457200" cy="1371600"/>
          </a:xfrm>
          <a:prstGeom prst="downArrow">
            <a:avLst>
              <a:gd name="adj1" fmla="val 50000"/>
              <a:gd name="adj2" fmla="val 75000"/>
            </a:avLst>
          </a:prstGeom>
          <a:solidFill>
            <a:srgbClr val="FF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5E9CD4-CB36-D131-4BBE-7B2B2912F2EA}"/>
              </a:ext>
            </a:extLst>
          </p:cNvPr>
          <p:cNvSpPr txBox="1"/>
          <p:nvPr/>
        </p:nvSpPr>
        <p:spPr>
          <a:xfrm>
            <a:off x="870574" y="811621"/>
            <a:ext cx="6104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latin typeface="+mj-lt"/>
                <a:ea typeface="新細明體" panose="020B0604030504040204" pitchFamily="18" charset="-120"/>
                <a:cs typeface="+mj-cs"/>
              </a:rPr>
              <a:t>Classify Input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9" name="Picture 3">
            <a:extLst>
              <a:ext uri="{FF2B5EF4-FFF2-40B4-BE49-F238E27FC236}">
                <a16:creationId xmlns:a16="http://schemas.microsoft.com/office/drawing/2014/main" id="{469A9E90-8201-7F11-B7BA-600FD432C45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889" y="1259393"/>
            <a:ext cx="8896350" cy="4135438"/>
          </a:xfrm>
        </p:spPr>
      </p:pic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D0FF2B6F-344B-8EE8-8172-4F9D448DE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D844B-7375-4A17-B457-D3C0F049BE58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7CDC24-30F5-1DAC-9F9C-29B365139F32}"/>
              </a:ext>
            </a:extLst>
          </p:cNvPr>
          <p:cNvSpPr txBox="1"/>
          <p:nvPr/>
        </p:nvSpPr>
        <p:spPr>
          <a:xfrm>
            <a:off x="870574" y="811621"/>
            <a:ext cx="6104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latin typeface="+mj-lt"/>
                <a:ea typeface="新細明體" panose="020B0604030504040204" pitchFamily="18" charset="-120"/>
                <a:cs typeface="+mj-cs"/>
              </a:rPr>
              <a:t>Classified Input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5" name="Rectangle 5">
            <a:extLst>
              <a:ext uri="{FF2B5EF4-FFF2-40B4-BE49-F238E27FC236}">
                <a16:creationId xmlns:a16="http://schemas.microsoft.com/office/drawing/2014/main" id="{FEE7EF9A-9612-0073-9B57-D5D7E108CD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anose="020B0604030504040204" pitchFamily="18" charset="-120"/>
              </a:rPr>
              <a:t>Pattern Recognition Systems</a:t>
            </a:r>
          </a:p>
        </p:txBody>
      </p:sp>
      <p:sp>
        <p:nvSpPr>
          <p:cNvPr id="51206" name="Rectangle 6">
            <a:extLst>
              <a:ext uri="{FF2B5EF4-FFF2-40B4-BE49-F238E27FC236}">
                <a16:creationId xmlns:a16="http://schemas.microsoft.com/office/drawing/2014/main" id="{3F288081-9F85-7C0B-1679-691E9CF573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ea typeface="新細明體" panose="020B0604030504040204" pitchFamily="18" charset="-120"/>
              </a:rPr>
              <a:t>Sensing</a:t>
            </a:r>
            <a:br>
              <a:rPr lang="en-US" altLang="zh-TW" dirty="0">
                <a:ea typeface="新細明體" panose="020B0604030504040204" pitchFamily="18" charset="-120"/>
              </a:rPr>
            </a:br>
            <a:endParaRPr lang="en-US" altLang="zh-TW" dirty="0">
              <a:ea typeface="新細明體" panose="020B0604030504040204" pitchFamily="18" charset="-120"/>
            </a:endParaRPr>
          </a:p>
          <a:p>
            <a:pPr lvl="1"/>
            <a:r>
              <a:rPr lang="en-US" altLang="zh-TW" dirty="0">
                <a:ea typeface="新細明體" panose="020B0604030504040204" pitchFamily="18" charset="-120"/>
              </a:rPr>
              <a:t>Use of a transducer (camera or microphone)</a:t>
            </a:r>
          </a:p>
          <a:p>
            <a:pPr lvl="1"/>
            <a:r>
              <a:rPr lang="en-US" altLang="zh-TW" dirty="0">
                <a:ea typeface="新細明體" panose="020B0604030504040204" pitchFamily="18" charset="-120"/>
              </a:rPr>
              <a:t>PR system depends of the bandwidth, the resolution sensitivity distortion of the transducer</a:t>
            </a:r>
          </a:p>
          <a:p>
            <a:pPr lvl="1"/>
            <a:endParaRPr lang="en-US" altLang="zh-TW" dirty="0">
              <a:ea typeface="新細明體" panose="020B0604030504040204" pitchFamily="18" charset="-120"/>
            </a:endParaRPr>
          </a:p>
          <a:p>
            <a:r>
              <a:rPr lang="en-US" altLang="zh-TW" dirty="0">
                <a:ea typeface="新細明體" panose="020B0604030504040204" pitchFamily="18" charset="-120"/>
              </a:rPr>
              <a:t>Segmentation and grouping</a:t>
            </a:r>
            <a:br>
              <a:rPr lang="en-US" altLang="zh-TW" dirty="0">
                <a:ea typeface="新細明體" panose="020B0604030504040204" pitchFamily="18" charset="-120"/>
              </a:rPr>
            </a:br>
            <a:endParaRPr lang="en-US" altLang="zh-TW" dirty="0">
              <a:ea typeface="新細明體" panose="020B0604030504040204" pitchFamily="18" charset="-120"/>
            </a:endParaRPr>
          </a:p>
          <a:p>
            <a:pPr lvl="1"/>
            <a:r>
              <a:rPr lang="en-US" altLang="zh-TW" dirty="0">
                <a:ea typeface="新細明體" panose="020B0604030504040204" pitchFamily="18" charset="-120"/>
              </a:rPr>
              <a:t>Patterns should be well separated and should not overlap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3" name="Picture 3">
            <a:extLst>
              <a:ext uri="{FF2B5EF4-FFF2-40B4-BE49-F238E27FC236}">
                <a16:creationId xmlns:a16="http://schemas.microsoft.com/office/drawing/2014/main" id="{FA400968-1514-1ECC-9940-B8C09729F0AF}"/>
              </a:ext>
            </a:extLst>
          </p:cNvPr>
          <p:cNvPicPr>
            <a:picLocks noGrp="1" noChangeAspect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9971" y="1749530"/>
            <a:ext cx="5475444" cy="4927600"/>
          </a:xfr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D0C1B31B-EFF2-2611-AEDE-96FBE27329B8}"/>
              </a:ext>
            </a:extLst>
          </p:cNvPr>
          <p:cNvSpPr txBox="1">
            <a:spLocks noChangeArrowheads="1"/>
          </p:cNvSpPr>
          <p:nvPr/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TW" dirty="0">
                <a:ea typeface="新細明體" panose="020B0604030504040204" pitchFamily="18" charset="-120"/>
              </a:rPr>
              <a:t>Pattern Recognition system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3">
            <a:extLst>
              <a:ext uri="{FF2B5EF4-FFF2-40B4-BE49-F238E27FC236}">
                <a16:creationId xmlns:a16="http://schemas.microsoft.com/office/drawing/2014/main" id="{CE10F4EC-B3C5-33FD-47E3-A21699BC13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838200"/>
            <a:ext cx="9144000" cy="5257800"/>
          </a:xfrm>
        </p:spPr>
        <p:txBody>
          <a:bodyPr/>
          <a:lstStyle/>
          <a:p>
            <a:r>
              <a:rPr lang="en-US" altLang="zh-TW" dirty="0">
                <a:ea typeface="新細明體" panose="020B0604030504040204" pitchFamily="18" charset="-120"/>
              </a:rPr>
              <a:t>Feature extraction</a:t>
            </a:r>
          </a:p>
          <a:p>
            <a:pPr lvl="1"/>
            <a:r>
              <a:rPr lang="en-US" altLang="zh-TW" dirty="0">
                <a:ea typeface="新細明體" panose="020B0604030504040204" pitchFamily="18" charset="-120"/>
              </a:rPr>
              <a:t>Discriminative features</a:t>
            </a:r>
          </a:p>
          <a:p>
            <a:pPr lvl="1"/>
            <a:r>
              <a:rPr lang="en-US" altLang="zh-TW" dirty="0">
                <a:ea typeface="新細明體" panose="020B0604030504040204" pitchFamily="18" charset="-120"/>
              </a:rPr>
              <a:t>Invariant features with respect to translation, rotation and scale.</a:t>
            </a:r>
          </a:p>
          <a:p>
            <a:pPr lvl="2"/>
            <a:endParaRPr lang="en-US" altLang="zh-TW" dirty="0">
              <a:ea typeface="新細明體" panose="020B0604030504040204" pitchFamily="18" charset="-120"/>
            </a:endParaRPr>
          </a:p>
          <a:p>
            <a:r>
              <a:rPr lang="en-US" altLang="zh-TW" dirty="0">
                <a:ea typeface="新細明體" panose="020B0604030504040204" pitchFamily="18" charset="-120"/>
              </a:rPr>
              <a:t>Classification</a:t>
            </a:r>
          </a:p>
          <a:p>
            <a:pPr lvl="1"/>
            <a:r>
              <a:rPr lang="en-US" altLang="zh-TW" dirty="0">
                <a:ea typeface="新細明體" panose="020B0604030504040204" pitchFamily="18" charset="-120"/>
              </a:rPr>
              <a:t>Use a feature vector provided by a feature extractor to assign the object to a category</a:t>
            </a:r>
          </a:p>
          <a:p>
            <a:pPr lvl="1"/>
            <a:endParaRPr lang="en-US" altLang="zh-TW" dirty="0">
              <a:ea typeface="新細明體" panose="020B0604030504040204" pitchFamily="18" charset="-120"/>
            </a:endParaRPr>
          </a:p>
          <a:p>
            <a:r>
              <a:rPr lang="en-US" altLang="zh-TW" dirty="0">
                <a:ea typeface="新細明體" panose="020B0604030504040204" pitchFamily="18" charset="-120"/>
              </a:rPr>
              <a:t>Post Processing</a:t>
            </a:r>
          </a:p>
          <a:p>
            <a:pPr lvl="1"/>
            <a:r>
              <a:rPr lang="en-US" altLang="zh-TW" dirty="0">
                <a:ea typeface="新細明體" panose="020B0604030504040204" pitchFamily="18" charset="-120"/>
              </a:rPr>
              <a:t>Exploit</a:t>
            </a:r>
            <a:r>
              <a:rPr lang="en-US" altLang="zh-TW" dirty="0">
                <a:solidFill>
                  <a:srgbClr val="FF0000"/>
                </a:solidFill>
                <a:ea typeface="新細明體" panose="020B0604030504040204" pitchFamily="18" charset="-120"/>
              </a:rPr>
              <a:t> context </a:t>
            </a:r>
            <a:r>
              <a:rPr lang="en-US" altLang="zh-TW" dirty="0">
                <a:ea typeface="新細明體" panose="020B0604030504040204" pitchFamily="18" charset="-120"/>
              </a:rPr>
              <a:t>input dependent information other than from the target pattern itself to improve performance</a:t>
            </a:r>
          </a:p>
          <a:p>
            <a:pPr lvl="1"/>
            <a:endParaRPr lang="en-US" altLang="zh-TW" dirty="0">
              <a:ea typeface="新細明體" panose="020B0604030504040204" pitchFamily="18" charset="-12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7" name="Rectangle 5">
            <a:extLst>
              <a:ext uri="{FF2B5EF4-FFF2-40B4-BE49-F238E27FC236}">
                <a16:creationId xmlns:a16="http://schemas.microsoft.com/office/drawing/2014/main" id="{957D2E6B-168E-1392-BDE8-A9A0637AAD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anose="020B0604030504040204" pitchFamily="18" charset="-120"/>
              </a:rPr>
              <a:t>The Design Cycle</a:t>
            </a:r>
          </a:p>
        </p:txBody>
      </p:sp>
      <p:sp>
        <p:nvSpPr>
          <p:cNvPr id="54278" name="Rectangle 6">
            <a:extLst>
              <a:ext uri="{FF2B5EF4-FFF2-40B4-BE49-F238E27FC236}">
                <a16:creationId xmlns:a16="http://schemas.microsoft.com/office/drawing/2014/main" id="{8D79897B-FF73-9185-3290-0C25A3F0F3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39195" y="1466187"/>
            <a:ext cx="8018462" cy="4575175"/>
          </a:xfrm>
        </p:spPr>
        <p:txBody>
          <a:bodyPr/>
          <a:lstStyle/>
          <a:p>
            <a:r>
              <a:rPr lang="en-US" altLang="zh-TW" dirty="0">
                <a:ea typeface="新細明體" panose="020B0604030504040204" pitchFamily="18" charset="-120"/>
              </a:rPr>
              <a:t>Data collection</a:t>
            </a:r>
          </a:p>
          <a:p>
            <a:r>
              <a:rPr lang="en-US" altLang="zh-TW" dirty="0">
                <a:ea typeface="新細明體" panose="020B0604030504040204" pitchFamily="18" charset="-120"/>
              </a:rPr>
              <a:t>Feature Choice</a:t>
            </a:r>
          </a:p>
          <a:p>
            <a:r>
              <a:rPr lang="en-US" altLang="zh-TW" dirty="0">
                <a:ea typeface="新細明體" panose="020B0604030504040204" pitchFamily="18" charset="-120"/>
              </a:rPr>
              <a:t>Model Choice</a:t>
            </a:r>
          </a:p>
          <a:p>
            <a:r>
              <a:rPr lang="en-US" altLang="zh-TW" dirty="0">
                <a:ea typeface="新細明體" panose="020B0604030504040204" pitchFamily="18" charset="-120"/>
              </a:rPr>
              <a:t>Training</a:t>
            </a:r>
          </a:p>
          <a:p>
            <a:r>
              <a:rPr lang="en-US" altLang="zh-TW" dirty="0">
                <a:ea typeface="新細明體" panose="020B0604030504040204" pitchFamily="18" charset="-120"/>
              </a:rPr>
              <a:t>Evaluation</a:t>
            </a:r>
          </a:p>
          <a:p>
            <a:r>
              <a:rPr lang="en-US" altLang="zh-TW" dirty="0">
                <a:ea typeface="新細明體" panose="020B0604030504040204" pitchFamily="18" charset="-120"/>
              </a:rPr>
              <a:t>Computational Complexity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EC5A78DD-0EB1-A48F-F6EB-3C33528F8F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anose="020B0604030504040204" pitchFamily="18" charset="-120"/>
              </a:rPr>
              <a:t>The Design Cycle</a:t>
            </a:r>
          </a:p>
        </p:txBody>
      </p:sp>
      <p:pic>
        <p:nvPicPr>
          <p:cNvPr id="38915" name="Picture 3">
            <a:extLst>
              <a:ext uri="{FF2B5EF4-FFF2-40B4-BE49-F238E27FC236}">
                <a16:creationId xmlns:a16="http://schemas.microsoft.com/office/drawing/2014/main" id="{E9B515FB-0666-AD81-6E68-88517AE5BD2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0986" y="1597688"/>
            <a:ext cx="6307016" cy="5016676"/>
          </a:xfr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E862C75F-9DC8-A539-3673-699CBCF0A2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anose="020B0604030504040204" pitchFamily="18" charset="-120"/>
              </a:rPr>
              <a:t>Data Collection</a:t>
            </a:r>
          </a:p>
        </p:txBody>
      </p:sp>
      <p:sp>
        <p:nvSpPr>
          <p:cNvPr id="55302" name="Rectangle 6">
            <a:extLst>
              <a:ext uri="{FF2B5EF4-FFF2-40B4-BE49-F238E27FC236}">
                <a16:creationId xmlns:a16="http://schemas.microsoft.com/office/drawing/2014/main" id="{DB8B7E3C-A1C6-CEB8-3261-4802E5629E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>
              <a:ea typeface="新細明體" panose="020B0604030504040204" pitchFamily="18" charset="-120"/>
            </a:endParaRPr>
          </a:p>
          <a:p>
            <a:pPr lvl="1"/>
            <a:r>
              <a:rPr lang="en-US" altLang="zh-TW" sz="1800" dirty="0">
                <a:ea typeface="新細明體" panose="020B0604030504040204" pitchFamily="18" charset="-120"/>
              </a:rPr>
              <a:t>How do we know when we have collected an adequately large and representative set of examples for training and testing the system?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9275CA2A-95B1-109B-1B0F-69178ADCC6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anose="020B0604030504040204" pitchFamily="18" charset="-120"/>
              </a:rPr>
              <a:t>Feature Choice</a:t>
            </a:r>
            <a:br>
              <a:rPr lang="en-US" altLang="zh-TW" dirty="0">
                <a:ea typeface="新細明體" panose="020B0604030504040204" pitchFamily="18" charset="-120"/>
              </a:rPr>
            </a:br>
            <a:endParaRPr lang="en-US" altLang="zh-TW" dirty="0">
              <a:ea typeface="新細明體" panose="020B0604030504040204" pitchFamily="18" charset="-120"/>
            </a:endParaRPr>
          </a:p>
        </p:txBody>
      </p:sp>
      <p:sp>
        <p:nvSpPr>
          <p:cNvPr id="56326" name="Rectangle 6">
            <a:extLst>
              <a:ext uri="{FF2B5EF4-FFF2-40B4-BE49-F238E27FC236}">
                <a16:creationId xmlns:a16="http://schemas.microsoft.com/office/drawing/2014/main" id="{E91D307C-407F-980F-2489-7050730B1A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>
              <a:ea typeface="新細明體" panose="020B0604030504040204" pitchFamily="18" charset="-120"/>
            </a:endParaRPr>
          </a:p>
          <a:p>
            <a:pPr lvl="1"/>
            <a:r>
              <a:rPr lang="en-US" altLang="zh-TW" sz="2000" dirty="0">
                <a:ea typeface="新細明體" panose="020B0604030504040204" pitchFamily="18" charset="-120"/>
              </a:rPr>
              <a:t>Depends on the characteristics of the problem domain. Simple to extract, invariant to irrelevant transformation insensitive to noise.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40AD5E8-400E-283D-4478-0D0CB1DFF1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新細明體" panose="020B0604030504040204" pitchFamily="18" charset="-120"/>
              </a:rPr>
              <a:t>Model Choice</a:t>
            </a:r>
            <a:br>
              <a:rPr lang="en-US" altLang="zh-TW" dirty="0">
                <a:ea typeface="新細明體" panose="020B0604030504040204" pitchFamily="18" charset="-120"/>
              </a:rPr>
            </a:br>
            <a:br>
              <a:rPr lang="en-US" altLang="zh-TW" dirty="0">
                <a:ea typeface="新細明體" panose="020B0604030504040204" pitchFamily="18" charset="-120"/>
              </a:rPr>
            </a:br>
            <a:endParaRPr lang="en-US" altLang="zh-TW" dirty="0">
              <a:ea typeface="新細明體" panose="020B0604030504040204" pitchFamily="18" charset="-120"/>
            </a:endParaRPr>
          </a:p>
        </p:txBody>
      </p:sp>
      <p:sp>
        <p:nvSpPr>
          <p:cNvPr id="57350" name="Rectangle 6">
            <a:extLst>
              <a:ext uri="{FF2B5EF4-FFF2-40B4-BE49-F238E27FC236}">
                <a16:creationId xmlns:a16="http://schemas.microsoft.com/office/drawing/2014/main" id="{61BDBD45-F68B-BAD1-9A67-7A408946DC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/>
          <a:lstStyle/>
          <a:p>
            <a:endParaRPr lang="en-US" altLang="zh-TW" dirty="0">
              <a:ea typeface="新細明體" panose="020B0604030504040204" pitchFamily="18" charset="-120"/>
            </a:endParaRPr>
          </a:p>
          <a:p>
            <a:pPr lvl="1"/>
            <a:r>
              <a:rPr lang="en-US" altLang="zh-TW" sz="2000" dirty="0">
                <a:ea typeface="新細明體" panose="020B0604030504040204" pitchFamily="18" charset="-120"/>
              </a:rPr>
              <a:t>Unsatisfied with the performance of our fish classifier and want to jump to another class of model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1B8133A-EA58-BE6F-A1DD-875A5B9180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新細明體" panose="020B0604030504040204" pitchFamily="18" charset="-120"/>
              </a:rPr>
              <a:t>Training</a:t>
            </a:r>
            <a:br>
              <a:rPr lang="en-US" altLang="zh-TW" dirty="0">
                <a:ea typeface="新細明體" panose="020B0604030504040204" pitchFamily="18" charset="-120"/>
              </a:rPr>
            </a:br>
            <a:br>
              <a:rPr lang="en-US" altLang="zh-TW" dirty="0">
                <a:ea typeface="新細明體" panose="020B0604030504040204" pitchFamily="18" charset="-120"/>
              </a:rPr>
            </a:br>
            <a:br>
              <a:rPr lang="en-US" altLang="zh-TW" dirty="0">
                <a:ea typeface="新細明體" panose="020B0604030504040204" pitchFamily="18" charset="-120"/>
              </a:rPr>
            </a:br>
            <a:endParaRPr lang="en-US" altLang="zh-TW" dirty="0">
              <a:ea typeface="新細明體" panose="020B0604030504040204" pitchFamily="18" charset="-120"/>
            </a:endParaRPr>
          </a:p>
        </p:txBody>
      </p:sp>
      <p:sp>
        <p:nvSpPr>
          <p:cNvPr id="58374" name="Rectangle 6">
            <a:extLst>
              <a:ext uri="{FF2B5EF4-FFF2-40B4-BE49-F238E27FC236}">
                <a16:creationId xmlns:a16="http://schemas.microsoft.com/office/drawing/2014/main" id="{2E920935-0F50-9662-95C7-12E57579DA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57721" y="1930400"/>
            <a:ext cx="8596668" cy="3880773"/>
          </a:xfrm>
        </p:spPr>
        <p:txBody>
          <a:bodyPr/>
          <a:lstStyle/>
          <a:p>
            <a:endParaRPr lang="en-US" altLang="zh-TW" dirty="0">
              <a:ea typeface="新細明體" panose="020B0604030504040204" pitchFamily="18" charset="-120"/>
            </a:endParaRPr>
          </a:p>
          <a:p>
            <a:pPr lvl="1"/>
            <a:r>
              <a:rPr lang="en-US" altLang="zh-TW" sz="2400" dirty="0">
                <a:ea typeface="新細明體" panose="020B0604030504040204" pitchFamily="18" charset="-120"/>
              </a:rPr>
              <a:t>Use data to determine the classifier. Many different procedures for training classifiers and choosing models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5739F9CF-FAA8-CF06-C328-BBC1983C0C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新細明體" panose="020B0604030504040204" pitchFamily="18" charset="-120"/>
              </a:rPr>
              <a:t>Evaluation</a:t>
            </a:r>
            <a:br>
              <a:rPr lang="en-US" altLang="zh-TW" dirty="0">
                <a:ea typeface="新細明體" panose="020B0604030504040204" pitchFamily="18" charset="-120"/>
              </a:rPr>
            </a:br>
            <a:br>
              <a:rPr lang="en-US" altLang="zh-TW" dirty="0">
                <a:ea typeface="新細明體" panose="020B0604030504040204" pitchFamily="18" charset="-120"/>
              </a:rPr>
            </a:br>
            <a:br>
              <a:rPr lang="en-US" altLang="zh-TW" dirty="0">
                <a:ea typeface="新細明體" panose="020B0604030504040204" pitchFamily="18" charset="-120"/>
              </a:rPr>
            </a:br>
            <a:br>
              <a:rPr lang="en-US" altLang="zh-TW" dirty="0">
                <a:ea typeface="新細明體" panose="020B0604030504040204" pitchFamily="18" charset="-120"/>
              </a:rPr>
            </a:br>
            <a:endParaRPr lang="en-US" altLang="zh-TW" dirty="0">
              <a:ea typeface="新細明體" panose="020B0604030504040204" pitchFamily="18" charset="-120"/>
            </a:endParaRPr>
          </a:p>
        </p:txBody>
      </p:sp>
      <p:sp>
        <p:nvSpPr>
          <p:cNvPr id="59398" name="Rectangle 6">
            <a:extLst>
              <a:ext uri="{FF2B5EF4-FFF2-40B4-BE49-F238E27FC236}">
                <a16:creationId xmlns:a16="http://schemas.microsoft.com/office/drawing/2014/main" id="{6ECBB985-D75D-8D10-52D8-D0ABF3E01E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>
              <a:ea typeface="新細明體" panose="020B0604030504040204" pitchFamily="18" charset="-120"/>
            </a:endParaRPr>
          </a:p>
          <a:p>
            <a:pPr lvl="1"/>
            <a:r>
              <a:rPr lang="en-US" altLang="zh-TW" sz="2000" dirty="0">
                <a:ea typeface="新細明體" panose="020B0604030504040204" pitchFamily="18" charset="-120"/>
              </a:rPr>
              <a:t>	Measure the error rate (or performance and switch from one set of features to another one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88901BA4-0878-D4D9-AEBA-014C41958E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新細明體" panose="020B0604030504040204" pitchFamily="18" charset="-120"/>
              </a:rPr>
              <a:t>Computational Complexity</a:t>
            </a:r>
            <a:br>
              <a:rPr lang="en-US" altLang="zh-TW" dirty="0">
                <a:ea typeface="新細明體" panose="020B0604030504040204" pitchFamily="18" charset="-120"/>
              </a:rPr>
            </a:br>
            <a:br>
              <a:rPr lang="en-US" altLang="zh-TW" dirty="0">
                <a:ea typeface="新細明體" panose="020B0604030504040204" pitchFamily="18" charset="-120"/>
              </a:rPr>
            </a:br>
            <a:br>
              <a:rPr lang="en-US" altLang="zh-TW" dirty="0">
                <a:ea typeface="新細明體" panose="020B0604030504040204" pitchFamily="18" charset="-120"/>
              </a:rPr>
            </a:br>
            <a:br>
              <a:rPr lang="en-US" altLang="zh-TW" dirty="0">
                <a:ea typeface="新細明體" panose="020B0604030504040204" pitchFamily="18" charset="-120"/>
              </a:rPr>
            </a:br>
            <a:br>
              <a:rPr lang="en-US" altLang="zh-TW" dirty="0">
                <a:ea typeface="新細明體" panose="020B0604030504040204" pitchFamily="18" charset="-120"/>
              </a:rPr>
            </a:br>
            <a:endParaRPr lang="en-US" altLang="zh-TW" dirty="0">
              <a:ea typeface="新細明體" panose="020B0604030504040204" pitchFamily="18" charset="-120"/>
            </a:endParaRPr>
          </a:p>
        </p:txBody>
      </p:sp>
      <p:sp>
        <p:nvSpPr>
          <p:cNvPr id="60422" name="Rectangle 6">
            <a:extLst>
              <a:ext uri="{FF2B5EF4-FFF2-40B4-BE49-F238E27FC236}">
                <a16:creationId xmlns:a16="http://schemas.microsoft.com/office/drawing/2014/main" id="{93BEEE85-739E-F9E0-007E-80A476AD38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>
              <a:ea typeface="新細明體" panose="020B0604030504040204" pitchFamily="18" charset="-120"/>
            </a:endParaRPr>
          </a:p>
          <a:p>
            <a:pPr lvl="1"/>
            <a:r>
              <a:rPr lang="en-US" altLang="zh-TW" sz="1800" dirty="0">
                <a:ea typeface="新細明體" panose="020B0604030504040204" pitchFamily="18" charset="-120"/>
              </a:rPr>
              <a:t>	What is the trade-off between computational ease and performance?</a:t>
            </a:r>
            <a:br>
              <a:rPr lang="en-US" altLang="zh-TW" sz="1800" dirty="0">
                <a:ea typeface="新細明體" panose="020B0604030504040204" pitchFamily="18" charset="-120"/>
              </a:rPr>
            </a:br>
            <a:endParaRPr lang="en-US" altLang="zh-TW" sz="1800" dirty="0">
              <a:ea typeface="新細明體" panose="020B0604030504040204" pitchFamily="18" charset="-120"/>
            </a:endParaRPr>
          </a:p>
          <a:p>
            <a:pPr lvl="1"/>
            <a:r>
              <a:rPr lang="en-US" altLang="zh-TW" sz="1800">
                <a:ea typeface="新細明體" panose="020B0604030504040204" pitchFamily="18" charset="-120"/>
              </a:rPr>
              <a:t>	How </a:t>
            </a:r>
            <a:r>
              <a:rPr lang="en-US" altLang="zh-TW" sz="1800" dirty="0">
                <a:ea typeface="新細明體" panose="020B0604030504040204" pitchFamily="18" charset="-120"/>
              </a:rPr>
              <a:t>an algorithm scales as a function of the number of features, patterns or </a:t>
            </a:r>
            <a:r>
              <a:rPr lang="en-US" altLang="zh-TW" sz="1800">
                <a:ea typeface="新細明體" panose="020B0604030504040204" pitchFamily="18" charset="-120"/>
              </a:rPr>
              <a:t>categories?</a:t>
            </a:r>
            <a:endParaRPr lang="en-US" altLang="zh-TW" sz="1800" dirty="0">
              <a:ea typeface="新細明體" panose="020B0604030504040204" pitchFamily="18" charset="-120"/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2B78C84-BCC5-942C-6585-753552630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63FAD-EAF0-437B-839D-5D6D1F14291D}" type="slidenum">
              <a:rPr lang="en-US" altLang="en-US"/>
              <a:pPr/>
              <a:t>27</a:t>
            </a:fld>
            <a:endParaRPr lang="en-US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6" name="Rectangle 6">
            <a:extLst>
              <a:ext uri="{FF2B5EF4-FFF2-40B4-BE49-F238E27FC236}">
                <a16:creationId xmlns:a16="http://schemas.microsoft.com/office/drawing/2014/main" id="{0AD68239-0A4B-98CC-4DBB-1665472372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B0604030504040204" pitchFamily="18" charset="-120"/>
              </a:rPr>
              <a:t>Learning and Adaptation</a:t>
            </a:r>
          </a:p>
        </p:txBody>
      </p:sp>
      <p:sp>
        <p:nvSpPr>
          <p:cNvPr id="61447" name="Rectangle 7">
            <a:extLst>
              <a:ext uri="{FF2B5EF4-FFF2-40B4-BE49-F238E27FC236}">
                <a16:creationId xmlns:a16="http://schemas.microsoft.com/office/drawing/2014/main" id="{050AAC25-5BFC-288D-D26F-C694302051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000" dirty="0">
                <a:ea typeface="新細明體" panose="020B0604030504040204" pitchFamily="18" charset="-120"/>
              </a:rPr>
              <a:t>Supervised learning</a:t>
            </a:r>
            <a:br>
              <a:rPr lang="en-US" altLang="zh-TW" sz="2000" dirty="0">
                <a:ea typeface="新細明體" panose="020B0604030504040204" pitchFamily="18" charset="-120"/>
              </a:rPr>
            </a:br>
            <a:endParaRPr lang="en-US" altLang="zh-TW" sz="2000" dirty="0">
              <a:ea typeface="新細明體" panose="020B0604030504040204" pitchFamily="18" charset="-120"/>
            </a:endParaRPr>
          </a:p>
          <a:p>
            <a:pPr lvl="1"/>
            <a:r>
              <a:rPr lang="en-US" altLang="zh-TW" sz="1800" dirty="0">
                <a:ea typeface="新細明體" panose="020B0604030504040204" pitchFamily="18" charset="-120"/>
              </a:rPr>
              <a:t>A teacher provides a category label or cost for each pattern in the training set</a:t>
            </a:r>
          </a:p>
          <a:p>
            <a:pPr lvl="1"/>
            <a:endParaRPr lang="en-US" altLang="zh-TW" sz="1800" dirty="0">
              <a:ea typeface="新細明體" panose="020B0604030504040204" pitchFamily="18" charset="-120"/>
            </a:endParaRPr>
          </a:p>
          <a:p>
            <a:r>
              <a:rPr lang="en-US" altLang="zh-TW" sz="2000" dirty="0">
                <a:ea typeface="新細明體" panose="020B0604030504040204" pitchFamily="18" charset="-120"/>
              </a:rPr>
              <a:t>Unsupervised learning</a:t>
            </a:r>
            <a:br>
              <a:rPr lang="en-US" altLang="zh-TW" sz="2000" dirty="0">
                <a:ea typeface="新細明體" panose="020B0604030504040204" pitchFamily="18" charset="-120"/>
              </a:rPr>
            </a:br>
            <a:endParaRPr lang="en-US" altLang="zh-TW" sz="2000" dirty="0">
              <a:ea typeface="新細明體" panose="020B0604030504040204" pitchFamily="18" charset="-120"/>
            </a:endParaRPr>
          </a:p>
          <a:p>
            <a:pPr lvl="1"/>
            <a:r>
              <a:rPr lang="en-US" altLang="zh-TW" sz="1800" dirty="0">
                <a:ea typeface="新細明體" panose="020B0604030504040204" pitchFamily="18" charset="-120"/>
              </a:rPr>
              <a:t>The system forms clusters or “natural groupings” of the input patterns</a:t>
            </a:r>
          </a:p>
          <a:p>
            <a:pPr lvl="1"/>
            <a:endParaRPr lang="en-US" altLang="zh-TW" dirty="0">
              <a:ea typeface="新細明體" panose="020B0604030504040204" pitchFamily="18" charset="-120"/>
            </a:endParaRPr>
          </a:p>
          <a:p>
            <a:endParaRPr lang="zh-TW" altLang="en-US" dirty="0">
              <a:ea typeface="新細明體" panose="020B0604030504040204" pitchFamily="18" charset="-12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FC1C5-9836-6AAA-776D-969262162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Pattern Recognition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7A8EA-97B9-D971-CDB1-6BE110A5D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data is reduced to vectors of numbers and statistical techniques are used for the tasks to be performed</a:t>
            </a:r>
          </a:p>
        </p:txBody>
      </p:sp>
    </p:spTree>
    <p:extLst>
      <p:ext uri="{BB962C8B-B14F-4D97-AF65-F5344CB8AC3E}">
        <p14:creationId xmlns:p14="http://schemas.microsoft.com/office/powerpoint/2010/main" val="8981499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FC1C5-9836-6AAA-776D-969262162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Pattern Recognition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7A8EA-97B9-D971-CDB1-6BE110A5D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/>
              <a:t>The data is converted to a discrete structure (such as a grammar or a graph) and the techniques are related to computer science subjects (such as parsing and graph matching).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2666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FC1C5-9836-6AAA-776D-969262162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800" dirty="0"/>
              <a:t>Classification in Statistical Pattern Recognition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7A8EA-97B9-D971-CDB1-6BE110A5D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pPr>
              <a:buFontTx/>
              <a:buChar char="•"/>
            </a:pPr>
            <a:r>
              <a:rPr lang="en-US" altLang="en-US" dirty="0"/>
              <a:t>A </a:t>
            </a:r>
            <a:r>
              <a:rPr lang="en-US" altLang="en-US" dirty="0">
                <a:solidFill>
                  <a:srgbClr val="92D050"/>
                </a:solidFill>
              </a:rPr>
              <a:t>class </a:t>
            </a:r>
            <a:r>
              <a:rPr lang="en-US" altLang="en-US" dirty="0"/>
              <a:t>is a set of objects having some important properties in common</a:t>
            </a:r>
          </a:p>
          <a:p>
            <a:endParaRPr lang="en-US" altLang="en-US" dirty="0"/>
          </a:p>
          <a:p>
            <a:pPr>
              <a:buFontTx/>
              <a:buChar char="•"/>
            </a:pPr>
            <a:r>
              <a:rPr lang="en-US" altLang="en-US" dirty="0"/>
              <a:t> A </a:t>
            </a:r>
            <a:r>
              <a:rPr lang="en-US" altLang="en-US" dirty="0">
                <a:solidFill>
                  <a:srgbClr val="92D050"/>
                </a:solidFill>
              </a:rPr>
              <a:t>feature extractor </a:t>
            </a:r>
            <a:r>
              <a:rPr lang="en-US" altLang="en-US" dirty="0"/>
              <a:t>is a program that inputs the data (image) and extracts features that can be used in classification.</a:t>
            </a:r>
          </a:p>
          <a:p>
            <a:endParaRPr lang="en-US" altLang="en-US" dirty="0"/>
          </a:p>
          <a:p>
            <a:pPr>
              <a:buFontTx/>
              <a:buChar char="•"/>
            </a:pPr>
            <a:r>
              <a:rPr lang="en-US" altLang="en-US" dirty="0"/>
              <a:t> A </a:t>
            </a:r>
            <a:r>
              <a:rPr lang="en-US" altLang="en-US" dirty="0">
                <a:solidFill>
                  <a:srgbClr val="92D050"/>
                </a:solidFill>
              </a:rPr>
              <a:t>classifier</a:t>
            </a:r>
            <a:r>
              <a:rPr lang="en-US" altLang="en-US" dirty="0"/>
              <a:t> is a program that inputs the feature vector and assigns it to one of a set of designated classes or to the “reject” class.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3286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FC1C5-9836-6AAA-776D-969262162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Feature Vector Representation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7A8EA-97B9-D971-CDB1-6BE110A5D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800" dirty="0"/>
              <a:t>X=[x1, x2, … , </a:t>
            </a:r>
            <a:r>
              <a:rPr lang="en-US" altLang="en-US" sz="1800" dirty="0" err="1"/>
              <a:t>xn</a:t>
            </a:r>
            <a:r>
              <a:rPr lang="en-US" altLang="en-US" sz="1800" dirty="0"/>
              <a:t>], each </a:t>
            </a:r>
            <a:r>
              <a:rPr lang="en-US" altLang="en-US" sz="1800" dirty="0" err="1"/>
              <a:t>xj</a:t>
            </a:r>
            <a:r>
              <a:rPr lang="en-US" altLang="en-US" sz="1800" dirty="0"/>
              <a:t> a real number</a:t>
            </a:r>
          </a:p>
          <a:p>
            <a:pPr>
              <a:lnSpc>
                <a:spcPct val="90000"/>
              </a:lnSpc>
            </a:pPr>
            <a:r>
              <a:rPr lang="en-US" altLang="en-US" sz="1800" dirty="0" err="1"/>
              <a:t>xj</a:t>
            </a:r>
            <a:r>
              <a:rPr lang="en-US" altLang="en-US" sz="1800" dirty="0"/>
              <a:t> may be an object measurement</a:t>
            </a:r>
          </a:p>
          <a:p>
            <a:pPr>
              <a:lnSpc>
                <a:spcPct val="90000"/>
              </a:lnSpc>
            </a:pPr>
            <a:r>
              <a:rPr lang="en-US" altLang="en-US" sz="1800" dirty="0" err="1"/>
              <a:t>xj</a:t>
            </a:r>
            <a:r>
              <a:rPr lang="en-US" altLang="en-US" sz="1800" dirty="0"/>
              <a:t> may be count of object parts</a:t>
            </a:r>
          </a:p>
          <a:p>
            <a:pPr>
              <a:lnSpc>
                <a:spcPct val="90000"/>
              </a:lnSpc>
            </a:pPr>
            <a:r>
              <a:rPr lang="en-US" altLang="en-US" sz="1800" dirty="0"/>
              <a:t>Example: object rep. [#holes, #strokes, moments, …]</a:t>
            </a:r>
          </a:p>
          <a:p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162D664C-76E5-D0BE-1169-4CFF193D0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41585" y="1674018"/>
            <a:ext cx="3998912" cy="350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9491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73073-EFB3-E497-D6F7-23951A40A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set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A7299A4-B508-3C18-6ABE-D8AE54626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212" y="1930400"/>
            <a:ext cx="3538537" cy="464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27DBA375-33C8-8BAC-1ED5-BFA5C972F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578" y="2200940"/>
            <a:ext cx="2434362" cy="2587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54335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FC1C5-9836-6AAA-776D-969262162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441356" cy="1320800"/>
          </a:xfrm>
        </p:spPr>
        <p:txBody>
          <a:bodyPr/>
          <a:lstStyle/>
          <a:p>
            <a:r>
              <a:rPr lang="en-US" altLang="en-US" dirty="0"/>
              <a:t>Possible features for character recognition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B81209-73A2-86D5-DEC0-481BC01FC50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078" y="1594884"/>
            <a:ext cx="8287024" cy="4412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2583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0647C-7D43-CE5D-8B35-401200129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matching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DAB13CA-3D91-861E-6375-E9441C7B6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774" y="1486884"/>
            <a:ext cx="4795012" cy="4761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2E079C14-05FA-D238-85B7-2F0C4E812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857" y="2577224"/>
            <a:ext cx="3126871" cy="194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03193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FC1C5-9836-6AAA-776D-969262162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Few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7A8EA-97B9-D971-CDB1-6BE110A5D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639594"/>
            <a:ext cx="9391699" cy="4739941"/>
          </a:xfrm>
        </p:spPr>
        <p:txBody>
          <a:bodyPr/>
          <a:lstStyle/>
          <a:p>
            <a:r>
              <a:rPr lang="en-US" altLang="en-US" sz="2400" dirty="0"/>
              <a:t>Classes: set of m known categories of objects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en-US" sz="2400" dirty="0"/>
              <a:t>         (a) might have a known description for each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en-US" sz="2400" dirty="0"/>
              <a:t>         (b) might have a set of samples for each</a:t>
            </a:r>
          </a:p>
          <a:p>
            <a:r>
              <a:rPr lang="en-US" altLang="en-US" sz="2400" dirty="0"/>
              <a:t>Reject Class: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en-US" sz="2400" dirty="0"/>
              <a:t>          a generic class for objects not in any of  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en-US" sz="2400" dirty="0"/>
              <a:t>          the designated known classes</a:t>
            </a:r>
          </a:p>
          <a:p>
            <a:r>
              <a:rPr lang="en-US" altLang="en-US" sz="2400" dirty="0"/>
              <a:t>Classifier: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en-US" sz="2400" dirty="0"/>
              <a:t>          Assigns object to a class based on features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5815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FC1C5-9836-6AAA-776D-969262162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Discriminant functions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59E842-E6B2-576A-3C1F-966100FE2A78}"/>
              </a:ext>
            </a:extLst>
          </p:cNvPr>
          <p:cNvSpPr txBox="1">
            <a:spLocks noChangeArrowheads="1"/>
          </p:cNvSpPr>
          <p:nvPr/>
        </p:nvSpPr>
        <p:spPr>
          <a:xfrm>
            <a:off x="1220972" y="1672856"/>
            <a:ext cx="3510516" cy="472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/>
              <a:t>Functions f(x, K) perform some computation on feature vector x</a:t>
            </a:r>
          </a:p>
          <a:p>
            <a:r>
              <a:rPr lang="en-US" altLang="en-US" sz="2400" dirty="0"/>
              <a:t>Knowledge K from training or programming is used</a:t>
            </a:r>
          </a:p>
          <a:p>
            <a:r>
              <a:rPr lang="en-US" altLang="en-US" sz="2400" dirty="0"/>
              <a:t>Final stage determines class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9894C2-1B29-F070-59CE-1836FCF9B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54553" y="1472405"/>
            <a:ext cx="5086350" cy="50240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00058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FC1C5-9836-6AAA-776D-969262162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Classification using nearest class mean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B8F903-1B60-1894-C5CF-1BED6A8F7C40}"/>
              </a:ext>
            </a:extLst>
          </p:cNvPr>
          <p:cNvSpPr txBox="1">
            <a:spLocks noChangeArrowheads="1"/>
          </p:cNvSpPr>
          <p:nvPr/>
        </p:nvSpPr>
        <p:spPr>
          <a:xfrm>
            <a:off x="5606893" y="1639888"/>
            <a:ext cx="3808412" cy="44958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800" dirty="0"/>
              <a:t>Compute the Euclidean distance between feature vector X and the mean of each class.</a:t>
            </a:r>
          </a:p>
          <a:p>
            <a:pPr>
              <a:buFont typeface="Symbol" panose="05050102010706020507" pitchFamily="18" charset="2"/>
              <a:buNone/>
            </a:pPr>
            <a:endParaRPr lang="en-US" altLang="en-US" sz="2800" dirty="0"/>
          </a:p>
          <a:p>
            <a:r>
              <a:rPr lang="en-US" altLang="en-US" sz="2800" dirty="0"/>
              <a:t>Choose closest class, if close enough (reject otherwise)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B75C8E-0A41-7CA3-CB0F-D6FC6461F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34214" y="2032000"/>
            <a:ext cx="4215800" cy="400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8288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FC1C5-9836-6AAA-776D-969262162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Nearest mean might yield poor results with complex structure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9DC963-0E9C-1EBF-F0C4-44862CBFC4C6}"/>
              </a:ext>
            </a:extLst>
          </p:cNvPr>
          <p:cNvSpPr txBox="1">
            <a:spLocks noChangeArrowheads="1"/>
          </p:cNvSpPr>
          <p:nvPr/>
        </p:nvSpPr>
        <p:spPr>
          <a:xfrm>
            <a:off x="6284740" y="1858945"/>
            <a:ext cx="2989262" cy="44958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800" dirty="0"/>
              <a:t>Class 2 has two modes; </a:t>
            </a:r>
            <a:r>
              <a:rPr lang="en-US" altLang="en-US" sz="2800" dirty="0">
                <a:solidFill>
                  <a:srgbClr val="92D050"/>
                </a:solidFill>
              </a:rPr>
              <a:t>where is its mean.</a:t>
            </a:r>
          </a:p>
          <a:p>
            <a:pPr>
              <a:buFont typeface="Symbol" panose="05050102010706020507" pitchFamily="18" charset="2"/>
              <a:buNone/>
            </a:pPr>
            <a:endParaRPr lang="en-US" altLang="en-US" sz="2800" dirty="0">
              <a:solidFill>
                <a:srgbClr val="FF0066"/>
              </a:solidFill>
            </a:endParaRPr>
          </a:p>
          <a:p>
            <a:r>
              <a:rPr lang="en-US" altLang="en-US" sz="2800" dirty="0"/>
              <a:t>But if modes are detected, two subclass mean vectors can be used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7BFF25-65DC-4F12-D171-97084F114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6601" y="2011345"/>
            <a:ext cx="446405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4553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FC1C5-9836-6AAA-776D-969262162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Scaling coordinates by std dev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FF89514-389C-0A7D-F950-F7EC1856F25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673" y="1637414"/>
            <a:ext cx="6932499" cy="4380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60503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FC1C5-9836-6AAA-776D-969262162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Nearest Neighbor Classification</a:t>
            </a:r>
            <a:endParaRPr lang="en-US" dirty="0"/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2C9FDC04-D302-869E-D458-A4FF82D13DEE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677863" y="2160588"/>
            <a:ext cx="11188960" cy="1990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US" dirty="0"/>
              <a:t> Keep all the training samples in some efficient look-up structure.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dirty="0"/>
              <a:t> Find the nearest neighbor of the feature vector to be classified and assign the class of the neighbor.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dirty="0"/>
              <a:t> Can be extended to K nearest neighbors.</a:t>
            </a:r>
          </a:p>
        </p:txBody>
      </p:sp>
    </p:spTree>
    <p:extLst>
      <p:ext uri="{BB962C8B-B14F-4D97-AF65-F5344CB8AC3E}">
        <p14:creationId xmlns:p14="http://schemas.microsoft.com/office/powerpoint/2010/main" val="31824935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FC1C5-9836-6AAA-776D-969262162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Bayesian decision-making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4D23B63-80FB-5CF1-2DCA-61C5B4D5B76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265" y="1743083"/>
            <a:ext cx="6267450" cy="377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50889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2AC56-F592-1B0C-E76A-2038E6C76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Flower classification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9A06EE9E-1B59-D2F1-E5B7-15204B582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2481943"/>
            <a:ext cx="4693313" cy="3367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CF11A9A4-6197-578E-4FFF-B137D73DD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1889" y="3214984"/>
            <a:ext cx="1076325" cy="769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B053FE-153A-8C6E-C76F-AD32DA3D8B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837" y="5633923"/>
            <a:ext cx="2568163" cy="11964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1B2F19-C676-9789-493C-61D3E87AF92D}"/>
              </a:ext>
            </a:extLst>
          </p:cNvPr>
          <p:cNvSpPr txBox="1"/>
          <p:nvPr/>
        </p:nvSpPr>
        <p:spPr>
          <a:xfrm>
            <a:off x="6501284" y="5938576"/>
            <a:ext cx="2110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Iris flower dataset</a:t>
            </a:r>
          </a:p>
        </p:txBody>
      </p:sp>
    </p:spTree>
    <p:extLst>
      <p:ext uri="{BB962C8B-B14F-4D97-AF65-F5344CB8AC3E}">
        <p14:creationId xmlns:p14="http://schemas.microsoft.com/office/powerpoint/2010/main" val="17903075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98770-C42E-20B7-9A4E-A1B6293CE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0375853" cy="1320800"/>
          </a:xfrm>
        </p:spPr>
        <p:txBody>
          <a:bodyPr/>
          <a:lstStyle/>
          <a:p>
            <a:r>
              <a:rPr lang="en-US" dirty="0"/>
              <a:t>Bayes classification of multispectral image data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4EF09B9-D3F3-0CD6-1044-E9F121C3B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909" y="2110155"/>
            <a:ext cx="7249223" cy="2285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117C2580-BF97-E7AF-6E84-818C794DC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734" y="4897088"/>
            <a:ext cx="5357582" cy="669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45418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3740A-44F6-64DC-212F-83066E995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Noisy object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2920507-33FD-5555-2920-CE48AF2918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427" y="2579687"/>
            <a:ext cx="4367213" cy="169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AE77C2F9-15D1-5401-6E79-3C326AE73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742" y="2878731"/>
            <a:ext cx="1052512" cy="125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05532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4E6CD-2162-2689-D72B-C5C196A2F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Noisy object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5405EC1-31B8-1659-D187-BFBE0C973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572" y="2136235"/>
            <a:ext cx="4516437" cy="4513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08739F1F-B277-AE44-B93F-AB817500F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512071"/>
            <a:ext cx="2428195" cy="3285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26549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79A54-A516-C5AC-4E68-38482E0E1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Flower classification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448D611-7EF8-A777-9FFA-577C98B1E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46" y="1679944"/>
            <a:ext cx="5667926" cy="42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40175D22-ACA7-13F0-6EDD-67F74C168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270" y="3198813"/>
            <a:ext cx="1379538" cy="172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61001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FC1C5-9836-6AAA-776D-969262162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recognition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8D32B93-BD8E-D86E-0C46-56E269A2D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414" y="2410506"/>
            <a:ext cx="4863403" cy="3970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72F02145-965A-909B-FA26-E0535914C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049" y="2643868"/>
            <a:ext cx="1016000" cy="3503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70677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58B63-5687-ABCA-9723-F79234EBD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65B77-549D-C2CE-85FF-37864505A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12 Feature extraction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AA9399-35F3-389C-A8A6-75778EFF3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389" y="2727351"/>
            <a:ext cx="2706356" cy="33584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2F26EC-ED9A-6D8D-FD79-905E4AB83302}"/>
              </a:ext>
            </a:extLst>
          </p:cNvPr>
          <p:cNvSpPr txBox="1"/>
          <p:nvPr/>
        </p:nvSpPr>
        <p:spPr>
          <a:xfrm>
            <a:off x="811404" y="6284958"/>
            <a:ext cx="6104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Pattern Classification (chapter1) by R. O. </a:t>
            </a:r>
            <a:r>
              <a:rPr lang="en-US" dirty="0" err="1"/>
              <a:t>Duda</a:t>
            </a:r>
            <a:r>
              <a:rPr lang="en-US" dirty="0"/>
              <a:t>, P. E. Hart and D. G. Stork, John Wiley &amp; Sons, 2000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BEDB5E-37EA-DF42-9EB4-277C110F8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790" y="2749590"/>
            <a:ext cx="3071126" cy="331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0002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pic>
        <p:nvPicPr>
          <p:cNvPr id="307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495800" y="1600200"/>
            <a:ext cx="3395662" cy="3772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881645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317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971800" y="2057400"/>
            <a:ext cx="6553200" cy="382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8213883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8413</TotalTime>
  <Words>1156</Words>
  <Application>Microsoft Office PowerPoint</Application>
  <PresentationFormat>Widescreen</PresentationFormat>
  <Paragraphs>190</Paragraphs>
  <Slides>51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9" baseType="lpstr">
      <vt:lpstr>新細明體</vt:lpstr>
      <vt:lpstr>Arial</vt:lpstr>
      <vt:lpstr>Calibri</vt:lpstr>
      <vt:lpstr>Symbol</vt:lpstr>
      <vt:lpstr>Trebuchet MS</vt:lpstr>
      <vt:lpstr>Wingdings</vt:lpstr>
      <vt:lpstr>Wingdings 3</vt:lpstr>
      <vt:lpstr>Facet</vt:lpstr>
      <vt:lpstr>Multimedia Computing</vt:lpstr>
      <vt:lpstr>Content </vt:lpstr>
      <vt:lpstr>Pattern classification</vt:lpstr>
      <vt:lpstr>An Example</vt:lpstr>
      <vt:lpstr>Problem Analysis </vt:lpstr>
      <vt:lpstr>Preprocessing  </vt:lpstr>
      <vt:lpstr>Preprocessing  </vt:lpstr>
      <vt:lpstr>Classification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Pattern Recognition Systems</vt:lpstr>
      <vt:lpstr>PowerPoint Presentation</vt:lpstr>
      <vt:lpstr>PowerPoint Presentation</vt:lpstr>
      <vt:lpstr>The Design Cycle</vt:lpstr>
      <vt:lpstr>The Design Cycle</vt:lpstr>
      <vt:lpstr>Data Collection</vt:lpstr>
      <vt:lpstr>Feature Choice </vt:lpstr>
      <vt:lpstr>Model Choice  </vt:lpstr>
      <vt:lpstr>Training   </vt:lpstr>
      <vt:lpstr>Evaluation    </vt:lpstr>
      <vt:lpstr>Computational Complexity     </vt:lpstr>
      <vt:lpstr>Learning and Adaptation</vt:lpstr>
      <vt:lpstr>Statistical Pattern Recognition</vt:lpstr>
      <vt:lpstr>Structural Pattern Recognition</vt:lpstr>
      <vt:lpstr>Classification in Statistical Pattern Recognition</vt:lpstr>
      <vt:lpstr>Feature Vector Representation</vt:lpstr>
      <vt:lpstr>Character set</vt:lpstr>
      <vt:lpstr>Possible features for character recognition</vt:lpstr>
      <vt:lpstr>Template matching</vt:lpstr>
      <vt:lpstr>Few terminology</vt:lpstr>
      <vt:lpstr>Discriminant functions</vt:lpstr>
      <vt:lpstr>Classification using nearest class mean</vt:lpstr>
      <vt:lpstr>Nearest mean might yield poor results with complex structure</vt:lpstr>
      <vt:lpstr>Scaling coordinates by std dev</vt:lpstr>
      <vt:lpstr>Nearest Neighbor Classification</vt:lpstr>
      <vt:lpstr>Bayesian decision-making</vt:lpstr>
      <vt:lpstr>Flower classification</vt:lpstr>
      <vt:lpstr>Bayes classification of multispectral image data</vt:lpstr>
      <vt:lpstr>Noisy object</vt:lpstr>
      <vt:lpstr>Noisy object</vt:lpstr>
      <vt:lpstr>Flower classification</vt:lpstr>
      <vt:lpstr>Object recognition</vt:lpstr>
      <vt:lpstr>Reference</vt:lpstr>
      <vt:lpstr>Question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Multimedia Computing</dc:title>
  <dc:creator>Ahmed Minhaz Uddin</dc:creator>
  <cp:lastModifiedBy>Minhaz Uddin Ahmed</cp:lastModifiedBy>
  <cp:revision>100</cp:revision>
  <dcterms:created xsi:type="dcterms:W3CDTF">2020-01-20T15:08:40Z</dcterms:created>
  <dcterms:modified xsi:type="dcterms:W3CDTF">2025-10-20T03:39:40Z</dcterms:modified>
</cp:coreProperties>
</file>