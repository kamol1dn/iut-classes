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2317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9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83349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5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0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3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0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024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26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93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9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675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9654" y="1999437"/>
            <a:ext cx="8512175" cy="2326118"/>
          </a:xfrm>
        </p:spPr>
        <p:txBody>
          <a:bodyPr>
            <a:noAutofit/>
          </a:bodyPr>
          <a:lstStyle/>
          <a:p>
            <a:r>
              <a:rPr lang="en-US" sz="5400" dirty="0" smtClean="0"/>
              <a:t> </a:t>
            </a:r>
            <a:r>
              <a:rPr lang="en-US" dirty="0"/>
              <a:t>Mass </a:t>
            </a:r>
            <a:r>
              <a:rPr lang="en-US" dirty="0" smtClean="0"/>
              <a:t>Media</a:t>
            </a:r>
            <a:br>
              <a:rPr lang="en-US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1800" dirty="0"/>
              <a:t>(</a:t>
            </a:r>
            <a:r>
              <a:rPr lang="en-US" sz="1800" dirty="0" smtClean="0"/>
              <a:t>Chapter 11)</a:t>
            </a:r>
            <a:endParaRPr lang="ru-RU" sz="1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4" y="4325555"/>
            <a:ext cx="6831673" cy="1086237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Bobir Muratov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3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Media dependence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1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to 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Mass </a:t>
            </a:r>
            <a:r>
              <a:rPr lang="en-US" dirty="0" smtClean="0"/>
              <a:t>Media</a:t>
            </a:r>
          </a:p>
          <a:p>
            <a:r>
              <a:rPr lang="en-US" dirty="0"/>
              <a:t>Evaluating Scientific Reporting in the </a:t>
            </a:r>
            <a:r>
              <a:rPr lang="en-US" dirty="0" smtClean="0"/>
              <a:t>Media </a:t>
            </a:r>
          </a:p>
          <a:p>
            <a:r>
              <a:rPr lang="en-US" dirty="0" smtClean="0"/>
              <a:t>Media </a:t>
            </a:r>
            <a:r>
              <a:rPr lang="en-US" dirty="0"/>
              <a:t>Literacy and Analyses 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244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Mass Media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Mass media – forms of communication that are designed to reach and influence very large audiences </a:t>
            </a:r>
          </a:p>
          <a:p>
            <a:r>
              <a:rPr lang="en-US" dirty="0" smtClean="0"/>
              <a:t>Credibility of news coverage</a:t>
            </a:r>
          </a:p>
          <a:p>
            <a:r>
              <a:rPr lang="en-US" dirty="0" smtClean="0"/>
              <a:t>Sensationalism and the news as entertainment</a:t>
            </a:r>
          </a:p>
          <a:p>
            <a:r>
              <a:rPr lang="en-US" dirty="0" smtClean="0"/>
              <a:t>Bias in the news</a:t>
            </a:r>
          </a:p>
          <a:p>
            <a:r>
              <a:rPr lang="en-US" dirty="0" smtClean="0"/>
              <a:t>Depth of news analysis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352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Scientific Reporting in the Media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Who is making the claim?</a:t>
            </a:r>
          </a:p>
          <a:p>
            <a:r>
              <a:rPr lang="en-US" dirty="0" smtClean="0"/>
              <a:t>What are the credentials and funding of the source?</a:t>
            </a:r>
          </a:p>
          <a:p>
            <a:r>
              <a:rPr lang="en-US" dirty="0" smtClean="0"/>
              <a:t>What is the background of the reporter?</a:t>
            </a:r>
          </a:p>
          <a:p>
            <a:r>
              <a:rPr lang="en-US" dirty="0" smtClean="0"/>
              <a:t>Where was the scientific study or findings first published?</a:t>
            </a:r>
          </a:p>
          <a:p>
            <a:r>
              <a:rPr lang="en-US" dirty="0" smtClean="0"/>
              <a:t>How are other authorities in the field responding to the report?</a:t>
            </a:r>
          </a:p>
          <a:p>
            <a:r>
              <a:rPr lang="en-US" dirty="0" smtClean="0"/>
              <a:t>Is the report biased?</a:t>
            </a:r>
          </a:p>
        </p:txBody>
      </p:sp>
    </p:spTree>
    <p:extLst>
      <p:ext uri="{BB962C8B-B14F-4D97-AF65-F5344CB8AC3E}">
        <p14:creationId xmlns:p14="http://schemas.microsoft.com/office/powerpoint/2010/main" val="366216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Media Literacy and Analyses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Media </a:t>
            </a:r>
            <a:r>
              <a:rPr lang="en-US" dirty="0" smtClean="0"/>
              <a:t>literacy – the ability to understand and critically analyze the influence of the mass media</a:t>
            </a:r>
          </a:p>
          <a:p>
            <a:endParaRPr lang="en-US" dirty="0" smtClean="0"/>
          </a:p>
          <a:p>
            <a:r>
              <a:rPr lang="en-US" dirty="0" smtClean="0"/>
              <a:t>Analyzing media:</a:t>
            </a:r>
          </a:p>
          <a:p>
            <a:r>
              <a:rPr lang="en-US" dirty="0" smtClean="0"/>
              <a:t>Who created the message?</a:t>
            </a:r>
          </a:p>
          <a:p>
            <a:r>
              <a:rPr lang="en-US" dirty="0" smtClean="0"/>
              <a:t>What is the purpose of the message?</a:t>
            </a:r>
          </a:p>
          <a:p>
            <a:r>
              <a:rPr lang="en-US" dirty="0" smtClean="0"/>
              <a:t>What techniques are used to attract and hold your attention?</a:t>
            </a:r>
          </a:p>
          <a:p>
            <a:r>
              <a:rPr lang="en-US" dirty="0" smtClean="0"/>
              <a:t>What values and points of view are represented in the message?</a:t>
            </a:r>
          </a:p>
        </p:txBody>
      </p:sp>
    </p:spTree>
    <p:extLst>
      <p:ext uri="{BB962C8B-B14F-4D97-AF65-F5344CB8AC3E}">
        <p14:creationId xmlns:p14="http://schemas.microsoft.com/office/powerpoint/2010/main" val="197264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Media Literacy and Analyses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was your reaction to the message?</a:t>
            </a:r>
          </a:p>
          <a:p>
            <a:r>
              <a:rPr lang="en-US" dirty="0" smtClean="0"/>
              <a:t>Why </a:t>
            </a:r>
            <a:r>
              <a:rPr lang="en-US" dirty="0"/>
              <a:t>did the message make you feel this way?</a:t>
            </a:r>
          </a:p>
          <a:p>
            <a:r>
              <a:rPr lang="en-US" dirty="0" smtClean="0"/>
              <a:t>Is your interpretation of the message reasonable and well informed?</a:t>
            </a:r>
          </a:p>
          <a:p>
            <a:r>
              <a:rPr lang="en-US" dirty="0" smtClean="0"/>
              <a:t>How might different people interpret the message?</a:t>
            </a:r>
          </a:p>
          <a:p>
            <a:r>
              <a:rPr lang="en-US" dirty="0" smtClean="0"/>
              <a:t>Is the message biased?</a:t>
            </a:r>
          </a:p>
          <a:p>
            <a:r>
              <a:rPr lang="en-US" dirty="0" smtClean="0"/>
              <a:t>Is the message backed by good reasoning and facts?</a:t>
            </a:r>
          </a:p>
          <a:p>
            <a:r>
              <a:rPr lang="en-US" dirty="0" smtClean="0"/>
              <a:t>What are the possible effects of the message on individuals and society?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1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2007</TotalTime>
  <Words>248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Franklin Gothic Book</vt:lpstr>
      <vt:lpstr>Crop</vt:lpstr>
      <vt:lpstr> Mass Media  (Chapter 11)</vt:lpstr>
      <vt:lpstr>Introduction</vt:lpstr>
      <vt:lpstr>What’s to Come</vt:lpstr>
      <vt:lpstr>What is Mass Media</vt:lpstr>
      <vt:lpstr>Evaluating Scientific Reporting in the Media</vt:lpstr>
      <vt:lpstr>Media Literacy and Analyses </vt:lpstr>
      <vt:lpstr>Media Literacy and Analyses 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Distinguished Lecture in Social Science and Art Introduction</dc:title>
  <dc:creator>Bobir Muratov</dc:creator>
  <cp:lastModifiedBy>Bobir Muratov</cp:lastModifiedBy>
  <cp:revision>195</cp:revision>
  <dcterms:created xsi:type="dcterms:W3CDTF">2025-09-11T14:38:37Z</dcterms:created>
  <dcterms:modified xsi:type="dcterms:W3CDTF">2026-10-10T12:26:51Z</dcterms:modified>
</cp:coreProperties>
</file>