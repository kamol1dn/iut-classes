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2.jpeg" ContentType="image/jpeg"/>
  <Override PartName="/ppt/media/image3.jpeg" ContentType="image/jpeg"/>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wholeTbl>
    <a:band2H>
      <a:tcTxStyle b="def" i="def"/>
      <a:tcStyle>
        <a:tcBdr/>
        <a:fill>
          <a:solidFill>
            <a:srgbClr val="FFFFFF"/>
          </a:solidFill>
        </a:fill>
      </a:tcStyle>
    </a:band2H>
    <a:firstCo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Col>
    <a:lastRow>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8CA"/>
          </a:solidFill>
        </a:fill>
      </a:tcStyle>
    </a:wholeTbl>
    <a:band2H>
      <a:tcTxStyle b="def" i="def"/>
      <a:tcStyle>
        <a:tcBdr/>
        <a:fill>
          <a:solidFill>
            <a:srgbClr val="FAEC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0CD"/>
          </a:solidFill>
        </a:fill>
      </a:tcStyle>
    </a:wholeTbl>
    <a:band2H>
      <a:tcTxStyle b="def" i="def"/>
      <a:tcStyle>
        <a:tcBdr/>
        <a:fill>
          <a:solidFill>
            <a:srgbClr val="EDE9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DFD9"/>
          </a:solidFill>
        </a:fill>
      </a:tcStyle>
    </a:wholeTbl>
    <a:band2H>
      <a:tcTxStyle b="def" i="def"/>
      <a:tcStyle>
        <a:tcBdr/>
        <a:fill>
          <a:solidFill>
            <a:srgbClr val="EEF0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4" name="Shape 114"/>
          <p:cNvSpPr/>
          <p:nvPr>
            <p:ph type="sldImg"/>
          </p:nvPr>
        </p:nvSpPr>
        <p:spPr>
          <a:xfrm>
            <a:off x="1143000" y="685800"/>
            <a:ext cx="4572000" cy="3429000"/>
          </a:xfrm>
          <a:prstGeom prst="rect">
            <a:avLst/>
          </a:prstGeom>
        </p:spPr>
        <p:txBody>
          <a:bodyPr/>
          <a:lstStyle/>
          <a:p>
            <a:pPr/>
          </a:p>
        </p:txBody>
      </p:sp>
      <p:sp>
        <p:nvSpPr>
          <p:cNvPr id="115" name="Shape 11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6" name="Rectangle 6"/>
          <p:cNvSpPr/>
          <p:nvPr/>
        </p:nvSpPr>
        <p:spPr>
          <a:xfrm>
            <a:off x="3175" y="6296018"/>
            <a:ext cx="12188825" cy="561982"/>
          </a:xfrm>
          <a:prstGeom prst="rect">
            <a:avLst/>
          </a:prstGeom>
          <a:solidFill>
            <a:srgbClr val="FFFF00"/>
          </a:solidFill>
          <a:ln>
            <a:solidFill>
              <a:srgbClr val="FFFF00"/>
            </a:solidFill>
          </a:ln>
        </p:spPr>
        <p:txBody>
          <a:bodyPr lIns="45719" rIns="45719"/>
          <a:lstStyle/>
          <a:p>
            <a:pPr>
              <a:defRPr>
                <a:solidFill>
                  <a:srgbClr val="FFFFFF"/>
                </a:solidFill>
              </a:defRPr>
            </a:pPr>
          </a:p>
        </p:txBody>
      </p:sp>
      <p:sp>
        <p:nvSpPr>
          <p:cNvPr id="17" name="Title Text"/>
          <p:cNvSpPr txBox="1"/>
          <p:nvPr>
            <p:ph type="title"/>
          </p:nvPr>
        </p:nvSpPr>
        <p:spPr>
          <a:xfrm>
            <a:off x="1097280" y="758951"/>
            <a:ext cx="10058401" cy="3566161"/>
          </a:xfrm>
          <a:prstGeom prst="rect">
            <a:avLst/>
          </a:prstGeom>
        </p:spPr>
        <p:txBody>
          <a:bodyPr/>
          <a:lstStyle>
            <a:lvl1pPr>
              <a:defRPr sz="8000"/>
            </a:lvl1pPr>
          </a:lstStyle>
          <a:p>
            <a:pPr/>
            <a:r>
              <a:t>Title Text</a:t>
            </a:r>
          </a:p>
        </p:txBody>
      </p:sp>
      <p:sp>
        <p:nvSpPr>
          <p:cNvPr id="18" name="Body Level One…"/>
          <p:cNvSpPr txBox="1"/>
          <p:nvPr>
            <p:ph type="body" sz="quarter" idx="1"/>
          </p:nvPr>
        </p:nvSpPr>
        <p:spPr>
          <a:xfrm>
            <a:off x="1100050" y="4455619"/>
            <a:ext cx="10058401" cy="1143001"/>
          </a:xfrm>
          <a:prstGeom prst="rect">
            <a:avLst/>
          </a:prstGeom>
        </p:spPr>
        <p:txBody>
          <a:bodyPr lIns="45719" tIns="45719" rIns="45719" bIns="45719"/>
          <a:lstStyle>
            <a:lvl1pPr marL="0" indent="0">
              <a:buClrTx/>
              <a:buSzTx/>
              <a:buFontTx/>
              <a:buNone/>
              <a:defRPr cap="all" spc="200" sz="2400">
                <a:solidFill>
                  <a:srgbClr val="CCDDEA"/>
                </a:solidFill>
                <a:latin typeface="Calibri Light"/>
                <a:ea typeface="Calibri Light"/>
                <a:cs typeface="Calibri Light"/>
                <a:sym typeface="Calibri Light"/>
              </a:defRPr>
            </a:lvl1pPr>
            <a:lvl2pPr marL="0" indent="457200">
              <a:buClrTx/>
              <a:buSzTx/>
              <a:buFontTx/>
              <a:buNone/>
              <a:defRPr cap="all" spc="200" sz="2400">
                <a:solidFill>
                  <a:srgbClr val="CCDDEA"/>
                </a:solidFill>
                <a:latin typeface="Calibri Light"/>
                <a:ea typeface="Calibri Light"/>
                <a:cs typeface="Calibri Light"/>
                <a:sym typeface="Calibri Light"/>
              </a:defRPr>
            </a:lvl2pPr>
            <a:lvl3pPr marL="0" indent="914400">
              <a:buClrTx/>
              <a:buSzTx/>
              <a:buFontTx/>
              <a:buNone/>
              <a:defRPr cap="all" spc="200" sz="2400">
                <a:solidFill>
                  <a:srgbClr val="CCDDEA"/>
                </a:solidFill>
                <a:latin typeface="Calibri Light"/>
                <a:ea typeface="Calibri Light"/>
                <a:cs typeface="Calibri Light"/>
                <a:sym typeface="Calibri Light"/>
              </a:defRPr>
            </a:lvl3pPr>
            <a:lvl4pPr marL="0" indent="1371600">
              <a:buClrTx/>
              <a:buSzTx/>
              <a:buFontTx/>
              <a:buNone/>
              <a:defRPr cap="all" spc="200" sz="2400">
                <a:solidFill>
                  <a:srgbClr val="CCDDEA"/>
                </a:solidFill>
                <a:latin typeface="Calibri Light"/>
                <a:ea typeface="Calibri Light"/>
                <a:cs typeface="Calibri Light"/>
                <a:sym typeface="Calibri Light"/>
              </a:defRPr>
            </a:lvl4pPr>
            <a:lvl5pPr marL="0" indent="1828800">
              <a:buClrTx/>
              <a:buSzTx/>
              <a:buFontTx/>
              <a:buNone/>
              <a:defRPr cap="all" spc="200" sz="2400">
                <a:solidFill>
                  <a:srgbClr val="CCDDEA"/>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pic>
        <p:nvPicPr>
          <p:cNvPr id="19" name="Picture 2" descr="Picture 2"/>
          <p:cNvPicPr>
            <a:picLocks noChangeAspect="1"/>
          </p:cNvPicPr>
          <p:nvPr/>
        </p:nvPicPr>
        <p:blipFill>
          <a:blip r:embed="rId2">
            <a:extLst/>
          </a:blip>
          <a:stretch>
            <a:fillRect/>
          </a:stretch>
        </p:blipFill>
        <p:spPr>
          <a:xfrm>
            <a:off x="-3145" y="6296018"/>
            <a:ext cx="621212" cy="561982"/>
          </a:xfrm>
          <a:prstGeom prst="rect">
            <a:avLst/>
          </a:prstGeom>
          <a:ln w="12700">
            <a:miter lim="400000"/>
          </a:ln>
        </p:spPr>
      </p:pic>
      <p:sp>
        <p:nvSpPr>
          <p:cNvPr id="20" name="Rectangle 10"/>
          <p:cNvSpPr txBox="1"/>
          <p:nvPr/>
        </p:nvSpPr>
        <p:spPr>
          <a:xfrm>
            <a:off x="1079765" y="6392343"/>
            <a:ext cx="182489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Dr. Oybek Eraliyev</a:t>
            </a:r>
          </a:p>
        </p:txBody>
      </p:sp>
      <p:sp>
        <p:nvSpPr>
          <p:cNvPr id="21" name="Rectangle 11"/>
          <p:cNvSpPr txBox="1"/>
          <p:nvPr/>
        </p:nvSpPr>
        <p:spPr>
          <a:xfrm>
            <a:off x="4318656" y="6392343"/>
            <a:ext cx="354207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Class: Artificial Intelligence SOC4040</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29" name="Rectangle 6"/>
          <p:cNvSpPr/>
          <p:nvPr/>
        </p:nvSpPr>
        <p:spPr>
          <a:xfrm>
            <a:off x="1" y="6296018"/>
            <a:ext cx="12192001" cy="561982"/>
          </a:xfrm>
          <a:prstGeom prst="rect">
            <a:avLst/>
          </a:prstGeom>
          <a:solidFill>
            <a:srgbClr val="FFFF00"/>
          </a:solidFill>
          <a:ln w="12700">
            <a:miter lim="400000"/>
          </a:ln>
        </p:spPr>
        <p:txBody>
          <a:bodyPr lIns="45719" rIns="45719"/>
          <a:lstStyle/>
          <a:p>
            <a:pPr>
              <a:defRPr>
                <a:solidFill>
                  <a:srgbClr val="FFFFFF"/>
                </a:solidFill>
              </a:defRPr>
            </a:pPr>
          </a:p>
        </p:txBody>
      </p:sp>
      <p:pic>
        <p:nvPicPr>
          <p:cNvPr id="30" name="Picture 2" descr="Picture 2"/>
          <p:cNvPicPr>
            <a:picLocks noChangeAspect="1"/>
          </p:cNvPicPr>
          <p:nvPr/>
        </p:nvPicPr>
        <p:blipFill>
          <a:blip r:embed="rId2">
            <a:extLst/>
          </a:blip>
          <a:stretch>
            <a:fillRect/>
          </a:stretch>
        </p:blipFill>
        <p:spPr>
          <a:xfrm>
            <a:off x="-3145" y="6296018"/>
            <a:ext cx="621212" cy="561982"/>
          </a:xfrm>
          <a:prstGeom prst="rect">
            <a:avLst/>
          </a:prstGeom>
          <a:ln w="12700">
            <a:miter lim="400000"/>
          </a:ln>
        </p:spPr>
      </p:pic>
      <p:sp>
        <p:nvSpPr>
          <p:cNvPr id="31" name="Rectangle 11"/>
          <p:cNvSpPr txBox="1"/>
          <p:nvPr/>
        </p:nvSpPr>
        <p:spPr>
          <a:xfrm>
            <a:off x="1079765" y="6392343"/>
            <a:ext cx="182489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Dr. Oybek Eraliyev</a:t>
            </a:r>
          </a:p>
        </p:txBody>
      </p:sp>
      <p:sp>
        <p:nvSpPr>
          <p:cNvPr id="32" name="Rectangle 12"/>
          <p:cNvSpPr txBox="1"/>
          <p:nvPr/>
        </p:nvSpPr>
        <p:spPr>
          <a:xfrm>
            <a:off x="4318656" y="6392343"/>
            <a:ext cx="354207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Class: Artificial Intelligence SOC4040</a:t>
            </a:r>
          </a:p>
        </p:txBody>
      </p:sp>
      <p:sp>
        <p:nvSpPr>
          <p:cNvPr id="33" name="Title Text"/>
          <p:cNvSpPr txBox="1"/>
          <p:nvPr>
            <p:ph type="title"/>
          </p:nvPr>
        </p:nvSpPr>
        <p:spPr>
          <a:prstGeom prst="rect">
            <a:avLst/>
          </a:prstGeom>
        </p:spPr>
        <p:txBody>
          <a:bodyPr/>
          <a:lstStyle/>
          <a:p>
            <a:pPr/>
            <a:r>
              <a:t>Title Text</a:t>
            </a:r>
          </a:p>
        </p:txBody>
      </p:sp>
      <p:sp>
        <p:nvSpPr>
          <p:cNvPr id="34" name="Body Level One…"/>
          <p:cNvSpPr txBox="1"/>
          <p:nvPr>
            <p:ph type="body" idx="1"/>
          </p:nvPr>
        </p:nvSpPr>
        <p:spPr>
          <a:xfrm>
            <a:off x="1097280" y="1845734"/>
            <a:ext cx="1005840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pic>
        <p:nvPicPr>
          <p:cNvPr id="35" name="Picture 2" descr="Picture 2"/>
          <p:cNvPicPr>
            <a:picLocks noChangeAspect="1"/>
          </p:cNvPicPr>
          <p:nvPr/>
        </p:nvPicPr>
        <p:blipFill>
          <a:blip r:embed="rId2">
            <a:extLst/>
          </a:blip>
          <a:stretch>
            <a:fillRect/>
          </a:stretch>
        </p:blipFill>
        <p:spPr>
          <a:xfrm>
            <a:off x="0" y="6291205"/>
            <a:ext cx="626533" cy="566796"/>
          </a:xfrm>
          <a:prstGeom prst="rect">
            <a:avLst/>
          </a:prstGeom>
          <a:ln w="12700">
            <a:miter lim="400000"/>
          </a:ln>
        </p:spPr>
      </p:pic>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43" name="Rectangle 6"/>
          <p:cNvSpPr/>
          <p:nvPr/>
        </p:nvSpPr>
        <p:spPr>
          <a:xfrm>
            <a:off x="3175" y="6400800"/>
            <a:ext cx="12188825" cy="457200"/>
          </a:xfrm>
          <a:prstGeom prst="rect">
            <a:avLst/>
          </a:prstGeom>
          <a:solidFill>
            <a:schemeClr val="accent2"/>
          </a:solidFill>
          <a:ln w="12700">
            <a:miter lim="400000"/>
          </a:ln>
        </p:spPr>
        <p:txBody>
          <a:bodyPr lIns="45719" rIns="45719"/>
          <a:lstStyle/>
          <a:p>
            <a:pPr>
              <a:defRPr>
                <a:solidFill>
                  <a:srgbClr val="FFFFFF"/>
                </a:solidFill>
              </a:defRPr>
            </a:pPr>
          </a:p>
        </p:txBody>
      </p:sp>
      <p:sp>
        <p:nvSpPr>
          <p:cNvPr id="44" name="Rectangle 7"/>
          <p:cNvSpPr/>
          <p:nvPr/>
        </p:nvSpPr>
        <p:spPr>
          <a:xfrm>
            <a:off x="14" y="6334316"/>
            <a:ext cx="12188826" cy="64009"/>
          </a:xfrm>
          <a:prstGeom prst="rect">
            <a:avLst/>
          </a:prstGeom>
          <a:solidFill>
            <a:schemeClr val="accent1"/>
          </a:solidFill>
          <a:ln w="12700">
            <a:miter lim="400000"/>
          </a:ln>
        </p:spPr>
        <p:txBody>
          <a:bodyPr lIns="45719" rIns="45719"/>
          <a:lstStyle/>
          <a:p>
            <a:pPr>
              <a:defRPr>
                <a:solidFill>
                  <a:srgbClr val="FFFFFF"/>
                </a:solidFill>
              </a:defRPr>
            </a:pPr>
          </a:p>
        </p:txBody>
      </p:sp>
      <p:sp>
        <p:nvSpPr>
          <p:cNvPr id="45" name="Title Text"/>
          <p:cNvSpPr txBox="1"/>
          <p:nvPr>
            <p:ph type="title"/>
          </p:nvPr>
        </p:nvSpPr>
        <p:spPr>
          <a:xfrm>
            <a:off x="1097280" y="758951"/>
            <a:ext cx="10058401" cy="3566161"/>
          </a:xfrm>
          <a:prstGeom prst="rect">
            <a:avLst/>
          </a:prstGeom>
        </p:spPr>
        <p:txBody>
          <a:bodyPr/>
          <a:lstStyle>
            <a:lvl1pPr>
              <a:defRPr sz="8000"/>
            </a:lvl1pPr>
          </a:lstStyle>
          <a:p>
            <a:pPr/>
            <a:r>
              <a:t>Title Text</a:t>
            </a:r>
          </a:p>
        </p:txBody>
      </p:sp>
      <p:sp>
        <p:nvSpPr>
          <p:cNvPr id="46" name="Body Level One…"/>
          <p:cNvSpPr txBox="1"/>
          <p:nvPr>
            <p:ph type="body" sz="quarter" idx="1"/>
          </p:nvPr>
        </p:nvSpPr>
        <p:spPr>
          <a:xfrm>
            <a:off x="1097280" y="4453128"/>
            <a:ext cx="10058401" cy="1143001"/>
          </a:xfrm>
          <a:prstGeom prst="rect">
            <a:avLst/>
          </a:prstGeom>
        </p:spPr>
        <p:txBody>
          <a:bodyPr lIns="45719" tIns="45719" rIns="45719" bIns="45719"/>
          <a:lstStyle>
            <a:lvl1pPr marL="0" indent="0">
              <a:buClrTx/>
              <a:buSzTx/>
              <a:buFontTx/>
              <a:buNone/>
              <a:defRPr cap="all" spc="200" sz="2400">
                <a:solidFill>
                  <a:srgbClr val="CCDDEA"/>
                </a:solidFill>
                <a:latin typeface="Calibri Light"/>
                <a:ea typeface="Calibri Light"/>
                <a:cs typeface="Calibri Light"/>
                <a:sym typeface="Calibri Light"/>
              </a:defRPr>
            </a:lvl1pPr>
            <a:lvl2pPr marL="0" indent="457200">
              <a:buClrTx/>
              <a:buSzTx/>
              <a:buFontTx/>
              <a:buNone/>
              <a:defRPr cap="all" spc="200" sz="2400">
                <a:solidFill>
                  <a:srgbClr val="CCDDEA"/>
                </a:solidFill>
                <a:latin typeface="Calibri Light"/>
                <a:ea typeface="Calibri Light"/>
                <a:cs typeface="Calibri Light"/>
                <a:sym typeface="Calibri Light"/>
              </a:defRPr>
            </a:lvl2pPr>
            <a:lvl3pPr marL="0" indent="914400">
              <a:buClrTx/>
              <a:buSzTx/>
              <a:buFontTx/>
              <a:buNone/>
              <a:defRPr cap="all" spc="200" sz="2400">
                <a:solidFill>
                  <a:srgbClr val="CCDDEA"/>
                </a:solidFill>
                <a:latin typeface="Calibri Light"/>
                <a:ea typeface="Calibri Light"/>
                <a:cs typeface="Calibri Light"/>
                <a:sym typeface="Calibri Light"/>
              </a:defRPr>
            </a:lvl3pPr>
            <a:lvl4pPr marL="0" indent="1371600">
              <a:buClrTx/>
              <a:buSzTx/>
              <a:buFontTx/>
              <a:buNone/>
              <a:defRPr cap="all" spc="200" sz="2400">
                <a:solidFill>
                  <a:srgbClr val="CCDDEA"/>
                </a:solidFill>
                <a:latin typeface="Calibri Light"/>
                <a:ea typeface="Calibri Light"/>
                <a:cs typeface="Calibri Light"/>
                <a:sym typeface="Calibri Light"/>
              </a:defRPr>
            </a:lvl4pPr>
            <a:lvl5pPr marL="0" indent="1828800">
              <a:buClrTx/>
              <a:buSzTx/>
              <a:buFontTx/>
              <a:buNone/>
              <a:defRPr cap="all" spc="200" sz="2400">
                <a:solidFill>
                  <a:srgbClr val="CCDDEA"/>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sp>
        <p:nvSpPr>
          <p:cNvPr id="47" name="Slide Number"/>
          <p:cNvSpPr txBox="1"/>
          <p:nvPr>
            <p:ph type="sldNum" sz="quarter" idx="2"/>
          </p:nvPr>
        </p:nvSpPr>
        <p:spPr>
          <a:prstGeom prst="rect">
            <a:avLst/>
          </a:prstGeom>
        </p:spPr>
        <p:txBody>
          <a:bodyPr/>
          <a:lstStyle/>
          <a:p>
            <a:pPr/>
            <a:fld id="{86CB4B4D-7CA3-9044-876B-883B54F8677D}" type="slidenum"/>
          </a:p>
        </p:txBody>
      </p:sp>
      <p:sp>
        <p:nvSpPr>
          <p:cNvPr id="48" name="Straight Connector 8"/>
          <p:cNvSpPr/>
          <p:nvPr/>
        </p:nvSpPr>
        <p:spPr>
          <a:xfrm>
            <a:off x="1207657" y="4343400"/>
            <a:ext cx="9875522" cy="0"/>
          </a:xfrm>
          <a:prstGeom prst="line">
            <a:avLst/>
          </a:prstGeom>
          <a:ln w="6350">
            <a:solidFill>
              <a:srgbClr val="FFFFFF"/>
            </a:solidFill>
          </a:ln>
        </p:spPr>
        <p:txBody>
          <a:bodyPr lIns="45719" rIns="45719"/>
          <a:lstStyle/>
          <a:p>
            <a:pPr>
              <a:defRPr>
                <a:solidFill>
                  <a:srgbClr val="FFFFFF"/>
                </a:solidFill>
              </a:defRPr>
            </a:pP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55" name="Title Text"/>
          <p:cNvSpPr txBox="1"/>
          <p:nvPr>
            <p:ph type="title"/>
          </p:nvPr>
        </p:nvSpPr>
        <p:spPr>
          <a:prstGeom prst="rect">
            <a:avLst/>
          </a:prstGeom>
        </p:spPr>
        <p:txBody>
          <a:bodyPr/>
          <a:lstStyle/>
          <a:p>
            <a:pPr/>
            <a:r>
              <a:t>Title Text</a:t>
            </a:r>
          </a:p>
        </p:txBody>
      </p:sp>
      <p:sp>
        <p:nvSpPr>
          <p:cNvPr id="56" name="Body Level One…"/>
          <p:cNvSpPr txBox="1"/>
          <p:nvPr>
            <p:ph type="body" sz="half" idx="1"/>
          </p:nvPr>
        </p:nvSpPr>
        <p:spPr>
          <a:xfrm>
            <a:off x="1097278" y="1845734"/>
            <a:ext cx="493776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64" name="Title Text"/>
          <p:cNvSpPr txBox="1"/>
          <p:nvPr>
            <p:ph type="title"/>
          </p:nvPr>
        </p:nvSpPr>
        <p:spPr>
          <a:prstGeom prst="rect">
            <a:avLst/>
          </a:prstGeom>
        </p:spPr>
        <p:txBody>
          <a:bodyPr/>
          <a:lstStyle/>
          <a:p>
            <a:pPr/>
            <a:r>
              <a:t>Title Text</a:t>
            </a:r>
          </a:p>
        </p:txBody>
      </p:sp>
      <p:sp>
        <p:nvSpPr>
          <p:cNvPr id="65" name="Body Level One…"/>
          <p:cNvSpPr txBox="1"/>
          <p:nvPr>
            <p:ph type="body" sz="quarter" idx="1"/>
          </p:nvPr>
        </p:nvSpPr>
        <p:spPr>
          <a:xfrm>
            <a:off x="1097280" y="1846052"/>
            <a:ext cx="4937760" cy="736283"/>
          </a:xfrm>
          <a:prstGeom prst="rect">
            <a:avLst/>
          </a:prstGeom>
        </p:spPr>
        <p:txBody>
          <a:bodyPr lIns="45719" tIns="45719" rIns="45719" bIns="45719" anchor="ctr"/>
          <a:lstStyle>
            <a:lvl1pPr marL="0" indent="0">
              <a:buClrTx/>
              <a:buSzTx/>
              <a:buFontTx/>
              <a:buNone/>
              <a:defRPr cap="all">
                <a:solidFill>
                  <a:srgbClr val="CCDDEA"/>
                </a:solidFill>
              </a:defRPr>
            </a:lvl1pPr>
            <a:lvl2pPr marL="0" indent="457200">
              <a:buClrTx/>
              <a:buSzTx/>
              <a:buFontTx/>
              <a:buNone/>
              <a:defRPr cap="all">
                <a:solidFill>
                  <a:srgbClr val="CCDDEA"/>
                </a:solidFill>
              </a:defRPr>
            </a:lvl2pPr>
            <a:lvl3pPr marL="0" indent="914400">
              <a:buClrTx/>
              <a:buSzTx/>
              <a:buFontTx/>
              <a:buNone/>
              <a:defRPr cap="all">
                <a:solidFill>
                  <a:srgbClr val="CCDDEA"/>
                </a:solidFill>
              </a:defRPr>
            </a:lvl3pPr>
            <a:lvl4pPr marL="0" indent="1371600">
              <a:buClrTx/>
              <a:buSzTx/>
              <a:buFontTx/>
              <a:buNone/>
              <a:defRPr cap="all">
                <a:solidFill>
                  <a:srgbClr val="CCDDEA"/>
                </a:solidFill>
              </a:defRPr>
            </a:lvl4pPr>
            <a:lvl5pPr marL="0" indent="1828800">
              <a:buClrTx/>
              <a:buSzTx/>
              <a:buFontTx/>
              <a:buNone/>
              <a:defRPr cap="all">
                <a:solidFill>
                  <a:srgbClr val="CCDDEA"/>
                </a:solidFill>
              </a:defRPr>
            </a:lvl5pPr>
          </a:lstStyle>
          <a:p>
            <a:pPr/>
            <a:r>
              <a:t>Body Level One</a:t>
            </a:r>
          </a:p>
          <a:p>
            <a:pPr lvl="1"/>
            <a:r>
              <a:t>Body Level Two</a:t>
            </a:r>
          </a:p>
          <a:p>
            <a:pPr lvl="2"/>
            <a:r>
              <a:t>Body Level Three</a:t>
            </a:r>
          </a:p>
          <a:p>
            <a:pPr lvl="3"/>
            <a:r>
              <a:t>Body Level Four</a:t>
            </a:r>
          </a:p>
          <a:p>
            <a:pPr lvl="4"/>
            <a:r>
              <a:t>Body Level Five</a:t>
            </a:r>
          </a:p>
        </p:txBody>
      </p:sp>
      <p:sp>
        <p:nvSpPr>
          <p:cNvPr id="66" name="Text Placeholder 4"/>
          <p:cNvSpPr/>
          <p:nvPr>
            <p:ph type="body" sz="quarter" idx="21"/>
          </p:nvPr>
        </p:nvSpPr>
        <p:spPr>
          <a:xfrm>
            <a:off x="6217920" y="1846052"/>
            <a:ext cx="4937761" cy="736283"/>
          </a:xfrm>
          <a:prstGeom prst="rect">
            <a:avLst/>
          </a:prstGeom>
        </p:spPr>
        <p:txBody>
          <a:bodyPr lIns="45719" tIns="45719" rIns="45719" bIns="45719" anchor="ctr"/>
          <a:lstStyle/>
          <a:p>
            <a:pPr marL="0" indent="0">
              <a:buClrTx/>
              <a:buSzTx/>
              <a:buFontTx/>
              <a:buNone/>
              <a:defRPr cap="all">
                <a:solidFill>
                  <a:srgbClr val="CCDDEA"/>
                </a:solidFill>
              </a:defRPr>
            </a:pP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4" name="Title Text"/>
          <p:cNvSpPr txBox="1"/>
          <p:nvPr>
            <p:ph type="title"/>
          </p:nvPr>
        </p:nvSpPr>
        <p:spPr>
          <a:prstGeom prst="rect">
            <a:avLst/>
          </a:prstGeom>
        </p:spPr>
        <p:txBody>
          <a:bodyPr/>
          <a:lstStyle/>
          <a:p>
            <a:pPr/>
            <a:r>
              <a:t>Title Text</a:t>
            </a: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2" name="Rectangle 4"/>
          <p:cNvSpPr/>
          <p:nvPr/>
        </p:nvSpPr>
        <p:spPr>
          <a:xfrm>
            <a:off x="3175" y="6400800"/>
            <a:ext cx="12188825" cy="457200"/>
          </a:xfrm>
          <a:prstGeom prst="rect">
            <a:avLst/>
          </a:prstGeom>
          <a:solidFill>
            <a:schemeClr val="accent2"/>
          </a:solidFill>
          <a:ln w="12700">
            <a:miter lim="400000"/>
          </a:ln>
        </p:spPr>
        <p:txBody>
          <a:bodyPr lIns="45719" rIns="45719"/>
          <a:lstStyle/>
          <a:p>
            <a:pPr>
              <a:defRPr>
                <a:solidFill>
                  <a:srgbClr val="FFFFFF"/>
                </a:solidFill>
              </a:defRPr>
            </a:pPr>
          </a:p>
        </p:txBody>
      </p:sp>
      <p:sp>
        <p:nvSpPr>
          <p:cNvPr id="83" name="Rectangle 5"/>
          <p:cNvSpPr/>
          <p:nvPr/>
        </p:nvSpPr>
        <p:spPr>
          <a:xfrm>
            <a:off x="14" y="6334316"/>
            <a:ext cx="12188826" cy="64009"/>
          </a:xfrm>
          <a:prstGeom prst="rect">
            <a:avLst/>
          </a:prstGeom>
          <a:solidFill>
            <a:schemeClr val="accent1"/>
          </a:solidFill>
          <a:ln w="12700">
            <a:miter lim="400000"/>
          </a:ln>
        </p:spPr>
        <p:txBody>
          <a:bodyPr lIns="45719" rIns="45719"/>
          <a:lstStyle/>
          <a:p>
            <a:pPr>
              <a:defRPr>
                <a:solidFill>
                  <a:srgbClr val="FFFFFF"/>
                </a:solidFill>
              </a:defRPr>
            </a:pP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sp>
        <p:nvSpPr>
          <p:cNvPr id="91" name="Rectangle 7"/>
          <p:cNvSpPr/>
          <p:nvPr/>
        </p:nvSpPr>
        <p:spPr>
          <a:xfrm>
            <a:off x="15" y="0"/>
            <a:ext cx="4050793" cy="6858000"/>
          </a:xfrm>
          <a:prstGeom prst="rect">
            <a:avLst/>
          </a:prstGeom>
          <a:solidFill>
            <a:schemeClr val="accent2"/>
          </a:solidFill>
          <a:ln w="12700">
            <a:miter lim="400000"/>
          </a:ln>
        </p:spPr>
        <p:txBody>
          <a:bodyPr lIns="45719" rIns="45719"/>
          <a:lstStyle/>
          <a:p>
            <a:pPr>
              <a:defRPr>
                <a:solidFill>
                  <a:srgbClr val="FFFFFF"/>
                </a:solidFill>
              </a:defRPr>
            </a:pPr>
          </a:p>
        </p:txBody>
      </p:sp>
      <p:sp>
        <p:nvSpPr>
          <p:cNvPr id="92" name="Rectangle 8"/>
          <p:cNvSpPr/>
          <p:nvPr/>
        </p:nvSpPr>
        <p:spPr>
          <a:xfrm>
            <a:off x="4040070" y="0"/>
            <a:ext cx="64009" cy="6858000"/>
          </a:xfrm>
          <a:prstGeom prst="rect">
            <a:avLst/>
          </a:prstGeom>
          <a:solidFill>
            <a:schemeClr val="accent1"/>
          </a:solidFill>
          <a:ln w="12700">
            <a:miter lim="400000"/>
          </a:ln>
        </p:spPr>
        <p:txBody>
          <a:bodyPr lIns="45719" rIns="45719"/>
          <a:lstStyle/>
          <a:p>
            <a:pPr>
              <a:defRPr>
                <a:solidFill>
                  <a:srgbClr val="FFFFFF"/>
                </a:solidFill>
              </a:defRPr>
            </a:pPr>
          </a:p>
        </p:txBody>
      </p:sp>
      <p:sp>
        <p:nvSpPr>
          <p:cNvPr id="93" name="Title Text"/>
          <p:cNvSpPr txBox="1"/>
          <p:nvPr>
            <p:ph type="title"/>
          </p:nvPr>
        </p:nvSpPr>
        <p:spPr>
          <a:xfrm>
            <a:off x="457200" y="594359"/>
            <a:ext cx="3200400" cy="2286001"/>
          </a:xfrm>
          <a:prstGeom prst="rect">
            <a:avLst/>
          </a:prstGeom>
        </p:spPr>
        <p:txBody>
          <a:bodyPr/>
          <a:lstStyle>
            <a:lvl1pPr>
              <a:defRPr sz="3600"/>
            </a:lvl1pPr>
          </a:lstStyle>
          <a:p>
            <a:pPr/>
            <a:r>
              <a:t>Title Text</a:t>
            </a:r>
          </a:p>
        </p:txBody>
      </p:sp>
      <p:sp>
        <p:nvSpPr>
          <p:cNvPr id="94" name="Body Level One…"/>
          <p:cNvSpPr txBox="1"/>
          <p:nvPr>
            <p:ph type="body" idx="1"/>
          </p:nvPr>
        </p:nvSpPr>
        <p:spPr>
          <a:xfrm>
            <a:off x="4800600" y="731519"/>
            <a:ext cx="6492241" cy="52578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5" name="Text Placeholder 3"/>
          <p:cNvSpPr/>
          <p:nvPr>
            <p:ph type="body" sz="quarter" idx="21"/>
          </p:nvPr>
        </p:nvSpPr>
        <p:spPr>
          <a:xfrm>
            <a:off x="457200" y="2926079"/>
            <a:ext cx="3200400" cy="3379125"/>
          </a:xfrm>
          <a:prstGeom prst="rect">
            <a:avLst/>
          </a:prstGeom>
        </p:spPr>
        <p:txBody>
          <a:bodyPr lIns="45719" tIns="45719" rIns="45719" bIns="45719"/>
          <a:lstStyle/>
          <a:p>
            <a:pPr marL="0" indent="0">
              <a:buClrTx/>
              <a:buSzTx/>
              <a:buFontTx/>
              <a:buNone/>
              <a:defRPr sz="1500"/>
            </a:pPr>
          </a:p>
        </p:txBody>
      </p:sp>
      <p:sp>
        <p:nvSpPr>
          <p:cNvPr id="96" name="Slide Number"/>
          <p:cNvSpPr txBox="1"/>
          <p:nvPr>
            <p:ph type="sldNum" sz="quarter" idx="2"/>
          </p:nvPr>
        </p:nvSpPr>
        <p:spPr>
          <a:prstGeom prst="rect">
            <a:avLst/>
          </a:prstGeom>
        </p:spPr>
        <p:txBody>
          <a:bodyPr/>
          <a:lstStyle>
            <a:lvl1pPr>
              <a:defRPr>
                <a:solidFill>
                  <a:srgbClr val="CCDDEA"/>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103" name="Rectangle 7"/>
          <p:cNvSpPr/>
          <p:nvPr/>
        </p:nvSpPr>
        <p:spPr>
          <a:xfrm>
            <a:off x="0" y="4953000"/>
            <a:ext cx="12188825" cy="1905000"/>
          </a:xfrm>
          <a:prstGeom prst="rect">
            <a:avLst/>
          </a:prstGeom>
          <a:solidFill>
            <a:schemeClr val="accent2"/>
          </a:solidFill>
          <a:ln w="12700">
            <a:miter lim="400000"/>
          </a:ln>
        </p:spPr>
        <p:txBody>
          <a:bodyPr lIns="45719" rIns="45719"/>
          <a:lstStyle/>
          <a:p>
            <a:pPr>
              <a:defRPr>
                <a:solidFill>
                  <a:srgbClr val="FFFFFF"/>
                </a:solidFill>
              </a:defRPr>
            </a:pPr>
          </a:p>
        </p:txBody>
      </p:sp>
      <p:sp>
        <p:nvSpPr>
          <p:cNvPr id="104" name="Rectangle 8"/>
          <p:cNvSpPr/>
          <p:nvPr/>
        </p:nvSpPr>
        <p:spPr>
          <a:xfrm>
            <a:off x="14" y="4915075"/>
            <a:ext cx="12188826" cy="64009"/>
          </a:xfrm>
          <a:prstGeom prst="rect">
            <a:avLst/>
          </a:prstGeom>
          <a:solidFill>
            <a:schemeClr val="accent1"/>
          </a:solidFill>
          <a:ln w="12700">
            <a:miter lim="400000"/>
          </a:ln>
        </p:spPr>
        <p:txBody>
          <a:bodyPr lIns="45719" rIns="45719"/>
          <a:lstStyle/>
          <a:p>
            <a:pPr>
              <a:defRPr>
                <a:solidFill>
                  <a:srgbClr val="FFFFFF"/>
                </a:solidFill>
              </a:defRPr>
            </a:pPr>
          </a:p>
        </p:txBody>
      </p:sp>
      <p:sp>
        <p:nvSpPr>
          <p:cNvPr id="105" name="Title Text"/>
          <p:cNvSpPr txBox="1"/>
          <p:nvPr>
            <p:ph type="title"/>
          </p:nvPr>
        </p:nvSpPr>
        <p:spPr>
          <a:xfrm>
            <a:off x="1097280" y="5074920"/>
            <a:ext cx="10113265" cy="822961"/>
          </a:xfrm>
          <a:prstGeom prst="rect">
            <a:avLst/>
          </a:prstGeom>
        </p:spPr>
        <p:txBody>
          <a:bodyPr lIns="0" tIns="0" rIns="0" bIns="0"/>
          <a:lstStyle>
            <a:lvl1pPr>
              <a:defRPr sz="3600"/>
            </a:lvl1pPr>
          </a:lstStyle>
          <a:p>
            <a:pPr/>
            <a:r>
              <a:t>Title Text</a:t>
            </a:r>
          </a:p>
        </p:txBody>
      </p:sp>
      <p:sp>
        <p:nvSpPr>
          <p:cNvPr id="106" name="Picture Placeholder 2"/>
          <p:cNvSpPr/>
          <p:nvPr>
            <p:ph type="pic" idx="21"/>
          </p:nvPr>
        </p:nvSpPr>
        <p:spPr>
          <a:xfrm>
            <a:off x="14" y="0"/>
            <a:ext cx="12191987" cy="4915076"/>
          </a:xfrm>
          <a:prstGeom prst="rect">
            <a:avLst/>
          </a:prstGeom>
        </p:spPr>
        <p:txBody>
          <a:bodyPr lIns="91439" tIns="45719" rIns="91439" bIns="45719">
            <a:noAutofit/>
          </a:bodyPr>
          <a:lstStyle/>
          <a:p>
            <a:pPr/>
          </a:p>
        </p:txBody>
      </p:sp>
      <p:sp>
        <p:nvSpPr>
          <p:cNvPr id="107" name="Body Level One…"/>
          <p:cNvSpPr txBox="1"/>
          <p:nvPr>
            <p:ph type="body" sz="quarter" idx="1"/>
          </p:nvPr>
        </p:nvSpPr>
        <p:spPr>
          <a:xfrm>
            <a:off x="1097280" y="5907023"/>
            <a:ext cx="10113265" cy="594361"/>
          </a:xfrm>
          <a:prstGeom prst="rect">
            <a:avLst/>
          </a:prstGeom>
        </p:spPr>
        <p:txBody>
          <a:bodyPr/>
          <a:lstStyle>
            <a:lvl1pPr marL="0" indent="0">
              <a:spcBef>
                <a:spcPts val="600"/>
              </a:spcBef>
              <a:buClrTx/>
              <a:buSzTx/>
              <a:buFontTx/>
              <a:buNone/>
              <a:defRPr sz="1500"/>
            </a:lvl1pPr>
            <a:lvl2pPr marL="0" indent="457200">
              <a:spcBef>
                <a:spcPts val="600"/>
              </a:spcBef>
              <a:buClrTx/>
              <a:buSzTx/>
              <a:buFontTx/>
              <a:buNone/>
              <a:defRPr sz="1500"/>
            </a:lvl2pPr>
            <a:lvl3pPr marL="0" indent="914400">
              <a:spcBef>
                <a:spcPts val="600"/>
              </a:spcBef>
              <a:buClrTx/>
              <a:buSzTx/>
              <a:buFontTx/>
              <a:buNone/>
              <a:defRPr sz="1500"/>
            </a:lvl3pPr>
            <a:lvl4pPr marL="0" indent="1371600">
              <a:spcBef>
                <a:spcPts val="600"/>
              </a:spcBef>
              <a:buClrTx/>
              <a:buSzTx/>
              <a:buFontTx/>
              <a:buNone/>
              <a:defRPr sz="1500"/>
            </a:lvl4pPr>
            <a:lvl5pPr marL="0" indent="1828800">
              <a:spcBef>
                <a:spcPts val="600"/>
              </a:spcBef>
              <a:buClrTx/>
              <a:buSzTx/>
              <a:buFontTx/>
              <a:buNone/>
              <a:defRPr sz="1500"/>
            </a:lvl5pPr>
          </a:lstStyle>
          <a:p>
            <a:pPr/>
            <a:r>
              <a:t>Body Level One</a:t>
            </a:r>
          </a:p>
          <a:p>
            <a:pPr lvl="1"/>
            <a:r>
              <a:t>Body Level Two</a:t>
            </a:r>
          </a:p>
          <a:p>
            <a:pPr lvl="2"/>
            <a:r>
              <a:t>Body Level Three</a:t>
            </a:r>
          </a:p>
          <a:p>
            <a:pPr lvl="3"/>
            <a:r>
              <a:t>Body Level Four</a:t>
            </a:r>
          </a:p>
          <a:p>
            <a:pPr lvl="4"/>
            <a:r>
              <a:t>Body Level Five</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Rectangle 6"/>
          <p:cNvSpPr/>
          <p:nvPr/>
        </p:nvSpPr>
        <p:spPr>
          <a:xfrm>
            <a:off x="1" y="6296018"/>
            <a:ext cx="12192001" cy="561982"/>
          </a:xfrm>
          <a:prstGeom prst="rect">
            <a:avLst/>
          </a:prstGeom>
          <a:solidFill>
            <a:srgbClr val="FFFF00"/>
          </a:solidFill>
          <a:ln w="12700">
            <a:miter lim="400000"/>
          </a:ln>
        </p:spPr>
        <p:txBody>
          <a:bodyPr lIns="45719" rIns="45719"/>
          <a:lstStyle/>
          <a:p>
            <a:pPr>
              <a:defRPr>
                <a:solidFill>
                  <a:srgbClr val="FFFFFF"/>
                </a:solidFill>
              </a:defRPr>
            </a:pPr>
          </a:p>
        </p:txBody>
      </p:sp>
      <p:sp>
        <p:nvSpPr>
          <p:cNvPr id="3" name="Straight Connector 9"/>
          <p:cNvSpPr/>
          <p:nvPr/>
        </p:nvSpPr>
        <p:spPr>
          <a:xfrm>
            <a:off x="1193532" y="1737845"/>
            <a:ext cx="9966960" cy="1"/>
          </a:xfrm>
          <a:prstGeom prst="line">
            <a:avLst/>
          </a:prstGeom>
          <a:ln w="6350">
            <a:solidFill>
              <a:srgbClr val="FFFFFF"/>
            </a:solidFill>
          </a:ln>
        </p:spPr>
        <p:txBody>
          <a:bodyPr lIns="45719" rIns="45719"/>
          <a:lstStyle/>
          <a:p>
            <a:pPr>
              <a:defRPr>
                <a:solidFill>
                  <a:srgbClr val="FFFFFF"/>
                </a:solidFill>
              </a:defRPr>
            </a:pPr>
          </a:p>
        </p:txBody>
      </p:sp>
      <p:pic>
        <p:nvPicPr>
          <p:cNvPr id="4" name="Picture 2" descr="Picture 2"/>
          <p:cNvPicPr>
            <a:picLocks noChangeAspect="1"/>
          </p:cNvPicPr>
          <p:nvPr/>
        </p:nvPicPr>
        <p:blipFill>
          <a:blip r:embed="rId2">
            <a:extLst/>
          </a:blip>
          <a:stretch>
            <a:fillRect/>
          </a:stretch>
        </p:blipFill>
        <p:spPr>
          <a:xfrm>
            <a:off x="-3145" y="6296018"/>
            <a:ext cx="621212" cy="561982"/>
          </a:xfrm>
          <a:prstGeom prst="rect">
            <a:avLst/>
          </a:prstGeom>
          <a:ln w="12700">
            <a:miter lim="400000"/>
          </a:ln>
        </p:spPr>
      </p:pic>
      <p:sp>
        <p:nvSpPr>
          <p:cNvPr id="5" name="Rectangle 11"/>
          <p:cNvSpPr txBox="1"/>
          <p:nvPr/>
        </p:nvSpPr>
        <p:spPr>
          <a:xfrm>
            <a:off x="1079765" y="6392343"/>
            <a:ext cx="182489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Dr. Oybek Eraliyev</a:t>
            </a:r>
          </a:p>
        </p:txBody>
      </p:sp>
      <p:sp>
        <p:nvSpPr>
          <p:cNvPr id="6" name="Rectangle 12"/>
          <p:cNvSpPr txBox="1"/>
          <p:nvPr/>
        </p:nvSpPr>
        <p:spPr>
          <a:xfrm>
            <a:off x="4318656" y="6392343"/>
            <a:ext cx="354207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Class: Artificial Intelligence SOC4040</a:t>
            </a:r>
          </a:p>
        </p:txBody>
      </p:sp>
      <p:sp>
        <p:nvSpPr>
          <p:cNvPr id="7" name="Title Text"/>
          <p:cNvSpPr txBox="1"/>
          <p:nvPr>
            <p:ph type="title"/>
          </p:nvPr>
        </p:nvSpPr>
        <p:spPr>
          <a:xfrm>
            <a:off x="1097280" y="286603"/>
            <a:ext cx="10058401" cy="1450757"/>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Title Text</a:t>
            </a:r>
          </a:p>
        </p:txBody>
      </p:sp>
      <p:sp>
        <p:nvSpPr>
          <p:cNvPr id="8" name="Slide Number"/>
          <p:cNvSpPr txBox="1"/>
          <p:nvPr>
            <p:ph type="sldNum" sz="quarter" idx="2"/>
          </p:nvPr>
        </p:nvSpPr>
        <p:spPr>
          <a:xfrm>
            <a:off x="9900457" y="6459785"/>
            <a:ext cx="335867" cy="333088"/>
          </a:xfrm>
          <a:prstGeom prst="rect">
            <a:avLst/>
          </a:prstGeom>
          <a:ln w="12700">
            <a:miter lim="400000"/>
          </a:ln>
        </p:spPr>
        <p:txBody>
          <a:bodyPr wrap="none" lIns="45719" rIns="45719">
            <a:spAutoFit/>
          </a:bodyPr>
          <a:lstStyle/>
          <a:p>
            <a:pPr/>
            <a:fld id="{86CB4B4D-7CA3-9044-876B-883B54F8677D}" type="slidenum"/>
          </a:p>
        </p:txBody>
      </p:sp>
      <p:sp>
        <p:nvSpPr>
          <p:cNvPr id="9" name="Body Level One…"/>
          <p:cNvSpPr txBox="1"/>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1pPr>
      <a:lvl2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2pPr>
      <a:lvl3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3pPr>
      <a:lvl4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4pPr>
      <a:lvl5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5pPr>
      <a:lvl6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6pPr>
      <a:lvl7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7pPr>
      <a:lvl8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8pPr>
      <a:lvl9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FFFFFF"/>
          </a:solidFill>
          <a:uFillTx/>
          <a:latin typeface="Calibri Light"/>
          <a:ea typeface="Calibri Light"/>
          <a:cs typeface="Calibri Light"/>
          <a:sym typeface="Calibri Light"/>
        </a:defRPr>
      </a:lvl9pPr>
    </p:titleStyle>
    <p:bodyStyle>
      <a:lvl1pPr marL="91439" marR="0" indent="-91439" algn="l" defTabSz="914400" rtl="0" latinLnBrk="0">
        <a:lnSpc>
          <a:spcPct val="90000"/>
        </a:lnSpc>
        <a:spcBef>
          <a:spcPts val="1200"/>
        </a:spcBef>
        <a:spcAft>
          <a:spcPts val="0"/>
        </a:spcAft>
        <a:buClr>
          <a:schemeClr val="accent1"/>
        </a:buClr>
        <a:buSzPct val="100000"/>
        <a:buFont typeface="Calibri"/>
        <a:buChar char=" "/>
        <a:tabLst/>
        <a:defRPr b="0" baseline="0" cap="none" i="0" spc="0" strike="noStrike" sz="2000" u="none">
          <a:solidFill>
            <a:srgbClr val="FFFFFF"/>
          </a:solidFill>
          <a:uFillTx/>
          <a:latin typeface="+mn-lt"/>
          <a:ea typeface="+mn-ea"/>
          <a:cs typeface="+mn-cs"/>
          <a:sym typeface="Calibri"/>
        </a:defRPr>
      </a:lvl1pPr>
      <a:lvl2pPr marL="404368" marR="0" indent="-203200"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2pPr>
      <a:lvl3pPr marL="64530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3pPr>
      <a:lvl4pPr marL="82818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4pPr>
      <a:lvl5pPr marL="101106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5pPr>
      <a:lvl6pPr marL="11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6pPr>
      <a:lvl7pPr marL="13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7pPr>
      <a:lvl8pPr marL="15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8pPr>
      <a:lvl9pPr marL="17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FFFFFF"/>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1.png"/><Relationship Id="rId4" Type="http://schemas.openxmlformats.org/officeDocument/2006/relationships/image" Target="../media/image3.jpeg"/><Relationship Id="rId5" Type="http://schemas.openxmlformats.org/officeDocument/2006/relationships/image" Target="../media/image2.png"/><Relationship Id="rId6"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lide Number Placeholder 2"/>
          <p:cNvSpPr txBox="1"/>
          <p:nvPr>
            <p:ph type="sldNum" sz="quarter" idx="2"/>
          </p:nvPr>
        </p:nvSpPr>
        <p:spPr>
          <a:xfrm>
            <a:off x="9900457" y="64597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8" name="Title 1"/>
          <p:cNvSpPr txBox="1"/>
          <p:nvPr>
            <p:ph type="ctrTitle"/>
          </p:nvPr>
        </p:nvSpPr>
        <p:spPr>
          <a:xfrm>
            <a:off x="1750907" y="791652"/>
            <a:ext cx="8690186" cy="2057401"/>
          </a:xfrm>
          <a:prstGeom prst="rect">
            <a:avLst/>
          </a:prstGeom>
        </p:spPr>
        <p:txBody>
          <a:bodyPr/>
          <a:lstStyle>
            <a:lvl1pPr algn="ctr" defTabSz="813816">
              <a:defRPr spc="-89" sz="6408">
                <a:latin typeface="Cambria Math"/>
                <a:ea typeface="Cambria Math"/>
                <a:cs typeface="Cambria Math"/>
                <a:sym typeface="Cambria Math"/>
              </a:defRPr>
            </a:lvl1pPr>
          </a:lstStyle>
          <a:p>
            <a:pPr/>
            <a:r>
              <a:t>Intro to Machine Learning: Linear Regression </a:t>
            </a:r>
          </a:p>
        </p:txBody>
      </p:sp>
      <p:sp>
        <p:nvSpPr>
          <p:cNvPr id="119" name="Subtitle 2"/>
          <p:cNvSpPr txBox="1"/>
          <p:nvPr>
            <p:ph type="subTitle" sz="quarter" idx="1"/>
          </p:nvPr>
        </p:nvSpPr>
        <p:spPr>
          <a:xfrm>
            <a:off x="2212532" y="3742509"/>
            <a:ext cx="7766936" cy="2057401"/>
          </a:xfrm>
          <a:prstGeom prst="rect">
            <a:avLst/>
          </a:prstGeom>
        </p:spPr>
        <p:txBody>
          <a:bodyPr/>
          <a:lstStyle/>
          <a:p>
            <a:pPr algn="ctr">
              <a:lnSpc>
                <a:spcPct val="72000"/>
              </a:lnSpc>
              <a:defRPr spc="100" sz="600"/>
            </a:pPr>
            <a:r>
              <a:t> </a:t>
            </a:r>
            <a:endParaRPr spc="200"/>
          </a:p>
          <a:p>
            <a:pPr algn="ctr">
              <a:lnSpc>
                <a:spcPct val="72000"/>
              </a:lnSpc>
              <a:defRPr b="1" cap="none" spc="100">
                <a:solidFill>
                  <a:srgbClr val="FFFFFF"/>
                </a:solidFill>
                <a:latin typeface="+mn-lt"/>
                <a:ea typeface="+mn-ea"/>
                <a:cs typeface="+mn-cs"/>
                <a:sym typeface="Calibri"/>
              </a:defRPr>
            </a:pPr>
            <a:r>
              <a:t>Dr. Oybek Eraliev,</a:t>
            </a:r>
            <a:endParaRPr spc="200" sz="600"/>
          </a:p>
          <a:p>
            <a:pPr algn="ctr">
              <a:lnSpc>
                <a:spcPct val="72000"/>
              </a:lnSpc>
              <a:defRPr b="1" cap="none" spc="100">
                <a:solidFill>
                  <a:srgbClr val="FFFFFF"/>
                </a:solidFill>
                <a:latin typeface="+mn-lt"/>
                <a:ea typeface="+mn-ea"/>
                <a:cs typeface="+mn-cs"/>
                <a:sym typeface="Calibri"/>
              </a:defRPr>
            </a:pPr>
            <a:r>
              <a:t>Department of Computer Engineering</a:t>
            </a:r>
            <a:endParaRPr spc="200" sz="600"/>
          </a:p>
          <a:p>
            <a:pPr algn="ctr">
              <a:lnSpc>
                <a:spcPct val="72000"/>
              </a:lnSpc>
              <a:defRPr b="1" cap="none" spc="100">
                <a:solidFill>
                  <a:srgbClr val="FFFFFF"/>
                </a:solidFill>
                <a:latin typeface="+mn-lt"/>
                <a:ea typeface="+mn-ea"/>
                <a:cs typeface="+mn-cs"/>
                <a:sym typeface="Calibri"/>
              </a:defRPr>
            </a:pPr>
            <a:r>
              <a:t>Inha University In Tashkent.</a:t>
            </a:r>
            <a:endParaRPr spc="200" sz="600"/>
          </a:p>
          <a:p>
            <a:pPr algn="ctr">
              <a:lnSpc>
                <a:spcPct val="72000"/>
              </a:lnSpc>
              <a:defRPr b="1" cap="none" spc="100">
                <a:solidFill>
                  <a:srgbClr val="FFFFFF"/>
                </a:solidFill>
                <a:latin typeface="+mn-lt"/>
                <a:ea typeface="+mn-ea"/>
                <a:cs typeface="+mn-cs"/>
                <a:sym typeface="Calibri"/>
              </a:defRPr>
            </a:pPr>
            <a:r>
              <a:t>Email: </a:t>
            </a:r>
            <a:r>
              <a:rPr>
                <a:solidFill>
                  <a:srgbClr val="00B0F0"/>
                </a:solidFill>
              </a:rPr>
              <a:t>oybekeraliev7@gmail.com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itle 1"/>
          <p:cNvSpPr txBox="1"/>
          <p:nvPr>
            <p:ph type="title"/>
          </p:nvPr>
        </p:nvSpPr>
        <p:spPr>
          <a:xfrm>
            <a:off x="1097280" y="286603"/>
            <a:ext cx="10058401" cy="702304"/>
          </a:xfrm>
          <a:prstGeom prst="rect">
            <a:avLst/>
          </a:prstGeom>
        </p:spPr>
        <p:txBody>
          <a:bodyPr/>
          <a:lstStyle>
            <a:lvl1pPr>
              <a:defRPr b="1" spc="-100" sz="4300">
                <a:solidFill>
                  <a:srgbClr val="FFFF00"/>
                </a:solidFill>
                <a:latin typeface="+mn-lt"/>
                <a:ea typeface="+mn-ea"/>
                <a:cs typeface="+mn-cs"/>
                <a:sym typeface="Calibri"/>
              </a:defRPr>
            </a:lvl1pPr>
          </a:lstStyle>
          <a:p>
            <a:pPr/>
            <a:r>
              <a:t>Content</a:t>
            </a:r>
          </a:p>
        </p:txBody>
      </p:sp>
      <p:sp>
        <p:nvSpPr>
          <p:cNvPr id="122" name="Slide Number Placeholder 3"/>
          <p:cNvSpPr txBox="1"/>
          <p:nvPr>
            <p:ph type="sldNum" sz="quarter" idx="2"/>
          </p:nvPr>
        </p:nvSpPr>
        <p:spPr>
          <a:xfrm>
            <a:off x="9900457" y="64597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3" name="Content Placeholder 8"/>
          <p:cNvSpPr txBox="1"/>
          <p:nvPr>
            <p:ph type="body" idx="1"/>
          </p:nvPr>
        </p:nvSpPr>
        <p:spPr>
          <a:xfrm>
            <a:off x="1097280" y="1829901"/>
            <a:ext cx="10058401" cy="4057090"/>
          </a:xfrm>
          <a:prstGeom prst="rect">
            <a:avLst/>
          </a:prstGeom>
        </p:spPr>
        <p:txBody>
          <a:bodyPr/>
          <a:lstStyle/>
          <a:p>
            <a:pPr>
              <a:lnSpc>
                <a:spcPct val="100000"/>
              </a:lnSpc>
              <a:buFontTx/>
              <a:buChar char="➢"/>
              <a:defRPr b="1" sz="2800"/>
            </a:pPr>
            <a:r>
              <a:t>What is Machine Learning?</a:t>
            </a:r>
          </a:p>
          <a:p>
            <a:pPr>
              <a:lnSpc>
                <a:spcPct val="100000"/>
              </a:lnSpc>
              <a:buFontTx/>
              <a:buChar char="➢"/>
              <a:defRPr b="1" sz="2800"/>
            </a:pPr>
            <a:r>
              <a:t>Supervised Learning </a:t>
            </a:r>
          </a:p>
          <a:p>
            <a:pPr>
              <a:lnSpc>
                <a:spcPct val="100000"/>
              </a:lnSpc>
              <a:buFontTx/>
              <a:buChar char="➢"/>
              <a:defRPr b="1" sz="2800"/>
            </a:pPr>
            <a:r>
              <a:t>Unsupervised Learning</a:t>
            </a:r>
          </a:p>
          <a:p>
            <a:pPr>
              <a:lnSpc>
                <a:spcPct val="100000"/>
              </a:lnSpc>
              <a:buFontTx/>
              <a:buChar char="➢"/>
              <a:defRPr b="1" sz="2800"/>
            </a:pPr>
            <a:r>
              <a:t>Linear Regression with One Variable</a:t>
            </a:r>
          </a:p>
          <a:p>
            <a:pPr>
              <a:lnSpc>
                <a:spcPct val="100000"/>
              </a:lnSpc>
              <a:buFontTx/>
              <a:buChar char="➢"/>
              <a:defRPr b="1" sz="2800"/>
            </a:pPr>
            <a:r>
              <a:t>Linear Regression with Multiple Variables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23">
                                            <p:bg/>
                                          </p:spTgt>
                                        </p:tgtEl>
                                        <p:attrNameLst>
                                          <p:attrName>style.visibility</p:attrName>
                                        </p:attrNameLst>
                                      </p:cBhvr>
                                      <p:to>
                                        <p:strVal val="visible"/>
                                      </p:to>
                                    </p:set>
                                    <p:animEffect filter="wipe(left)" transition="in">
                                      <p:cBhvr>
                                        <p:cTn id="7" dur="1000"/>
                                        <p:tgtEl>
                                          <p:spTgt spid="123">
                                            <p:bg/>
                                          </p:spTgt>
                                        </p:tgtEl>
                                      </p:cBhvr>
                                    </p:animEffect>
                                  </p:childTnLst>
                                </p:cTn>
                              </p:par>
                              <p:par>
                                <p:cTn id="8" presetClass="entr" nodeType="withEffect" presetSubtype="8" presetID="22" grpId="1" fill="hold">
                                  <p:stCondLst>
                                    <p:cond delay="0"/>
                                  </p:stCondLst>
                                  <p:iterate type="el" backwards="0">
                                    <p:tmAbs val="0"/>
                                  </p:iterate>
                                  <p:childTnLst>
                                    <p:set>
                                      <p:cBhvr>
                                        <p:cTn id="9" fill="hold"/>
                                        <p:tgtEl>
                                          <p:spTgt spid="123">
                                            <p:txEl>
                                              <p:pRg st="0" end="0"/>
                                            </p:txEl>
                                          </p:spTgt>
                                        </p:tgtEl>
                                        <p:attrNameLst>
                                          <p:attrName>style.visibility</p:attrName>
                                        </p:attrNameLst>
                                      </p:cBhvr>
                                      <p:to>
                                        <p:strVal val="visible"/>
                                      </p:to>
                                    </p:set>
                                    <p:animEffect filter="wipe(left)" transition="in">
                                      <p:cBhvr>
                                        <p:cTn id="10" dur="1000"/>
                                        <p:tgtEl>
                                          <p:spTgt spid="12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8" presetID="22" grpId="1" fill="hold">
                                  <p:stCondLst>
                                    <p:cond delay="0"/>
                                  </p:stCondLst>
                                  <p:iterate type="el" backwards="0">
                                    <p:tmAbs val="0"/>
                                  </p:iterate>
                                  <p:childTnLst>
                                    <p:set>
                                      <p:cBhvr>
                                        <p:cTn id="14" fill="hold"/>
                                        <p:tgtEl>
                                          <p:spTgt spid="123">
                                            <p:txEl>
                                              <p:pRg st="1" end="1"/>
                                            </p:txEl>
                                          </p:spTgt>
                                        </p:tgtEl>
                                        <p:attrNameLst>
                                          <p:attrName>style.visibility</p:attrName>
                                        </p:attrNameLst>
                                      </p:cBhvr>
                                      <p:to>
                                        <p:strVal val="visible"/>
                                      </p:to>
                                    </p:set>
                                    <p:animEffect filter="wipe(left)" transition="in">
                                      <p:cBhvr>
                                        <p:cTn id="15" dur="1000"/>
                                        <p:tgtEl>
                                          <p:spTgt spid="12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8" presetID="22" grpId="1" fill="hold">
                                  <p:stCondLst>
                                    <p:cond delay="0"/>
                                  </p:stCondLst>
                                  <p:iterate type="el" backwards="0">
                                    <p:tmAbs val="0"/>
                                  </p:iterate>
                                  <p:childTnLst>
                                    <p:set>
                                      <p:cBhvr>
                                        <p:cTn id="19" fill="hold"/>
                                        <p:tgtEl>
                                          <p:spTgt spid="123">
                                            <p:txEl>
                                              <p:pRg st="2" end="2"/>
                                            </p:txEl>
                                          </p:spTgt>
                                        </p:tgtEl>
                                        <p:attrNameLst>
                                          <p:attrName>style.visibility</p:attrName>
                                        </p:attrNameLst>
                                      </p:cBhvr>
                                      <p:to>
                                        <p:strVal val="visible"/>
                                      </p:to>
                                    </p:set>
                                    <p:animEffect filter="wipe(left)" transition="in">
                                      <p:cBhvr>
                                        <p:cTn id="20" dur="1000"/>
                                        <p:tgtEl>
                                          <p:spTgt spid="12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2" grpId="1" fill="hold">
                                  <p:stCondLst>
                                    <p:cond delay="0"/>
                                  </p:stCondLst>
                                  <p:iterate type="el" backwards="0">
                                    <p:tmAbs val="0"/>
                                  </p:iterate>
                                  <p:childTnLst>
                                    <p:set>
                                      <p:cBhvr>
                                        <p:cTn id="24" fill="hold"/>
                                        <p:tgtEl>
                                          <p:spTgt spid="123">
                                            <p:txEl>
                                              <p:pRg st="3" end="3"/>
                                            </p:txEl>
                                          </p:spTgt>
                                        </p:tgtEl>
                                        <p:attrNameLst>
                                          <p:attrName>style.visibility</p:attrName>
                                        </p:attrNameLst>
                                      </p:cBhvr>
                                      <p:to>
                                        <p:strVal val="visible"/>
                                      </p:to>
                                    </p:set>
                                    <p:animEffect filter="wipe(left)" transition="in">
                                      <p:cBhvr>
                                        <p:cTn id="25" dur="1000"/>
                                        <p:tgtEl>
                                          <p:spTgt spid="12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Subtype="8" presetID="22" grpId="1" fill="hold">
                                  <p:stCondLst>
                                    <p:cond delay="0"/>
                                  </p:stCondLst>
                                  <p:iterate type="el" backwards="0">
                                    <p:tmAbs val="0"/>
                                  </p:iterate>
                                  <p:childTnLst>
                                    <p:set>
                                      <p:cBhvr>
                                        <p:cTn id="29" fill="hold"/>
                                        <p:tgtEl>
                                          <p:spTgt spid="123">
                                            <p:txEl>
                                              <p:pRg st="4" end="4"/>
                                            </p:txEl>
                                          </p:spTgt>
                                        </p:tgtEl>
                                        <p:attrNameLst>
                                          <p:attrName>style.visibility</p:attrName>
                                        </p:attrNameLst>
                                      </p:cBhvr>
                                      <p:to>
                                        <p:strVal val="visible"/>
                                      </p:to>
                                    </p:set>
                                    <p:animEffect filter="wipe(left)" transition="in">
                                      <p:cBhvr>
                                        <p:cTn id="30" dur="1000"/>
                                        <p:tgtEl>
                                          <p:spTgt spid="12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23"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xfrm>
            <a:off x="1055369" y="261124"/>
            <a:ext cx="10515601" cy="854076"/>
          </a:xfrm>
          <a:prstGeom prst="rect">
            <a:avLst/>
          </a:prstGeom>
        </p:spPr>
        <p:txBody>
          <a:bodyPr/>
          <a:lstStyle>
            <a:lvl1pPr>
              <a:defRPr b="1" spc="-100" sz="4400">
                <a:solidFill>
                  <a:srgbClr val="FFFF00"/>
                </a:solidFill>
                <a:latin typeface="+mn-lt"/>
                <a:ea typeface="+mn-ea"/>
                <a:cs typeface="+mn-cs"/>
                <a:sym typeface="Calibri"/>
              </a:defRPr>
            </a:lvl1pPr>
          </a:lstStyle>
          <a:p>
            <a:pPr/>
            <a:r>
              <a:t>What is Machine Learning?</a:t>
            </a:r>
          </a:p>
        </p:txBody>
      </p:sp>
      <p:sp>
        <p:nvSpPr>
          <p:cNvPr id="126"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27" name="Content Placeholder 7"/>
          <p:cNvSpPr txBox="1"/>
          <p:nvPr>
            <p:ph type="body" idx="1"/>
          </p:nvPr>
        </p:nvSpPr>
        <p:spPr>
          <a:xfrm>
            <a:off x="1047201" y="1855428"/>
            <a:ext cx="10337076" cy="4023360"/>
          </a:xfrm>
          <a:prstGeom prst="rect">
            <a:avLst/>
          </a:prstGeom>
        </p:spPr>
        <p:txBody>
          <a:bodyPr/>
          <a:lstStyle/>
          <a:p>
            <a:pPr marL="0" indent="0">
              <a:buSzTx/>
              <a:buNone/>
              <a:defRPr sz="2400">
                <a:solidFill>
                  <a:srgbClr val="FFFC00"/>
                </a:solidFill>
                <a:latin typeface="Cambria Math"/>
                <a:ea typeface="Cambria Math"/>
                <a:cs typeface="Cambria Math"/>
                <a:sym typeface="Cambria Math"/>
              </a:defRPr>
            </a:pPr>
            <a:r>
              <a:t>Machine Learning (ML) </a:t>
            </a:r>
            <a:r>
              <a:rPr>
                <a:solidFill>
                  <a:srgbClr val="FFFFFF"/>
                </a:solidFill>
              </a:rPr>
              <a:t>– the use and development of computer systems that are able to learn and adapt without following explicit instructions, by using algorithms and statistical models to analyse and draw inferences from patterns in data.</a:t>
            </a:r>
            <a:endParaRPr>
              <a:solidFill>
                <a:srgbClr val="FFFFFF"/>
              </a:solidFill>
            </a:endParaRPr>
          </a:p>
          <a:p>
            <a:pPr marL="0" indent="0">
              <a:buSzTx/>
              <a:buNone/>
              <a:defRPr sz="2400">
                <a:latin typeface="Cambria Math"/>
                <a:ea typeface="Cambria Math"/>
                <a:cs typeface="Cambria Math"/>
                <a:sym typeface="Cambria Math"/>
              </a:defRPr>
            </a:pPr>
          </a:p>
          <a:p>
            <a:pPr marL="0" indent="0">
              <a:buSzTx/>
              <a:buNone/>
              <a:defRPr sz="2400">
                <a:solidFill>
                  <a:srgbClr val="FFFC00"/>
                </a:solidFill>
                <a:latin typeface="Cambria Math"/>
                <a:ea typeface="Cambria Math"/>
                <a:cs typeface="Cambria Math"/>
                <a:sym typeface="Cambria Math"/>
              </a:defRPr>
            </a:pPr>
            <a:r>
              <a:t>Machine Learning (ML) </a:t>
            </a:r>
            <a:r>
              <a:rPr>
                <a:solidFill>
                  <a:srgbClr val="FFFFFF"/>
                </a:solidFill>
              </a:rPr>
              <a:t>– Field of study that gives computers the ability to learn without being explicitly programmed. Arthur Samuel (1959).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27">
                                            <p:bg/>
                                          </p:spTgt>
                                        </p:tgtEl>
                                        <p:attrNameLst>
                                          <p:attrName>style.visibility</p:attrName>
                                        </p:attrNameLst>
                                      </p:cBhvr>
                                      <p:to>
                                        <p:strVal val="visible"/>
                                      </p:to>
                                    </p:set>
                                    <p:animEffect filter="wipe(left)" transition="in">
                                      <p:cBhvr>
                                        <p:cTn id="7" dur="1000"/>
                                        <p:tgtEl>
                                          <p:spTgt spid="127">
                                            <p:bg/>
                                          </p:spTgt>
                                        </p:tgtEl>
                                      </p:cBhvr>
                                    </p:animEffect>
                                  </p:childTnLst>
                                </p:cTn>
                              </p:par>
                              <p:par>
                                <p:cTn id="8" presetClass="entr" nodeType="withEffect" presetSubtype="8" presetID="22" grpId="1" fill="hold">
                                  <p:stCondLst>
                                    <p:cond delay="0"/>
                                  </p:stCondLst>
                                  <p:iterate type="el" backwards="0">
                                    <p:tmAbs val="0"/>
                                  </p:iterate>
                                  <p:childTnLst>
                                    <p:set>
                                      <p:cBhvr>
                                        <p:cTn id="9" fill="hold"/>
                                        <p:tgtEl>
                                          <p:spTgt spid="127">
                                            <p:txEl>
                                              <p:pRg st="0" end="0"/>
                                            </p:txEl>
                                          </p:spTgt>
                                        </p:tgtEl>
                                        <p:attrNameLst>
                                          <p:attrName>style.visibility</p:attrName>
                                        </p:attrNameLst>
                                      </p:cBhvr>
                                      <p:to>
                                        <p:strVal val="visible"/>
                                      </p:to>
                                    </p:set>
                                    <p:animEffect filter="wipe(left)" transition="in">
                                      <p:cBhvr>
                                        <p:cTn id="10" dur="1000"/>
                                        <p:tgtEl>
                                          <p:spTgt spid="127">
                                            <p:txEl>
                                              <p:pRg st="0" end="0"/>
                                            </p:txEl>
                                          </p:spTgt>
                                        </p:tgtEl>
                                      </p:cBhvr>
                                    </p:animEffect>
                                  </p:childTnLst>
                                </p:cTn>
                              </p:par>
                            </p:childTnLst>
                          </p:cTn>
                        </p:par>
                        <p:par>
                          <p:cTn id="11" fill="hold">
                            <p:stCondLst>
                              <p:cond delay="1000"/>
                            </p:stCondLst>
                            <p:childTnLst>
                              <p:par>
                                <p:cTn id="12" presetClass="entr" nodeType="afterEffect" presetSubtype="8" presetID="22" grpId="1" fill="hold">
                                  <p:stCondLst>
                                    <p:cond delay="0"/>
                                  </p:stCondLst>
                                  <p:iterate type="el" backwards="0">
                                    <p:tmAbs val="0"/>
                                  </p:iterate>
                                  <p:childTnLst>
                                    <p:set>
                                      <p:cBhvr>
                                        <p:cTn id="13" fill="hold"/>
                                        <p:tgtEl>
                                          <p:spTgt spid="127">
                                            <p:txEl>
                                              <p:pRg st="1" end="1"/>
                                            </p:txEl>
                                          </p:spTgt>
                                        </p:tgtEl>
                                        <p:attrNameLst>
                                          <p:attrName>style.visibility</p:attrName>
                                        </p:attrNameLst>
                                      </p:cBhvr>
                                      <p:to>
                                        <p:strVal val="visible"/>
                                      </p:to>
                                    </p:set>
                                    <p:animEffect filter="wipe(left)" transition="in">
                                      <p:cBhvr>
                                        <p:cTn id="14" dur="1000"/>
                                        <p:tgtEl>
                                          <p:spTgt spid="12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2" grpId="1" fill="hold">
                                  <p:stCondLst>
                                    <p:cond delay="0"/>
                                  </p:stCondLst>
                                  <p:iterate type="el" backwards="0">
                                    <p:tmAbs val="0"/>
                                  </p:iterate>
                                  <p:childTnLst>
                                    <p:set>
                                      <p:cBhvr>
                                        <p:cTn id="18" fill="hold"/>
                                        <p:tgtEl>
                                          <p:spTgt spid="127">
                                            <p:txEl>
                                              <p:pRg st="2" end="2"/>
                                            </p:txEl>
                                          </p:spTgt>
                                        </p:tgtEl>
                                        <p:attrNameLst>
                                          <p:attrName>style.visibility</p:attrName>
                                        </p:attrNameLst>
                                      </p:cBhvr>
                                      <p:to>
                                        <p:strVal val="visible"/>
                                      </p:to>
                                    </p:set>
                                    <p:animEffect filter="wipe(left)" transition="in">
                                      <p:cBhvr>
                                        <p:cTn id="19" dur="1000"/>
                                        <p:tgtEl>
                                          <p:spTgt spid="12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127"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Content Placeholder 2"/>
          <p:cNvSpPr txBox="1"/>
          <p:nvPr>
            <p:ph type="body" sz="quarter" idx="1"/>
          </p:nvPr>
        </p:nvSpPr>
        <p:spPr>
          <a:xfrm>
            <a:off x="1210917" y="2538115"/>
            <a:ext cx="3744688" cy="3258756"/>
          </a:xfrm>
          <a:prstGeom prst="rect">
            <a:avLst/>
          </a:prstGeom>
        </p:spPr>
        <p:txBody>
          <a:bodyPr/>
          <a:lstStyle/>
          <a:p>
            <a:pPr>
              <a:defRPr sz="2400"/>
            </a:pPr>
          </a:p>
          <a:p>
            <a:pPr>
              <a:defRPr sz="2400">
                <a:latin typeface="Cambria Math"/>
                <a:ea typeface="Cambria Math"/>
                <a:cs typeface="Cambria Math"/>
                <a:sym typeface="Cambria Math"/>
              </a:defRPr>
            </a:pPr>
            <a:r>
              <a:t>Machine Learning is a part of Artificial Intelligence.</a:t>
            </a:r>
          </a:p>
        </p:txBody>
      </p:sp>
      <p:sp>
        <p:nvSpPr>
          <p:cNvPr id="130"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31" name="Oval 7"/>
          <p:cNvSpPr/>
          <p:nvPr/>
        </p:nvSpPr>
        <p:spPr>
          <a:xfrm>
            <a:off x="6590179" y="1990353"/>
            <a:ext cx="4121241" cy="4179242"/>
          </a:xfrm>
          <a:prstGeom prst="ellipse">
            <a:avLst/>
          </a:prstGeom>
          <a:solidFill>
            <a:srgbClr val="0099CC"/>
          </a:solidFill>
          <a:ln w="15875">
            <a:solidFill>
              <a:srgbClr val="A6600D"/>
            </a:solidFill>
          </a:ln>
        </p:spPr>
        <p:txBody>
          <a:bodyPr lIns="45719" rIns="45719" anchor="ctr"/>
          <a:lstStyle/>
          <a:p>
            <a:pPr algn="ctr">
              <a:defRPr>
                <a:solidFill>
                  <a:srgbClr val="FFFFFF"/>
                </a:solidFill>
              </a:defRPr>
            </a:pPr>
          </a:p>
        </p:txBody>
      </p:sp>
      <p:sp>
        <p:nvSpPr>
          <p:cNvPr id="132" name="Oval 12"/>
          <p:cNvSpPr/>
          <p:nvPr/>
        </p:nvSpPr>
        <p:spPr>
          <a:xfrm>
            <a:off x="6907858" y="2748781"/>
            <a:ext cx="3485884" cy="3420812"/>
          </a:xfrm>
          <a:prstGeom prst="ellipse">
            <a:avLst/>
          </a:prstGeom>
          <a:solidFill>
            <a:srgbClr val="7030A0"/>
          </a:solidFill>
          <a:ln w="15875">
            <a:solidFill>
              <a:srgbClr val="A6600D"/>
            </a:solidFill>
          </a:ln>
        </p:spPr>
        <p:txBody>
          <a:bodyPr lIns="45719" rIns="45719" anchor="ctr"/>
          <a:lstStyle/>
          <a:p>
            <a:pPr algn="ctr">
              <a:defRPr>
                <a:solidFill>
                  <a:srgbClr val="FFFFFF"/>
                </a:solidFill>
              </a:defRPr>
            </a:pPr>
          </a:p>
        </p:txBody>
      </p:sp>
      <p:sp>
        <p:nvSpPr>
          <p:cNvPr id="133" name="Oval 13"/>
          <p:cNvSpPr/>
          <p:nvPr/>
        </p:nvSpPr>
        <p:spPr>
          <a:xfrm>
            <a:off x="7398329" y="3650301"/>
            <a:ext cx="2504943" cy="2519293"/>
          </a:xfrm>
          <a:prstGeom prst="ellipse">
            <a:avLst/>
          </a:prstGeom>
          <a:solidFill>
            <a:srgbClr val="002060"/>
          </a:solidFill>
          <a:ln w="15875">
            <a:solidFill>
              <a:srgbClr val="A6600D"/>
            </a:solidFill>
          </a:ln>
        </p:spPr>
        <p:txBody>
          <a:bodyPr lIns="45719" rIns="45719" anchor="ctr"/>
          <a:lstStyle/>
          <a:p>
            <a:pPr algn="ctr">
              <a:defRPr>
                <a:solidFill>
                  <a:srgbClr val="FFFFFF"/>
                </a:solidFill>
              </a:defRPr>
            </a:pPr>
          </a:p>
        </p:txBody>
      </p:sp>
      <p:sp>
        <p:nvSpPr>
          <p:cNvPr id="134" name="TextBox 9"/>
          <p:cNvSpPr txBox="1"/>
          <p:nvPr/>
        </p:nvSpPr>
        <p:spPr>
          <a:xfrm>
            <a:off x="7795710" y="1981946"/>
            <a:ext cx="1710177" cy="7607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FF"/>
                </a:solidFill>
              </a:defRPr>
            </a:pPr>
            <a:r>
              <a:t>Artificial </a:t>
            </a:r>
          </a:p>
          <a:p>
            <a:pPr algn="ctr">
              <a:defRPr b="1" sz="2400">
                <a:solidFill>
                  <a:srgbClr val="FFFFFF"/>
                </a:solidFill>
              </a:defRPr>
            </a:pPr>
            <a:r>
              <a:t>Intelligence</a:t>
            </a:r>
          </a:p>
        </p:txBody>
      </p:sp>
      <p:sp>
        <p:nvSpPr>
          <p:cNvPr id="135" name="TextBox 15"/>
          <p:cNvSpPr txBox="1"/>
          <p:nvPr/>
        </p:nvSpPr>
        <p:spPr>
          <a:xfrm>
            <a:off x="7510488" y="3137206"/>
            <a:ext cx="2360525"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FF"/>
                </a:solidFill>
              </a:defRPr>
            </a:lvl1pPr>
          </a:lstStyle>
          <a:p>
            <a:pPr/>
            <a:r>
              <a:t>Machine Learning</a:t>
            </a:r>
          </a:p>
        </p:txBody>
      </p:sp>
      <p:sp>
        <p:nvSpPr>
          <p:cNvPr id="136" name="TextBox 17"/>
          <p:cNvSpPr txBox="1"/>
          <p:nvPr/>
        </p:nvSpPr>
        <p:spPr>
          <a:xfrm>
            <a:off x="7730901" y="4459187"/>
            <a:ext cx="1923267"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FF"/>
                </a:solidFill>
              </a:defRPr>
            </a:lvl1pPr>
          </a:lstStyle>
          <a:p>
            <a:pPr/>
            <a:r>
              <a:t>Deep Learning</a:t>
            </a:r>
          </a:p>
        </p:txBody>
      </p:sp>
      <p:sp>
        <p:nvSpPr>
          <p:cNvPr id="137" name="Straight Connector 20"/>
          <p:cNvSpPr/>
          <p:nvPr/>
        </p:nvSpPr>
        <p:spPr>
          <a:xfrm>
            <a:off x="7398329" y="3083020"/>
            <a:ext cx="2604754" cy="1"/>
          </a:xfrm>
          <a:prstGeom prst="line">
            <a:avLst/>
          </a:prstGeom>
          <a:ln w="38100">
            <a:solidFill>
              <a:srgbClr val="FF0000"/>
            </a:solidFill>
          </a:ln>
        </p:spPr>
        <p:txBody>
          <a:bodyPr lIns="45719" rIns="45719"/>
          <a:lstStyle/>
          <a:p>
            <a:pPr>
              <a:defRPr>
                <a:solidFill>
                  <a:srgbClr val="FFFFFF"/>
                </a:solidFill>
              </a:defRPr>
            </a:pPr>
          </a:p>
        </p:txBody>
      </p:sp>
      <p:sp>
        <p:nvSpPr>
          <p:cNvPr id="138" name="Straight Connector 21"/>
          <p:cNvSpPr/>
          <p:nvPr/>
        </p:nvSpPr>
        <p:spPr>
          <a:xfrm>
            <a:off x="9986415" y="3073020"/>
            <a:ext cx="1" cy="536080"/>
          </a:xfrm>
          <a:prstGeom prst="line">
            <a:avLst/>
          </a:prstGeom>
          <a:ln w="38100">
            <a:solidFill>
              <a:srgbClr val="FF0000"/>
            </a:solidFill>
          </a:ln>
        </p:spPr>
        <p:txBody>
          <a:bodyPr lIns="45719" rIns="45719"/>
          <a:lstStyle/>
          <a:p>
            <a:pPr>
              <a:defRPr>
                <a:solidFill>
                  <a:srgbClr val="FFFFFF"/>
                </a:solidFill>
              </a:defRPr>
            </a:pPr>
          </a:p>
        </p:txBody>
      </p:sp>
      <p:sp>
        <p:nvSpPr>
          <p:cNvPr id="139" name="Straight Connector 22"/>
          <p:cNvSpPr/>
          <p:nvPr/>
        </p:nvSpPr>
        <p:spPr>
          <a:xfrm flipV="1">
            <a:off x="7398328" y="3598872"/>
            <a:ext cx="2604755" cy="10228"/>
          </a:xfrm>
          <a:prstGeom prst="line">
            <a:avLst/>
          </a:prstGeom>
          <a:ln w="38100">
            <a:solidFill>
              <a:srgbClr val="FF0000"/>
            </a:solidFill>
          </a:ln>
        </p:spPr>
        <p:txBody>
          <a:bodyPr lIns="45719" rIns="45719"/>
          <a:lstStyle/>
          <a:p>
            <a:pPr>
              <a:defRPr>
                <a:solidFill>
                  <a:srgbClr val="FFFFFF"/>
                </a:solidFill>
              </a:defRPr>
            </a:pPr>
          </a:p>
        </p:txBody>
      </p:sp>
      <p:sp>
        <p:nvSpPr>
          <p:cNvPr id="140" name="Straight Connector 23"/>
          <p:cNvSpPr/>
          <p:nvPr/>
        </p:nvSpPr>
        <p:spPr>
          <a:xfrm>
            <a:off x="7407851" y="3073020"/>
            <a:ext cx="1" cy="536080"/>
          </a:xfrm>
          <a:prstGeom prst="line">
            <a:avLst/>
          </a:prstGeom>
          <a:ln w="38100">
            <a:solidFill>
              <a:srgbClr val="FF0000"/>
            </a:solidFill>
          </a:ln>
        </p:spPr>
        <p:txBody>
          <a:bodyPr lIns="45719" rIns="45719"/>
          <a:lstStyle/>
          <a:p>
            <a:pPr>
              <a:defRPr>
                <a:solidFill>
                  <a:srgbClr val="FFFFFF"/>
                </a:solidFill>
              </a:defRPr>
            </a:pPr>
          </a:p>
        </p:txBody>
      </p:sp>
      <p:sp>
        <p:nvSpPr>
          <p:cNvPr id="141" name="Title 1"/>
          <p:cNvSpPr txBox="1"/>
          <p:nvPr/>
        </p:nvSpPr>
        <p:spPr>
          <a:xfrm>
            <a:off x="1143000" y="271688"/>
            <a:ext cx="10424160" cy="854076"/>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lvl1pPr>
              <a:lnSpc>
                <a:spcPct val="85000"/>
              </a:lnSpc>
              <a:defRPr b="1" spc="-100" sz="4400">
                <a:solidFill>
                  <a:srgbClr val="FFFF00"/>
                </a:solidFill>
              </a:defRPr>
            </a:lvl1pPr>
          </a:lstStyle>
          <a:p>
            <a:pPr/>
            <a:r>
              <a:t>What is Machine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29">
                                            <p:txEl>
                                              <p:pRg st="1" end="1"/>
                                            </p:txEl>
                                          </p:spTgt>
                                        </p:tgtEl>
                                        <p:attrNameLst>
                                          <p:attrName>style.visibility</p:attrName>
                                        </p:attrNameLst>
                                      </p:cBhvr>
                                      <p:to>
                                        <p:strVal val="visible"/>
                                      </p:to>
                                    </p:set>
                                    <p:animEffect filter="wipe(left)" transition="in">
                                      <p:cBhvr>
                                        <p:cTn id="7" dur="1250"/>
                                        <p:tgtEl>
                                          <p:spTgt spid="12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32" presetID="4" grpId="2" fill="hold">
                                  <p:stCondLst>
                                    <p:cond delay="0"/>
                                  </p:stCondLst>
                                  <p:iterate type="el" backwards="0">
                                    <p:tmAbs val="0"/>
                                  </p:iterate>
                                  <p:childTnLst>
                                    <p:set>
                                      <p:cBhvr>
                                        <p:cTn id="11" fill="hold"/>
                                        <p:tgtEl>
                                          <p:spTgt spid="131"/>
                                        </p:tgtEl>
                                        <p:attrNameLst>
                                          <p:attrName>style.visibility</p:attrName>
                                        </p:attrNameLst>
                                      </p:cBhvr>
                                      <p:to>
                                        <p:strVal val="visible"/>
                                      </p:to>
                                    </p:set>
                                    <p:animEffect filter="box(out)" transition="in">
                                      <p:cBhvr>
                                        <p:cTn id="12" dur="2000"/>
                                        <p:tgtEl>
                                          <p:spTgt spid="131"/>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34"/>
                                        </p:tgtEl>
                                        <p:attrNameLst>
                                          <p:attrName>style.visibility</p:attrName>
                                        </p:attrNameLst>
                                      </p:cBhvr>
                                      <p:to>
                                        <p:strVal val="visible"/>
                                      </p:to>
                                    </p:set>
                                    <p:animEffect filter="fade" transition="in">
                                      <p:cBhvr>
                                        <p:cTn id="17" dur="500"/>
                                        <p:tgtEl>
                                          <p:spTgt spid="13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32" presetID="4" grpId="4" fill="hold">
                                  <p:stCondLst>
                                    <p:cond delay="0"/>
                                  </p:stCondLst>
                                  <p:iterate type="el" backwards="0">
                                    <p:tmAbs val="0"/>
                                  </p:iterate>
                                  <p:childTnLst>
                                    <p:set>
                                      <p:cBhvr>
                                        <p:cTn id="21" fill="hold"/>
                                        <p:tgtEl>
                                          <p:spTgt spid="132"/>
                                        </p:tgtEl>
                                        <p:attrNameLst>
                                          <p:attrName>style.visibility</p:attrName>
                                        </p:attrNameLst>
                                      </p:cBhvr>
                                      <p:to>
                                        <p:strVal val="visible"/>
                                      </p:to>
                                    </p:set>
                                    <p:animEffect filter="box(out)" transition="in">
                                      <p:cBhvr>
                                        <p:cTn id="22" dur="2000"/>
                                        <p:tgtEl>
                                          <p:spTgt spid="13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35"/>
                                        </p:tgtEl>
                                        <p:attrNameLst>
                                          <p:attrName>style.visibility</p:attrName>
                                        </p:attrNameLst>
                                      </p:cBhvr>
                                      <p:to>
                                        <p:strVal val="visible"/>
                                      </p:to>
                                    </p:set>
                                    <p:animEffect filter="fade" transition="in">
                                      <p:cBhvr>
                                        <p:cTn id="27" dur="500"/>
                                        <p:tgtEl>
                                          <p:spTgt spid="13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32" presetID="4" grpId="6" fill="hold">
                                  <p:stCondLst>
                                    <p:cond delay="0"/>
                                  </p:stCondLst>
                                  <p:iterate type="el" backwards="0">
                                    <p:tmAbs val="0"/>
                                  </p:iterate>
                                  <p:childTnLst>
                                    <p:set>
                                      <p:cBhvr>
                                        <p:cTn id="31" fill="hold"/>
                                        <p:tgtEl>
                                          <p:spTgt spid="133"/>
                                        </p:tgtEl>
                                        <p:attrNameLst>
                                          <p:attrName>style.visibility</p:attrName>
                                        </p:attrNameLst>
                                      </p:cBhvr>
                                      <p:to>
                                        <p:strVal val="visible"/>
                                      </p:to>
                                    </p:set>
                                    <p:animEffect filter="box(out)" transition="in">
                                      <p:cBhvr>
                                        <p:cTn id="32" dur="2000"/>
                                        <p:tgtEl>
                                          <p:spTgt spid="133"/>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7" fill="hold">
                                  <p:stCondLst>
                                    <p:cond delay="0"/>
                                  </p:stCondLst>
                                  <p:iterate type="el" backwards="0">
                                    <p:tmAbs val="0"/>
                                  </p:iterate>
                                  <p:childTnLst>
                                    <p:set>
                                      <p:cBhvr>
                                        <p:cTn id="36" fill="hold"/>
                                        <p:tgtEl>
                                          <p:spTgt spid="136"/>
                                        </p:tgtEl>
                                        <p:attrNameLst>
                                          <p:attrName>style.visibility</p:attrName>
                                        </p:attrNameLst>
                                      </p:cBhvr>
                                      <p:to>
                                        <p:strVal val="visible"/>
                                      </p:to>
                                    </p:set>
                                    <p:animEffect filter="fade" transition="in">
                                      <p:cBhvr>
                                        <p:cTn id="37" dur="500"/>
                                        <p:tgtEl>
                                          <p:spTgt spid="136"/>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8" presetID="22" grpId="8" fill="hold">
                                  <p:stCondLst>
                                    <p:cond delay="0"/>
                                  </p:stCondLst>
                                  <p:iterate type="el" backwards="0">
                                    <p:tmAbs val="0"/>
                                  </p:iterate>
                                  <p:childTnLst>
                                    <p:set>
                                      <p:cBhvr>
                                        <p:cTn id="41" fill="hold"/>
                                        <p:tgtEl>
                                          <p:spTgt spid="137"/>
                                        </p:tgtEl>
                                        <p:attrNameLst>
                                          <p:attrName>style.visibility</p:attrName>
                                        </p:attrNameLst>
                                      </p:cBhvr>
                                      <p:to>
                                        <p:strVal val="visible"/>
                                      </p:to>
                                    </p:set>
                                    <p:animEffect filter="wipe(left)" transition="in">
                                      <p:cBhvr>
                                        <p:cTn id="42" dur="750"/>
                                        <p:tgtEl>
                                          <p:spTgt spid="137"/>
                                        </p:tgtEl>
                                      </p:cBhvr>
                                    </p:animEffect>
                                  </p:childTnLst>
                                </p:cTn>
                              </p:par>
                            </p:childTnLst>
                          </p:cTn>
                        </p:par>
                        <p:par>
                          <p:cTn id="43" fill="hold">
                            <p:stCondLst>
                              <p:cond delay="750"/>
                            </p:stCondLst>
                            <p:childTnLst>
                              <p:par>
                                <p:cTn id="44" presetClass="entr" nodeType="afterEffect" presetSubtype="1" presetID="22" grpId="9" fill="hold">
                                  <p:stCondLst>
                                    <p:cond delay="0"/>
                                  </p:stCondLst>
                                  <p:iterate type="el" backwards="0">
                                    <p:tmAbs val="0"/>
                                  </p:iterate>
                                  <p:childTnLst>
                                    <p:set>
                                      <p:cBhvr>
                                        <p:cTn id="45" fill="hold"/>
                                        <p:tgtEl>
                                          <p:spTgt spid="138"/>
                                        </p:tgtEl>
                                        <p:attrNameLst>
                                          <p:attrName>style.visibility</p:attrName>
                                        </p:attrNameLst>
                                      </p:cBhvr>
                                      <p:to>
                                        <p:strVal val="visible"/>
                                      </p:to>
                                    </p:set>
                                    <p:animEffect filter="wipe(up)" transition="in">
                                      <p:cBhvr>
                                        <p:cTn id="46" dur="750"/>
                                        <p:tgtEl>
                                          <p:spTgt spid="138"/>
                                        </p:tgtEl>
                                      </p:cBhvr>
                                    </p:animEffect>
                                  </p:childTnLst>
                                </p:cTn>
                              </p:par>
                            </p:childTnLst>
                          </p:cTn>
                        </p:par>
                        <p:par>
                          <p:cTn id="47" fill="hold">
                            <p:stCondLst>
                              <p:cond delay="1500"/>
                            </p:stCondLst>
                            <p:childTnLst>
                              <p:par>
                                <p:cTn id="48" presetClass="entr" nodeType="afterEffect" presetSubtype="2" presetID="22" grpId="10" fill="hold">
                                  <p:stCondLst>
                                    <p:cond delay="0"/>
                                  </p:stCondLst>
                                  <p:iterate type="el" backwards="0">
                                    <p:tmAbs val="0"/>
                                  </p:iterate>
                                  <p:childTnLst>
                                    <p:set>
                                      <p:cBhvr>
                                        <p:cTn id="49" fill="hold"/>
                                        <p:tgtEl>
                                          <p:spTgt spid="139"/>
                                        </p:tgtEl>
                                        <p:attrNameLst>
                                          <p:attrName>style.visibility</p:attrName>
                                        </p:attrNameLst>
                                      </p:cBhvr>
                                      <p:to>
                                        <p:strVal val="visible"/>
                                      </p:to>
                                    </p:set>
                                    <p:animEffect filter="wipe(right)" transition="in">
                                      <p:cBhvr>
                                        <p:cTn id="50" dur="750"/>
                                        <p:tgtEl>
                                          <p:spTgt spid="139"/>
                                        </p:tgtEl>
                                      </p:cBhvr>
                                    </p:animEffect>
                                  </p:childTnLst>
                                </p:cTn>
                              </p:par>
                            </p:childTnLst>
                          </p:cTn>
                        </p:par>
                        <p:par>
                          <p:cTn id="51" fill="hold">
                            <p:stCondLst>
                              <p:cond delay="2250"/>
                            </p:stCondLst>
                            <p:childTnLst>
                              <p:par>
                                <p:cTn id="52" presetClass="entr" nodeType="afterEffect" presetSubtype="4" presetID="22" grpId="11" fill="hold">
                                  <p:stCondLst>
                                    <p:cond delay="0"/>
                                  </p:stCondLst>
                                  <p:iterate type="el" backwards="0">
                                    <p:tmAbs val="0"/>
                                  </p:iterate>
                                  <p:childTnLst>
                                    <p:set>
                                      <p:cBhvr>
                                        <p:cTn id="53" fill="hold"/>
                                        <p:tgtEl>
                                          <p:spTgt spid="140"/>
                                        </p:tgtEl>
                                        <p:attrNameLst>
                                          <p:attrName>style.visibility</p:attrName>
                                        </p:attrNameLst>
                                      </p:cBhvr>
                                      <p:to>
                                        <p:strVal val="visible"/>
                                      </p:to>
                                    </p:set>
                                    <p:animEffect filter="wipe(down)" transition="in">
                                      <p:cBhvr>
                                        <p:cTn id="54" dur="75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3" grpId="6"/>
      <p:bldP build="whole" bldLvl="1" animBg="1" rev="0" advAuto="0" spid="136" grpId="7"/>
      <p:bldP build="whole" bldLvl="1" animBg="1" rev="0" advAuto="0" spid="134" grpId="3"/>
      <p:bldP build="whole" bldLvl="1" animBg="1" rev="0" advAuto="0" spid="132" grpId="4"/>
      <p:bldP build="whole" bldLvl="1" animBg="1" rev="0" advAuto="0" spid="137" grpId="8"/>
      <p:bldP build="whole" bldLvl="1" animBg="1" rev="0" advAuto="0" spid="138" grpId="9"/>
      <p:bldP build="whole" bldLvl="1" animBg="1" rev="0" advAuto="0" spid="139" grpId="10"/>
      <p:bldP build="whole" bldLvl="1" animBg="1" rev="0" advAuto="0" spid="140" grpId="11"/>
      <p:bldP build="p" bldLvl="1" animBg="1" rev="0" advAuto="0" spid="129" grpId="1"/>
      <p:bldP build="whole" bldLvl="1" animBg="1" rev="0" advAuto="0" spid="135" grpId="5"/>
      <p:bldP build="whole" bldLvl="1" animBg="1" rev="0" advAuto="0" spid="131"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44" name="TextBox 12"/>
          <p:cNvSpPr txBox="1"/>
          <p:nvPr/>
        </p:nvSpPr>
        <p:spPr>
          <a:xfrm>
            <a:off x="1311967" y="3113306"/>
            <a:ext cx="3309729" cy="4970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00"/>
                </a:solidFill>
              </a:defRPr>
            </a:lvl1pPr>
          </a:lstStyle>
          <a:p>
            <a:pPr/>
            <a:r>
              <a:t>Machine learning</a:t>
            </a:r>
          </a:p>
        </p:txBody>
      </p:sp>
      <p:sp>
        <p:nvSpPr>
          <p:cNvPr id="145" name="TextBox 14"/>
          <p:cNvSpPr txBox="1"/>
          <p:nvPr/>
        </p:nvSpPr>
        <p:spPr>
          <a:xfrm>
            <a:off x="5748787" y="1630230"/>
            <a:ext cx="3969689"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defRPr>
            </a:lvl1pPr>
          </a:lstStyle>
          <a:p>
            <a:pPr/>
            <a:r>
              <a:t>Supervised learning</a:t>
            </a:r>
          </a:p>
        </p:txBody>
      </p:sp>
      <p:sp>
        <p:nvSpPr>
          <p:cNvPr id="146" name="TextBox 16"/>
          <p:cNvSpPr txBox="1"/>
          <p:nvPr/>
        </p:nvSpPr>
        <p:spPr>
          <a:xfrm>
            <a:off x="5748787" y="2499037"/>
            <a:ext cx="3969689"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defRPr>
            </a:lvl1pPr>
          </a:lstStyle>
          <a:p>
            <a:pPr/>
            <a:r>
              <a:t>Unsupervised learning</a:t>
            </a:r>
          </a:p>
        </p:txBody>
      </p:sp>
      <p:sp>
        <p:nvSpPr>
          <p:cNvPr id="147" name="TextBox 18"/>
          <p:cNvSpPr txBox="1"/>
          <p:nvPr/>
        </p:nvSpPr>
        <p:spPr>
          <a:xfrm>
            <a:off x="5748788" y="3624933"/>
            <a:ext cx="3969689" cy="4447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defRPr>
            </a:lvl1pPr>
          </a:lstStyle>
          <a:p>
            <a:pPr/>
            <a:r>
              <a:t>Reinforcement learning</a:t>
            </a:r>
          </a:p>
        </p:txBody>
      </p:sp>
      <p:sp>
        <p:nvSpPr>
          <p:cNvPr id="148" name="TextBox 20"/>
          <p:cNvSpPr txBox="1"/>
          <p:nvPr/>
        </p:nvSpPr>
        <p:spPr>
          <a:xfrm>
            <a:off x="5748789" y="4634239"/>
            <a:ext cx="3969688"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solidFill>
                  <a:srgbClr val="FFFFFF"/>
                </a:solidFill>
              </a:defRPr>
            </a:lvl1pPr>
          </a:lstStyle>
          <a:p>
            <a:pPr/>
            <a:r>
              <a:t>Recommender system</a:t>
            </a:r>
          </a:p>
        </p:txBody>
      </p:sp>
      <p:sp>
        <p:nvSpPr>
          <p:cNvPr id="149" name="Straight Connector 24"/>
          <p:cNvSpPr/>
          <p:nvPr/>
        </p:nvSpPr>
        <p:spPr>
          <a:xfrm flipV="1">
            <a:off x="4667415" y="3405692"/>
            <a:ext cx="596348" cy="2"/>
          </a:xfrm>
          <a:prstGeom prst="line">
            <a:avLst/>
          </a:prstGeom>
          <a:ln w="38100">
            <a:solidFill>
              <a:srgbClr val="00B0F0"/>
            </a:solidFill>
          </a:ln>
        </p:spPr>
        <p:txBody>
          <a:bodyPr lIns="45719" rIns="45719"/>
          <a:lstStyle/>
          <a:p>
            <a:pPr>
              <a:defRPr>
                <a:solidFill>
                  <a:srgbClr val="FFFFFF"/>
                </a:solidFill>
              </a:defRPr>
            </a:pPr>
          </a:p>
        </p:txBody>
      </p:sp>
      <p:sp>
        <p:nvSpPr>
          <p:cNvPr id="150" name="Straight Connector 28"/>
          <p:cNvSpPr/>
          <p:nvPr/>
        </p:nvSpPr>
        <p:spPr>
          <a:xfrm flipV="1">
            <a:off x="5263762" y="1888744"/>
            <a:ext cx="1" cy="1540256"/>
          </a:xfrm>
          <a:prstGeom prst="line">
            <a:avLst/>
          </a:prstGeom>
          <a:ln w="38100">
            <a:solidFill>
              <a:srgbClr val="00B0F0"/>
            </a:solidFill>
          </a:ln>
        </p:spPr>
        <p:txBody>
          <a:bodyPr lIns="45719" rIns="45719"/>
          <a:lstStyle/>
          <a:p>
            <a:pPr>
              <a:defRPr>
                <a:solidFill>
                  <a:srgbClr val="FFFFFF"/>
                </a:solidFill>
              </a:defRPr>
            </a:pPr>
          </a:p>
        </p:txBody>
      </p:sp>
      <p:sp>
        <p:nvSpPr>
          <p:cNvPr id="151" name="Straight Connector 35"/>
          <p:cNvSpPr/>
          <p:nvPr/>
        </p:nvSpPr>
        <p:spPr>
          <a:xfrm>
            <a:off x="5263762" y="3405693"/>
            <a:ext cx="1" cy="513846"/>
          </a:xfrm>
          <a:prstGeom prst="line">
            <a:avLst/>
          </a:prstGeom>
          <a:ln w="38100">
            <a:solidFill>
              <a:srgbClr val="00B0F0"/>
            </a:solidFill>
          </a:ln>
        </p:spPr>
        <p:txBody>
          <a:bodyPr lIns="45719" rIns="45719"/>
          <a:lstStyle/>
          <a:p>
            <a:pPr>
              <a:defRPr>
                <a:solidFill>
                  <a:srgbClr val="FFFFFF"/>
                </a:solidFill>
              </a:defRPr>
            </a:pPr>
          </a:p>
        </p:txBody>
      </p:sp>
      <p:sp>
        <p:nvSpPr>
          <p:cNvPr id="152" name="Straight Arrow Connector 40"/>
          <p:cNvSpPr/>
          <p:nvPr/>
        </p:nvSpPr>
        <p:spPr>
          <a:xfrm>
            <a:off x="5249669" y="1888744"/>
            <a:ext cx="467493" cy="3098"/>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53" name="Straight Arrow Connector 45"/>
          <p:cNvSpPr/>
          <p:nvPr/>
        </p:nvSpPr>
        <p:spPr>
          <a:xfrm>
            <a:off x="5263762" y="2756125"/>
            <a:ext cx="467493" cy="3099"/>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54" name="Straight Arrow Connector 46"/>
          <p:cNvSpPr/>
          <p:nvPr/>
        </p:nvSpPr>
        <p:spPr>
          <a:xfrm>
            <a:off x="5263762" y="3897911"/>
            <a:ext cx="467493" cy="3098"/>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55" name="Straight Arrow Connector 47"/>
          <p:cNvSpPr/>
          <p:nvPr/>
        </p:nvSpPr>
        <p:spPr>
          <a:xfrm>
            <a:off x="5249669" y="4907927"/>
            <a:ext cx="467493" cy="3098"/>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56" name="Straight Connector 51"/>
          <p:cNvSpPr/>
          <p:nvPr/>
        </p:nvSpPr>
        <p:spPr>
          <a:xfrm>
            <a:off x="5263762" y="3917677"/>
            <a:ext cx="1" cy="1009130"/>
          </a:xfrm>
          <a:prstGeom prst="line">
            <a:avLst/>
          </a:prstGeom>
          <a:ln w="38100">
            <a:solidFill>
              <a:srgbClr val="00B0F0"/>
            </a:solidFill>
          </a:ln>
        </p:spPr>
        <p:txBody>
          <a:bodyPr lIns="45719" rIns="45719"/>
          <a:lstStyle/>
          <a:p>
            <a:pPr>
              <a:defRPr>
                <a:solidFill>
                  <a:srgbClr val="FFFFFF"/>
                </a:solidFill>
              </a:defRPr>
            </a:pPr>
          </a:p>
        </p:txBody>
      </p:sp>
      <p:sp>
        <p:nvSpPr>
          <p:cNvPr id="157" name="Straight Connector 19"/>
          <p:cNvSpPr/>
          <p:nvPr/>
        </p:nvSpPr>
        <p:spPr>
          <a:xfrm>
            <a:off x="5750304" y="1645629"/>
            <a:ext cx="2930843" cy="1"/>
          </a:xfrm>
          <a:prstGeom prst="line">
            <a:avLst/>
          </a:prstGeom>
          <a:ln w="38100">
            <a:solidFill>
              <a:srgbClr val="FF0000"/>
            </a:solidFill>
          </a:ln>
        </p:spPr>
        <p:txBody>
          <a:bodyPr lIns="45719" rIns="45719"/>
          <a:lstStyle/>
          <a:p>
            <a:pPr>
              <a:defRPr>
                <a:solidFill>
                  <a:srgbClr val="FFFFFF"/>
                </a:solidFill>
              </a:defRPr>
            </a:pPr>
          </a:p>
        </p:txBody>
      </p:sp>
      <p:sp>
        <p:nvSpPr>
          <p:cNvPr id="158" name="Straight Connector 21"/>
          <p:cNvSpPr/>
          <p:nvPr/>
        </p:nvSpPr>
        <p:spPr>
          <a:xfrm>
            <a:off x="8693846" y="1645628"/>
            <a:ext cx="1" cy="536080"/>
          </a:xfrm>
          <a:prstGeom prst="line">
            <a:avLst/>
          </a:prstGeom>
          <a:ln w="38100">
            <a:solidFill>
              <a:srgbClr val="FF0000"/>
            </a:solidFill>
          </a:ln>
        </p:spPr>
        <p:txBody>
          <a:bodyPr lIns="45719" rIns="45719"/>
          <a:lstStyle/>
          <a:p>
            <a:pPr>
              <a:defRPr>
                <a:solidFill>
                  <a:srgbClr val="FFFFFF"/>
                </a:solidFill>
              </a:defRPr>
            </a:pPr>
          </a:p>
        </p:txBody>
      </p:sp>
      <p:sp>
        <p:nvSpPr>
          <p:cNvPr id="159" name="Straight Connector 22"/>
          <p:cNvSpPr/>
          <p:nvPr/>
        </p:nvSpPr>
        <p:spPr>
          <a:xfrm>
            <a:off x="5750304" y="2171706"/>
            <a:ext cx="2930843" cy="1"/>
          </a:xfrm>
          <a:prstGeom prst="line">
            <a:avLst/>
          </a:prstGeom>
          <a:ln w="38100">
            <a:solidFill>
              <a:srgbClr val="FF0000"/>
            </a:solidFill>
          </a:ln>
        </p:spPr>
        <p:txBody>
          <a:bodyPr lIns="45719" rIns="45719"/>
          <a:lstStyle/>
          <a:p>
            <a:pPr>
              <a:defRPr>
                <a:solidFill>
                  <a:srgbClr val="FFFFFF"/>
                </a:solidFill>
              </a:defRPr>
            </a:pPr>
          </a:p>
        </p:txBody>
      </p:sp>
      <p:sp>
        <p:nvSpPr>
          <p:cNvPr id="160" name="Straight Connector 23"/>
          <p:cNvSpPr/>
          <p:nvPr/>
        </p:nvSpPr>
        <p:spPr>
          <a:xfrm>
            <a:off x="5759827" y="1635628"/>
            <a:ext cx="1" cy="536080"/>
          </a:xfrm>
          <a:prstGeom prst="line">
            <a:avLst/>
          </a:prstGeom>
          <a:ln w="38100">
            <a:solidFill>
              <a:srgbClr val="FF0000"/>
            </a:solidFill>
          </a:ln>
        </p:spPr>
        <p:txBody>
          <a:bodyPr lIns="45719" rIns="45719"/>
          <a:lstStyle/>
          <a:p>
            <a:pPr>
              <a:defRPr>
                <a:solidFill>
                  <a:srgbClr val="FFFFFF"/>
                </a:solidFill>
              </a:defRPr>
            </a:pPr>
          </a:p>
        </p:txBody>
      </p:sp>
      <p:sp>
        <p:nvSpPr>
          <p:cNvPr id="161" name="Title 1"/>
          <p:cNvSpPr txBox="1"/>
          <p:nvPr/>
        </p:nvSpPr>
        <p:spPr>
          <a:xfrm>
            <a:off x="1143000" y="271688"/>
            <a:ext cx="10424160" cy="854076"/>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lvl1pPr>
              <a:lnSpc>
                <a:spcPct val="85000"/>
              </a:lnSpc>
              <a:defRPr b="1" spc="-100" sz="4400">
                <a:solidFill>
                  <a:srgbClr val="FFFF00"/>
                </a:solidFill>
              </a:defRPr>
            </a:lvl1pPr>
          </a:lstStyle>
          <a:p>
            <a:pPr/>
            <a:r>
              <a:t>What is Machine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44"/>
                                        </p:tgtEl>
                                        <p:attrNameLst>
                                          <p:attrName>style.visibility</p:attrName>
                                        </p:attrNameLst>
                                      </p:cBhvr>
                                      <p:to>
                                        <p:strVal val="visible"/>
                                      </p:to>
                                    </p:set>
                                    <p:anim calcmode="lin" valueType="num">
                                      <p:cBhvr>
                                        <p:cTn id="7" dur="500" fill="hold"/>
                                        <p:tgtEl>
                                          <p:spTgt spid="144"/>
                                        </p:tgtEl>
                                        <p:attrNameLst>
                                          <p:attrName>ppt_x</p:attrName>
                                        </p:attrNameLst>
                                      </p:cBhvr>
                                      <p:tavLst>
                                        <p:tav tm="0">
                                          <p:val>
                                            <p:strVal val="0-#ppt_w/2"/>
                                          </p:val>
                                        </p:tav>
                                        <p:tav tm="100000">
                                          <p:val>
                                            <p:strVal val="#ppt_x"/>
                                          </p:val>
                                        </p:tav>
                                      </p:tavLst>
                                    </p:anim>
                                    <p:anim calcmode="lin" valueType="num">
                                      <p:cBhvr>
                                        <p:cTn id="8" dur="500" fill="hold"/>
                                        <p:tgtEl>
                                          <p:spTgt spid="1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2" grpId="2" fill="hold">
                                  <p:stCondLst>
                                    <p:cond delay="0"/>
                                  </p:stCondLst>
                                  <p:iterate type="el" backwards="0">
                                    <p:tmAbs val="0"/>
                                  </p:iterate>
                                  <p:childTnLst>
                                    <p:set>
                                      <p:cBhvr>
                                        <p:cTn id="12" fill="hold"/>
                                        <p:tgtEl>
                                          <p:spTgt spid="149"/>
                                        </p:tgtEl>
                                        <p:attrNameLst>
                                          <p:attrName>style.visibility</p:attrName>
                                        </p:attrNameLst>
                                      </p:cBhvr>
                                      <p:to>
                                        <p:strVal val="visible"/>
                                      </p:to>
                                    </p:set>
                                    <p:animEffect filter="wipe(left)" transition="in">
                                      <p:cBhvr>
                                        <p:cTn id="13" dur="500"/>
                                        <p:tgtEl>
                                          <p:spTgt spid="149"/>
                                        </p:tgtEl>
                                      </p:cBhvr>
                                    </p:animEffect>
                                  </p:childTnLst>
                                </p:cTn>
                              </p:par>
                            </p:childTnLst>
                          </p:cTn>
                        </p:par>
                        <p:par>
                          <p:cTn id="14" fill="hold">
                            <p:stCondLst>
                              <p:cond delay="500"/>
                            </p:stCondLst>
                            <p:childTnLst>
                              <p:par>
                                <p:cTn id="15" presetClass="entr" nodeType="afterEffect" presetSubtype="4" presetID="22" grpId="3" fill="hold">
                                  <p:stCondLst>
                                    <p:cond delay="0"/>
                                  </p:stCondLst>
                                  <p:iterate type="el" backwards="0">
                                    <p:tmAbs val="0"/>
                                  </p:iterate>
                                  <p:childTnLst>
                                    <p:set>
                                      <p:cBhvr>
                                        <p:cTn id="16" fill="hold"/>
                                        <p:tgtEl>
                                          <p:spTgt spid="150"/>
                                        </p:tgtEl>
                                        <p:attrNameLst>
                                          <p:attrName>style.visibility</p:attrName>
                                        </p:attrNameLst>
                                      </p:cBhvr>
                                      <p:to>
                                        <p:strVal val="visible"/>
                                      </p:to>
                                    </p:set>
                                    <p:animEffect filter="wipe(down)" transition="in">
                                      <p:cBhvr>
                                        <p:cTn id="17" dur="1000"/>
                                        <p:tgtEl>
                                          <p:spTgt spid="150"/>
                                        </p:tgtEl>
                                      </p:cBhvr>
                                    </p:animEffect>
                                  </p:childTnLst>
                                </p:cTn>
                              </p:par>
                            </p:childTnLst>
                          </p:cTn>
                        </p:par>
                        <p:par>
                          <p:cTn id="18" fill="hold">
                            <p:stCondLst>
                              <p:cond delay="1500"/>
                            </p:stCondLst>
                            <p:childTnLst>
                              <p:par>
                                <p:cTn id="19" presetClass="entr" nodeType="afterEffect" presetSubtype="8" presetID="22" grpId="4" fill="hold">
                                  <p:stCondLst>
                                    <p:cond delay="0"/>
                                  </p:stCondLst>
                                  <p:iterate type="el" backwards="0">
                                    <p:tmAbs val="0"/>
                                  </p:iterate>
                                  <p:childTnLst>
                                    <p:set>
                                      <p:cBhvr>
                                        <p:cTn id="20" fill="hold"/>
                                        <p:tgtEl>
                                          <p:spTgt spid="152"/>
                                        </p:tgtEl>
                                        <p:attrNameLst>
                                          <p:attrName>style.visibility</p:attrName>
                                        </p:attrNameLst>
                                      </p:cBhvr>
                                      <p:to>
                                        <p:strVal val="visible"/>
                                      </p:to>
                                    </p:set>
                                    <p:animEffect filter="wipe(left)" transition="in">
                                      <p:cBhvr>
                                        <p:cTn id="21" dur="1000"/>
                                        <p:tgtEl>
                                          <p:spTgt spid="152"/>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5"/>
                                        </p:tgtEl>
                                        <p:attrNameLst>
                                          <p:attrName>style.visibility</p:attrName>
                                        </p:attrNameLst>
                                      </p:cBhvr>
                                      <p:to>
                                        <p:strVal val="visible"/>
                                      </p:to>
                                    </p:set>
                                    <p:animEffect filter="fade" transition="in">
                                      <p:cBhvr>
                                        <p:cTn id="26" dur="500"/>
                                        <p:tgtEl>
                                          <p:spTgt spid="145"/>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153"/>
                                        </p:tgtEl>
                                        <p:attrNameLst>
                                          <p:attrName>style.visibility</p:attrName>
                                        </p:attrNameLst>
                                      </p:cBhvr>
                                      <p:to>
                                        <p:strVal val="visible"/>
                                      </p:to>
                                    </p:set>
                                    <p:animEffect filter="wipe(left)" transition="in">
                                      <p:cBhvr>
                                        <p:cTn id="31" dur="1000"/>
                                        <p:tgtEl>
                                          <p:spTgt spid="153"/>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146"/>
                                        </p:tgtEl>
                                        <p:attrNameLst>
                                          <p:attrName>style.visibility</p:attrName>
                                        </p:attrNameLst>
                                      </p:cBhvr>
                                      <p:to>
                                        <p:strVal val="visible"/>
                                      </p:to>
                                    </p:set>
                                    <p:animEffect filter="fade" transition="in">
                                      <p:cBhvr>
                                        <p:cTn id="36" dur="500"/>
                                        <p:tgtEl>
                                          <p:spTgt spid="146"/>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1" presetID="22" grpId="8" fill="hold">
                                  <p:stCondLst>
                                    <p:cond delay="0"/>
                                  </p:stCondLst>
                                  <p:iterate type="el" backwards="0">
                                    <p:tmAbs val="0"/>
                                  </p:iterate>
                                  <p:childTnLst>
                                    <p:set>
                                      <p:cBhvr>
                                        <p:cTn id="40" fill="hold"/>
                                        <p:tgtEl>
                                          <p:spTgt spid="151"/>
                                        </p:tgtEl>
                                        <p:attrNameLst>
                                          <p:attrName>style.visibility</p:attrName>
                                        </p:attrNameLst>
                                      </p:cBhvr>
                                      <p:to>
                                        <p:strVal val="visible"/>
                                      </p:to>
                                    </p:set>
                                    <p:animEffect filter="wipe(up)" transition="in">
                                      <p:cBhvr>
                                        <p:cTn id="41" dur="500"/>
                                        <p:tgtEl>
                                          <p:spTgt spid="151"/>
                                        </p:tgtEl>
                                      </p:cBhvr>
                                    </p:animEffect>
                                  </p:childTnLst>
                                </p:cTn>
                              </p:par>
                            </p:childTnLst>
                          </p:cTn>
                        </p:par>
                        <p:par>
                          <p:cTn id="42" fill="hold">
                            <p:stCondLst>
                              <p:cond delay="500"/>
                            </p:stCondLst>
                            <p:childTnLst>
                              <p:par>
                                <p:cTn id="43" presetClass="entr" nodeType="afterEffect" presetSubtype="8" presetID="22" grpId="9" fill="hold">
                                  <p:stCondLst>
                                    <p:cond delay="0"/>
                                  </p:stCondLst>
                                  <p:iterate type="el" backwards="0">
                                    <p:tmAbs val="0"/>
                                  </p:iterate>
                                  <p:childTnLst>
                                    <p:set>
                                      <p:cBhvr>
                                        <p:cTn id="44" fill="hold"/>
                                        <p:tgtEl>
                                          <p:spTgt spid="154"/>
                                        </p:tgtEl>
                                        <p:attrNameLst>
                                          <p:attrName>style.visibility</p:attrName>
                                        </p:attrNameLst>
                                      </p:cBhvr>
                                      <p:to>
                                        <p:strVal val="visible"/>
                                      </p:to>
                                    </p:set>
                                    <p:animEffect filter="wipe(left)" transition="in">
                                      <p:cBhvr>
                                        <p:cTn id="45" dur="1000"/>
                                        <p:tgtEl>
                                          <p:spTgt spid="154"/>
                                        </p:tgtEl>
                                      </p:cBhvr>
                                    </p:animEffect>
                                  </p:childTnLst>
                                </p:cTn>
                              </p:par>
                            </p:childTnLst>
                          </p:cTn>
                        </p:par>
                      </p:childTnLst>
                    </p:cTn>
                  </p:par>
                  <p:par>
                    <p:cTn id="46" fill="hold">
                      <p:stCondLst>
                        <p:cond delay="indefinite"/>
                      </p:stCondLst>
                      <p:childTnLst>
                        <p:par>
                          <p:cTn id="47" fill="hold">
                            <p:stCondLst>
                              <p:cond delay="0"/>
                            </p:stCondLst>
                            <p:childTnLst>
                              <p:par>
                                <p:cTn id="48" presetClass="entr" nodeType="clickEffect" presetID="10" grpId="10" fill="hold">
                                  <p:stCondLst>
                                    <p:cond delay="0"/>
                                  </p:stCondLst>
                                  <p:iterate type="el" backwards="0">
                                    <p:tmAbs val="0"/>
                                  </p:iterate>
                                  <p:childTnLst>
                                    <p:set>
                                      <p:cBhvr>
                                        <p:cTn id="49" fill="hold"/>
                                        <p:tgtEl>
                                          <p:spTgt spid="147"/>
                                        </p:tgtEl>
                                        <p:attrNameLst>
                                          <p:attrName>style.visibility</p:attrName>
                                        </p:attrNameLst>
                                      </p:cBhvr>
                                      <p:to>
                                        <p:strVal val="visible"/>
                                      </p:to>
                                    </p:set>
                                    <p:animEffect filter="fade" transition="in">
                                      <p:cBhvr>
                                        <p:cTn id="50" dur="500"/>
                                        <p:tgtEl>
                                          <p:spTgt spid="147"/>
                                        </p:tgtEl>
                                      </p:cBhvr>
                                    </p:animEffect>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1" presetID="22" grpId="11" fill="hold">
                                  <p:stCondLst>
                                    <p:cond delay="0"/>
                                  </p:stCondLst>
                                  <p:iterate type="el" backwards="0">
                                    <p:tmAbs val="0"/>
                                  </p:iterate>
                                  <p:childTnLst>
                                    <p:set>
                                      <p:cBhvr>
                                        <p:cTn id="54" fill="hold"/>
                                        <p:tgtEl>
                                          <p:spTgt spid="156"/>
                                        </p:tgtEl>
                                        <p:attrNameLst>
                                          <p:attrName>style.visibility</p:attrName>
                                        </p:attrNameLst>
                                      </p:cBhvr>
                                      <p:to>
                                        <p:strVal val="visible"/>
                                      </p:to>
                                    </p:set>
                                    <p:animEffect filter="wipe(up)" transition="in">
                                      <p:cBhvr>
                                        <p:cTn id="55" dur="500"/>
                                        <p:tgtEl>
                                          <p:spTgt spid="156"/>
                                        </p:tgtEl>
                                      </p:cBhvr>
                                    </p:animEffect>
                                  </p:childTnLst>
                                </p:cTn>
                              </p:par>
                            </p:childTnLst>
                          </p:cTn>
                        </p:par>
                        <p:par>
                          <p:cTn id="56" fill="hold">
                            <p:stCondLst>
                              <p:cond delay="500"/>
                            </p:stCondLst>
                            <p:childTnLst>
                              <p:par>
                                <p:cTn id="57" presetClass="entr" nodeType="afterEffect" presetSubtype="8" presetID="22" grpId="12" fill="hold">
                                  <p:stCondLst>
                                    <p:cond delay="0"/>
                                  </p:stCondLst>
                                  <p:iterate type="el" backwards="0">
                                    <p:tmAbs val="0"/>
                                  </p:iterate>
                                  <p:childTnLst>
                                    <p:set>
                                      <p:cBhvr>
                                        <p:cTn id="58" fill="hold"/>
                                        <p:tgtEl>
                                          <p:spTgt spid="155"/>
                                        </p:tgtEl>
                                        <p:attrNameLst>
                                          <p:attrName>style.visibility</p:attrName>
                                        </p:attrNameLst>
                                      </p:cBhvr>
                                      <p:to>
                                        <p:strVal val="visible"/>
                                      </p:to>
                                    </p:set>
                                    <p:animEffect filter="wipe(left)" transition="in">
                                      <p:cBhvr>
                                        <p:cTn id="59" dur="1000"/>
                                        <p:tgtEl>
                                          <p:spTgt spid="155"/>
                                        </p:tgtEl>
                                      </p:cBhvr>
                                    </p:animEffect>
                                  </p:childTnLst>
                                </p:cTn>
                              </p:par>
                            </p:childTnLst>
                          </p:cTn>
                        </p:par>
                      </p:childTnLst>
                    </p:cTn>
                  </p:par>
                  <p:par>
                    <p:cTn id="60" fill="hold">
                      <p:stCondLst>
                        <p:cond delay="indefinite"/>
                      </p:stCondLst>
                      <p:childTnLst>
                        <p:par>
                          <p:cTn id="61" fill="hold">
                            <p:stCondLst>
                              <p:cond delay="0"/>
                            </p:stCondLst>
                            <p:childTnLst>
                              <p:par>
                                <p:cTn id="62" presetClass="entr" nodeType="clickEffect" presetID="10" grpId="13" fill="hold">
                                  <p:stCondLst>
                                    <p:cond delay="0"/>
                                  </p:stCondLst>
                                  <p:iterate type="el" backwards="0">
                                    <p:tmAbs val="0"/>
                                  </p:iterate>
                                  <p:childTnLst>
                                    <p:set>
                                      <p:cBhvr>
                                        <p:cTn id="63" fill="hold"/>
                                        <p:tgtEl>
                                          <p:spTgt spid="148"/>
                                        </p:tgtEl>
                                        <p:attrNameLst>
                                          <p:attrName>style.visibility</p:attrName>
                                        </p:attrNameLst>
                                      </p:cBhvr>
                                      <p:to>
                                        <p:strVal val="visible"/>
                                      </p:to>
                                    </p:set>
                                    <p:animEffect filter="fade" transition="in">
                                      <p:cBhvr>
                                        <p:cTn id="64" dur="500"/>
                                        <p:tgtEl>
                                          <p:spTgt spid="148"/>
                                        </p:tgtEl>
                                      </p:cBhvr>
                                    </p:animEffect>
                                  </p:childTnLst>
                                </p:cTn>
                              </p:par>
                            </p:childTnLst>
                          </p:cTn>
                        </p:par>
                      </p:childTnLst>
                    </p:cTn>
                  </p:par>
                  <p:par>
                    <p:cTn id="65" fill="hold">
                      <p:stCondLst>
                        <p:cond delay="indefinite"/>
                      </p:stCondLst>
                      <p:childTnLst>
                        <p:par>
                          <p:cTn id="66" fill="hold">
                            <p:stCondLst>
                              <p:cond delay="0"/>
                            </p:stCondLst>
                            <p:childTnLst>
                              <p:par>
                                <p:cTn id="67" presetClass="entr" nodeType="clickEffect" presetSubtype="8" presetID="22" grpId="14" fill="hold">
                                  <p:stCondLst>
                                    <p:cond delay="0"/>
                                  </p:stCondLst>
                                  <p:iterate type="el" backwards="0">
                                    <p:tmAbs val="0"/>
                                  </p:iterate>
                                  <p:childTnLst>
                                    <p:set>
                                      <p:cBhvr>
                                        <p:cTn id="68" fill="hold"/>
                                        <p:tgtEl>
                                          <p:spTgt spid="157"/>
                                        </p:tgtEl>
                                        <p:attrNameLst>
                                          <p:attrName>style.visibility</p:attrName>
                                        </p:attrNameLst>
                                      </p:cBhvr>
                                      <p:to>
                                        <p:strVal val="visible"/>
                                      </p:to>
                                    </p:set>
                                    <p:animEffect filter="wipe(left)" transition="in">
                                      <p:cBhvr>
                                        <p:cTn id="69" dur="750"/>
                                        <p:tgtEl>
                                          <p:spTgt spid="157"/>
                                        </p:tgtEl>
                                      </p:cBhvr>
                                    </p:animEffect>
                                  </p:childTnLst>
                                </p:cTn>
                              </p:par>
                            </p:childTnLst>
                          </p:cTn>
                        </p:par>
                        <p:par>
                          <p:cTn id="70" fill="hold">
                            <p:stCondLst>
                              <p:cond delay="750"/>
                            </p:stCondLst>
                            <p:childTnLst>
                              <p:par>
                                <p:cTn id="71" presetClass="entr" nodeType="afterEffect" presetSubtype="1" presetID="22" grpId="15" fill="hold">
                                  <p:stCondLst>
                                    <p:cond delay="0"/>
                                  </p:stCondLst>
                                  <p:iterate type="el" backwards="0">
                                    <p:tmAbs val="0"/>
                                  </p:iterate>
                                  <p:childTnLst>
                                    <p:set>
                                      <p:cBhvr>
                                        <p:cTn id="72" fill="hold"/>
                                        <p:tgtEl>
                                          <p:spTgt spid="158"/>
                                        </p:tgtEl>
                                        <p:attrNameLst>
                                          <p:attrName>style.visibility</p:attrName>
                                        </p:attrNameLst>
                                      </p:cBhvr>
                                      <p:to>
                                        <p:strVal val="visible"/>
                                      </p:to>
                                    </p:set>
                                    <p:animEffect filter="wipe(up)" transition="in">
                                      <p:cBhvr>
                                        <p:cTn id="73" dur="750"/>
                                        <p:tgtEl>
                                          <p:spTgt spid="158"/>
                                        </p:tgtEl>
                                      </p:cBhvr>
                                    </p:animEffect>
                                  </p:childTnLst>
                                </p:cTn>
                              </p:par>
                            </p:childTnLst>
                          </p:cTn>
                        </p:par>
                        <p:par>
                          <p:cTn id="74" fill="hold">
                            <p:stCondLst>
                              <p:cond delay="1500"/>
                            </p:stCondLst>
                            <p:childTnLst>
                              <p:par>
                                <p:cTn id="75" presetClass="entr" nodeType="afterEffect" presetSubtype="2" presetID="22" grpId="16" fill="hold">
                                  <p:stCondLst>
                                    <p:cond delay="0"/>
                                  </p:stCondLst>
                                  <p:iterate type="el" backwards="0">
                                    <p:tmAbs val="0"/>
                                  </p:iterate>
                                  <p:childTnLst>
                                    <p:set>
                                      <p:cBhvr>
                                        <p:cTn id="76" fill="hold"/>
                                        <p:tgtEl>
                                          <p:spTgt spid="159"/>
                                        </p:tgtEl>
                                        <p:attrNameLst>
                                          <p:attrName>style.visibility</p:attrName>
                                        </p:attrNameLst>
                                      </p:cBhvr>
                                      <p:to>
                                        <p:strVal val="visible"/>
                                      </p:to>
                                    </p:set>
                                    <p:animEffect filter="wipe(right)" transition="in">
                                      <p:cBhvr>
                                        <p:cTn id="77" dur="750"/>
                                        <p:tgtEl>
                                          <p:spTgt spid="159"/>
                                        </p:tgtEl>
                                      </p:cBhvr>
                                    </p:animEffect>
                                  </p:childTnLst>
                                </p:cTn>
                              </p:par>
                            </p:childTnLst>
                          </p:cTn>
                        </p:par>
                        <p:par>
                          <p:cTn id="78" fill="hold">
                            <p:stCondLst>
                              <p:cond delay="2250"/>
                            </p:stCondLst>
                            <p:childTnLst>
                              <p:par>
                                <p:cTn id="79" presetClass="entr" nodeType="afterEffect" presetSubtype="4" presetID="22" grpId="17" fill="hold">
                                  <p:stCondLst>
                                    <p:cond delay="0"/>
                                  </p:stCondLst>
                                  <p:iterate type="el" backwards="0">
                                    <p:tmAbs val="0"/>
                                  </p:iterate>
                                  <p:childTnLst>
                                    <p:set>
                                      <p:cBhvr>
                                        <p:cTn id="80" fill="hold"/>
                                        <p:tgtEl>
                                          <p:spTgt spid="160"/>
                                        </p:tgtEl>
                                        <p:attrNameLst>
                                          <p:attrName>style.visibility</p:attrName>
                                        </p:attrNameLst>
                                      </p:cBhvr>
                                      <p:to>
                                        <p:strVal val="visible"/>
                                      </p:to>
                                    </p:set>
                                    <p:animEffect filter="wipe(down)" transition="in">
                                      <p:cBhvr>
                                        <p:cTn id="81" dur="75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1" grpId="8"/>
      <p:bldP build="whole" bldLvl="1" animBg="1" rev="0" advAuto="0" spid="152" grpId="4"/>
      <p:bldP build="whole" bldLvl="1" animBg="1" rev="0" advAuto="0" spid="156" grpId="11"/>
      <p:bldP build="whole" bldLvl="1" animBg="1" rev="0" advAuto="0" spid="149" grpId="2"/>
      <p:bldP build="whole" bldLvl="1" animBg="1" rev="0" advAuto="0" spid="147" grpId="10"/>
      <p:bldP build="whole" bldLvl="1" animBg="1" rev="0" advAuto="0" spid="150" grpId="3"/>
      <p:bldP build="whole" bldLvl="1" animBg="1" rev="0" advAuto="0" spid="159" grpId="16"/>
      <p:bldP build="whole" bldLvl="1" animBg="1" rev="0" advAuto="0" spid="145" grpId="5"/>
      <p:bldP build="whole" bldLvl="1" animBg="1" rev="0" advAuto="0" spid="158" grpId="15"/>
      <p:bldP build="whole" bldLvl="1" animBg="1" rev="0" advAuto="0" spid="148" grpId="13"/>
      <p:bldP build="whole" bldLvl="1" animBg="1" rev="0" advAuto="0" spid="155" grpId="12"/>
      <p:bldP build="whole" bldLvl="1" animBg="1" rev="0" advAuto="0" spid="157" grpId="14"/>
      <p:bldP build="whole" bldLvl="1" animBg="1" rev="0" advAuto="0" spid="153" grpId="6"/>
      <p:bldP build="whole" bldLvl="1" animBg="1" rev="0" advAuto="0" spid="160" grpId="17"/>
      <p:bldP build="whole" bldLvl="1" animBg="1" rev="0" advAuto="0" spid="154" grpId="9"/>
      <p:bldP build="whole" bldLvl="1" animBg="1" rev="0" advAuto="0" spid="144" grpId="1"/>
      <p:bldP build="whole" bldLvl="1" animBg="1" rev="0" advAuto="0" spid="146" grpId="7"/>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Title 1"/>
          <p:cNvSpPr txBox="1"/>
          <p:nvPr>
            <p:ph type="title"/>
          </p:nvPr>
        </p:nvSpPr>
        <p:spPr>
          <a:xfrm>
            <a:off x="1097280" y="286603"/>
            <a:ext cx="10058401" cy="702304"/>
          </a:xfrm>
          <a:prstGeom prst="rect">
            <a:avLst/>
          </a:prstGeom>
        </p:spPr>
        <p:txBody>
          <a:bodyPr/>
          <a:lstStyle>
            <a:lvl1pPr>
              <a:defRPr b="1" spc="-100" sz="4300">
                <a:solidFill>
                  <a:srgbClr val="FFFF00"/>
                </a:solidFill>
                <a:latin typeface="+mn-lt"/>
                <a:ea typeface="+mn-ea"/>
                <a:cs typeface="+mn-cs"/>
                <a:sym typeface="Calibri"/>
              </a:defRPr>
            </a:lvl1pPr>
          </a:lstStyle>
          <a:p>
            <a:pPr/>
            <a:r>
              <a:t>Content</a:t>
            </a:r>
          </a:p>
        </p:txBody>
      </p:sp>
      <p:sp>
        <p:nvSpPr>
          <p:cNvPr id="164" name="Slide Number Placeholder 3"/>
          <p:cNvSpPr txBox="1"/>
          <p:nvPr>
            <p:ph type="sldNum" sz="quarter" idx="2"/>
          </p:nvPr>
        </p:nvSpPr>
        <p:spPr>
          <a:xfrm>
            <a:off x="9900457" y="64597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5" name="Content Placeholder 8"/>
          <p:cNvSpPr txBox="1"/>
          <p:nvPr>
            <p:ph type="body" idx="1"/>
          </p:nvPr>
        </p:nvSpPr>
        <p:spPr>
          <a:xfrm>
            <a:off x="1097280" y="1829901"/>
            <a:ext cx="10058401" cy="4057090"/>
          </a:xfrm>
          <a:prstGeom prst="rect">
            <a:avLst/>
          </a:prstGeom>
        </p:spPr>
        <p:txBody>
          <a:bodyPr/>
          <a:lstStyle/>
          <a:p>
            <a:pPr>
              <a:lnSpc>
                <a:spcPct val="100000"/>
              </a:lnSpc>
              <a:buFontTx/>
              <a:buChar char="➢"/>
              <a:defRPr b="1" strike="sngStrike" sz="2800"/>
            </a:pPr>
            <a:r>
              <a:t>What is Machine Learning?</a:t>
            </a:r>
          </a:p>
          <a:p>
            <a:pPr>
              <a:lnSpc>
                <a:spcPct val="100000"/>
              </a:lnSpc>
              <a:buFontTx/>
              <a:buChar char="➢"/>
              <a:defRPr b="1" sz="2800"/>
            </a:pPr>
            <a:r>
              <a:t>Supervised Learning </a:t>
            </a:r>
          </a:p>
          <a:p>
            <a:pPr>
              <a:lnSpc>
                <a:spcPct val="100000"/>
              </a:lnSpc>
              <a:buFontTx/>
              <a:buChar char="➢"/>
              <a:defRPr b="1" sz="2800"/>
            </a:pPr>
            <a:r>
              <a:t>Unsupervised Learning</a:t>
            </a:r>
          </a:p>
          <a:p>
            <a:pPr>
              <a:lnSpc>
                <a:spcPct val="100000"/>
              </a:lnSpc>
              <a:buFontTx/>
              <a:buChar char="➢"/>
              <a:defRPr b="1" sz="2800"/>
            </a:pPr>
            <a:r>
              <a:t>Linear Regression with One Variable</a:t>
            </a:r>
          </a:p>
          <a:p>
            <a:pPr>
              <a:lnSpc>
                <a:spcPct val="100000"/>
              </a:lnSpc>
              <a:buFontTx/>
              <a:buChar char="➢"/>
              <a:defRPr b="1" sz="2800"/>
            </a:pPr>
            <a:r>
              <a:t>Linear Regression with Multiple Variables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Title 1"/>
          <p:cNvSpPr txBox="1"/>
          <p:nvPr>
            <p:ph type="title"/>
          </p:nvPr>
        </p:nvSpPr>
        <p:spPr>
          <a:xfrm>
            <a:off x="1073330" y="236251"/>
            <a:ext cx="8532026" cy="854076"/>
          </a:xfrm>
          <a:prstGeom prst="rect">
            <a:avLst/>
          </a:prstGeom>
        </p:spPr>
        <p:txBody>
          <a:bodyPr/>
          <a:lstStyle>
            <a:lvl1pPr>
              <a:defRPr b="1" spc="-100">
                <a:solidFill>
                  <a:srgbClr val="FFFF00"/>
                </a:solidFill>
                <a:latin typeface="+mn-lt"/>
                <a:ea typeface="+mn-ea"/>
                <a:cs typeface="+mn-cs"/>
                <a:sym typeface="Calibri"/>
              </a:defRPr>
            </a:lvl1pPr>
          </a:lstStyle>
          <a:p>
            <a:pPr/>
            <a:r>
              <a:t>Supervised Learning</a:t>
            </a:r>
          </a:p>
        </p:txBody>
      </p:sp>
      <p:sp>
        <p:nvSpPr>
          <p:cNvPr id="168"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69" name="TextBox 12"/>
          <p:cNvSpPr txBox="1"/>
          <p:nvPr/>
        </p:nvSpPr>
        <p:spPr>
          <a:xfrm>
            <a:off x="4243811" y="1054698"/>
            <a:ext cx="3559974" cy="4970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200">
                <a:solidFill>
                  <a:srgbClr val="FFFF00"/>
                </a:solidFill>
              </a:defRPr>
            </a:lvl1pPr>
          </a:lstStyle>
          <a:p>
            <a:pPr/>
            <a:r>
              <a:t>Supervised learning</a:t>
            </a:r>
          </a:p>
        </p:txBody>
      </p:sp>
      <p:sp>
        <p:nvSpPr>
          <p:cNvPr id="170" name="TextBox 14"/>
          <p:cNvSpPr txBox="1"/>
          <p:nvPr/>
        </p:nvSpPr>
        <p:spPr>
          <a:xfrm>
            <a:off x="506823" y="2568270"/>
            <a:ext cx="5471255" cy="3518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514350" indent="-514350">
              <a:buSzPct val="100000"/>
              <a:buAutoNum type="alphaUcPeriod" startAt="1"/>
              <a:defRPr b="1" sz="2400">
                <a:solidFill>
                  <a:srgbClr val="FFFF00"/>
                </a:solidFill>
              </a:defRPr>
            </a:pPr>
            <a:r>
              <a:t>Classification problem</a:t>
            </a:r>
            <a:endParaRPr>
              <a:solidFill>
                <a:srgbClr val="FFFFFF"/>
              </a:solidFill>
            </a:endParaRPr>
          </a:p>
          <a:p>
            <a:pPr lvl="1" marL="914400" indent="-457200">
              <a:buSzPct val="100000"/>
              <a:buFont typeface="Arial"/>
              <a:buChar char="•"/>
              <a:defRPr sz="2400">
                <a:solidFill>
                  <a:srgbClr val="FFFFFF"/>
                </a:solidFill>
              </a:defRPr>
            </a:pPr>
            <a:r>
              <a:t>Logistic Regression</a:t>
            </a:r>
          </a:p>
          <a:p>
            <a:pPr lvl="1" marL="914400" indent="-457200">
              <a:buSzPct val="100000"/>
              <a:buFont typeface="Arial"/>
              <a:buChar char="•"/>
              <a:defRPr sz="2400">
                <a:solidFill>
                  <a:srgbClr val="FFFFFF"/>
                </a:solidFill>
              </a:defRPr>
            </a:pPr>
            <a:r>
              <a:t>Decision Tree</a:t>
            </a:r>
          </a:p>
          <a:p>
            <a:pPr lvl="1" marL="914400" indent="-457200">
              <a:buSzPct val="100000"/>
              <a:buFont typeface="Arial"/>
              <a:buChar char="•"/>
              <a:defRPr sz="2400">
                <a:solidFill>
                  <a:srgbClr val="FFFFFF"/>
                </a:solidFill>
              </a:defRPr>
            </a:pPr>
            <a:r>
              <a:t>Naive Bayes</a:t>
            </a:r>
          </a:p>
          <a:p>
            <a:pPr lvl="1" marL="914400" indent="-457200">
              <a:buSzPct val="100000"/>
              <a:buFont typeface="Arial"/>
              <a:buChar char="•"/>
              <a:defRPr sz="2400">
                <a:solidFill>
                  <a:srgbClr val="FFFFFF"/>
                </a:solidFill>
              </a:defRPr>
            </a:pPr>
            <a:r>
              <a:t>K – Nearest Neighbor</a:t>
            </a:r>
          </a:p>
          <a:p>
            <a:pPr lvl="1" marL="914400" indent="-457200">
              <a:buSzPct val="100000"/>
              <a:buFont typeface="Arial"/>
              <a:buChar char="•"/>
              <a:defRPr sz="2400">
                <a:solidFill>
                  <a:srgbClr val="FFFFFF"/>
                </a:solidFill>
              </a:defRPr>
            </a:pPr>
            <a:r>
              <a:t>Support Vector Machine</a:t>
            </a:r>
          </a:p>
          <a:p>
            <a:pPr lvl="1">
              <a:defRPr b="1" sz="2800">
                <a:solidFill>
                  <a:srgbClr val="FFFF00"/>
                </a:solidFill>
              </a:defRPr>
            </a:pPr>
            <a:r>
              <a:t>Example:</a:t>
            </a:r>
            <a:endParaRPr>
              <a:solidFill>
                <a:srgbClr val="FFFFFF"/>
              </a:solidFill>
            </a:endParaRPr>
          </a:p>
          <a:p>
            <a:pPr lvl="1" marL="914400" indent="-457200">
              <a:buSzPct val="100000"/>
              <a:buFont typeface="Arial"/>
              <a:buChar char="•"/>
              <a:defRPr sz="2800">
                <a:solidFill>
                  <a:srgbClr val="FFFFFF"/>
                </a:solidFill>
              </a:defRPr>
            </a:pPr>
            <a:r>
              <a:t>Email spam detection</a:t>
            </a:r>
          </a:p>
          <a:p>
            <a:pPr lvl="1" marL="914400" indent="-457200">
              <a:buSzPct val="100000"/>
              <a:buFont typeface="Arial"/>
              <a:buChar char="•"/>
              <a:defRPr sz="2800">
                <a:solidFill>
                  <a:srgbClr val="FFFFFF"/>
                </a:solidFill>
              </a:defRPr>
            </a:pPr>
            <a:r>
              <a:t>Speech Recognition</a:t>
            </a:r>
          </a:p>
        </p:txBody>
      </p:sp>
      <p:sp>
        <p:nvSpPr>
          <p:cNvPr id="171" name="TextBox 20"/>
          <p:cNvSpPr txBox="1"/>
          <p:nvPr/>
        </p:nvSpPr>
        <p:spPr>
          <a:xfrm>
            <a:off x="6497835" y="2568270"/>
            <a:ext cx="4816268" cy="26022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00"/>
                </a:solidFill>
              </a:defRPr>
            </a:pPr>
            <a:r>
              <a:t>B. Regression problem</a:t>
            </a:r>
            <a:endParaRPr>
              <a:solidFill>
                <a:srgbClr val="FFFFFF"/>
              </a:solidFill>
            </a:endParaRPr>
          </a:p>
          <a:p>
            <a:pPr lvl="1" marL="800100" indent="-342900">
              <a:buSzPct val="100000"/>
              <a:buFont typeface="Arial"/>
              <a:buChar char="•"/>
              <a:defRPr b="1" sz="2400">
                <a:solidFill>
                  <a:srgbClr val="FFFFFF"/>
                </a:solidFill>
              </a:defRPr>
            </a:pPr>
            <a:r>
              <a:t>Linear Regression</a:t>
            </a:r>
          </a:p>
          <a:p>
            <a:pPr lvl="1" marL="800100" indent="-342900">
              <a:buSzPct val="100000"/>
              <a:buFont typeface="Arial"/>
              <a:buChar char="•"/>
              <a:defRPr b="1" sz="2400">
                <a:solidFill>
                  <a:srgbClr val="FFFFFF"/>
                </a:solidFill>
              </a:defRPr>
            </a:pPr>
            <a:r>
              <a:t>Ridge Regression</a:t>
            </a:r>
          </a:p>
          <a:p>
            <a:pPr lvl="1" marL="800100" indent="-342900">
              <a:buSzPct val="100000"/>
              <a:buFont typeface="Arial"/>
              <a:buChar char="•"/>
              <a:defRPr b="1" sz="2400">
                <a:solidFill>
                  <a:srgbClr val="FFFFFF"/>
                </a:solidFill>
              </a:defRPr>
            </a:pPr>
            <a:r>
              <a:t>Stepwise Regression</a:t>
            </a:r>
          </a:p>
          <a:p>
            <a:pPr lvl="1">
              <a:defRPr b="1" sz="2400">
                <a:solidFill>
                  <a:srgbClr val="FFFF00"/>
                </a:solidFill>
              </a:defRPr>
            </a:pPr>
            <a:r>
              <a:t>Example:</a:t>
            </a:r>
            <a:endParaRPr>
              <a:solidFill>
                <a:srgbClr val="FFFFFF"/>
              </a:solidFill>
            </a:endParaRPr>
          </a:p>
          <a:p>
            <a:pPr lvl="1" marL="800100" indent="-342900">
              <a:buSzPct val="100000"/>
              <a:buFont typeface="Arial"/>
              <a:buChar char="•"/>
              <a:defRPr b="1" sz="2400">
                <a:solidFill>
                  <a:srgbClr val="FFFFFF"/>
                </a:solidFill>
              </a:defRPr>
            </a:pPr>
            <a:r>
              <a:t>Stock Market Prediction</a:t>
            </a:r>
          </a:p>
          <a:p>
            <a:pPr lvl="1" marL="800100" indent="-342900">
              <a:buSzPct val="100000"/>
              <a:buFont typeface="Arial"/>
              <a:buChar char="•"/>
              <a:defRPr b="1" sz="2400">
                <a:solidFill>
                  <a:srgbClr val="FFFFFF"/>
                </a:solidFill>
              </a:defRPr>
            </a:pPr>
            <a:r>
              <a:t>Rainfall prediction</a:t>
            </a:r>
          </a:p>
        </p:txBody>
      </p:sp>
      <p:sp>
        <p:nvSpPr>
          <p:cNvPr id="172" name="Straight Connector 24"/>
          <p:cNvSpPr/>
          <p:nvPr/>
        </p:nvSpPr>
        <p:spPr>
          <a:xfrm>
            <a:off x="6023797" y="1639472"/>
            <a:ext cx="1" cy="405779"/>
          </a:xfrm>
          <a:prstGeom prst="line">
            <a:avLst/>
          </a:prstGeom>
          <a:ln w="38100">
            <a:solidFill>
              <a:srgbClr val="00B0F0"/>
            </a:solidFill>
          </a:ln>
        </p:spPr>
        <p:txBody>
          <a:bodyPr lIns="45719" rIns="45719"/>
          <a:lstStyle/>
          <a:p>
            <a:pPr>
              <a:defRPr>
                <a:solidFill>
                  <a:srgbClr val="FFFFFF"/>
                </a:solidFill>
              </a:defRPr>
            </a:pPr>
          </a:p>
        </p:txBody>
      </p:sp>
      <p:sp>
        <p:nvSpPr>
          <p:cNvPr id="173" name="Straight Connector 28"/>
          <p:cNvSpPr/>
          <p:nvPr/>
        </p:nvSpPr>
        <p:spPr>
          <a:xfrm flipH="1" flipV="1">
            <a:off x="3278551" y="2030882"/>
            <a:ext cx="2744045" cy="1"/>
          </a:xfrm>
          <a:prstGeom prst="line">
            <a:avLst/>
          </a:prstGeom>
          <a:ln w="38100">
            <a:solidFill>
              <a:srgbClr val="00B0F0"/>
            </a:solidFill>
          </a:ln>
        </p:spPr>
        <p:txBody>
          <a:bodyPr lIns="45719" rIns="45719"/>
          <a:lstStyle/>
          <a:p>
            <a:pPr>
              <a:defRPr>
                <a:solidFill>
                  <a:srgbClr val="FFFFFF"/>
                </a:solidFill>
              </a:defRPr>
            </a:pPr>
          </a:p>
        </p:txBody>
      </p:sp>
      <p:sp>
        <p:nvSpPr>
          <p:cNvPr id="174" name="Straight Arrow Connector 40"/>
          <p:cNvSpPr/>
          <p:nvPr/>
        </p:nvSpPr>
        <p:spPr>
          <a:xfrm>
            <a:off x="3278551" y="2016513"/>
            <a:ext cx="1" cy="434514"/>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75" name="Straight Arrow Connector 47"/>
          <p:cNvSpPr/>
          <p:nvPr/>
        </p:nvSpPr>
        <p:spPr>
          <a:xfrm>
            <a:off x="9127584" y="2016513"/>
            <a:ext cx="1" cy="428262"/>
          </a:xfrm>
          <a:prstGeom prst="line">
            <a:avLst/>
          </a:prstGeom>
          <a:ln w="38100">
            <a:solidFill>
              <a:srgbClr val="00B0F0"/>
            </a:solidFill>
            <a:tailEnd type="triangle"/>
          </a:ln>
        </p:spPr>
        <p:txBody>
          <a:bodyPr lIns="45719" rIns="45719"/>
          <a:lstStyle/>
          <a:p>
            <a:pPr>
              <a:defRPr>
                <a:solidFill>
                  <a:srgbClr val="FFFFFF"/>
                </a:solidFill>
              </a:defRPr>
            </a:pPr>
          </a:p>
        </p:txBody>
      </p:sp>
      <p:sp>
        <p:nvSpPr>
          <p:cNvPr id="176" name="Straight Connector 29"/>
          <p:cNvSpPr/>
          <p:nvPr/>
        </p:nvSpPr>
        <p:spPr>
          <a:xfrm flipH="1" flipV="1">
            <a:off x="6022595" y="2030882"/>
            <a:ext cx="3119278" cy="1"/>
          </a:xfrm>
          <a:prstGeom prst="line">
            <a:avLst/>
          </a:prstGeom>
          <a:ln w="38100">
            <a:solidFill>
              <a:srgbClr val="00B0F0"/>
            </a:solidFill>
          </a:ln>
        </p:spPr>
        <p:txBody>
          <a:bodyPr lIns="45719" rIns="45719"/>
          <a:lstStyle/>
          <a:p>
            <a:pPr>
              <a:defRPr>
                <a:solidFill>
                  <a:srgbClr val="FFFFFF"/>
                </a:solidFill>
              </a:defRPr>
            </a:pPr>
          </a:p>
        </p:txBody>
      </p:sp>
      <p:sp>
        <p:nvSpPr>
          <p:cNvPr id="177" name="Rectangle 6"/>
          <p:cNvSpPr/>
          <p:nvPr/>
        </p:nvSpPr>
        <p:spPr>
          <a:xfrm>
            <a:off x="461102" y="2451027"/>
            <a:ext cx="5634899" cy="3718228"/>
          </a:xfrm>
          <a:prstGeom prst="rect">
            <a:avLst/>
          </a:prstGeom>
          <a:ln w="38100">
            <a:solidFill>
              <a:srgbClr val="FF0000"/>
            </a:solidFill>
          </a:ln>
        </p:spPr>
        <p:txBody>
          <a:bodyPr lIns="45719" rIns="45719" anchor="ctr"/>
          <a:lstStyle/>
          <a:p>
            <a:pPr algn="ctr">
              <a:defRPr>
                <a:solidFill>
                  <a:srgbClr val="FFFFFF"/>
                </a:solidFill>
              </a:defRPr>
            </a:pPr>
          </a:p>
        </p:txBody>
      </p:sp>
      <p:sp>
        <p:nvSpPr>
          <p:cNvPr id="178" name="Rectangle 7"/>
          <p:cNvSpPr/>
          <p:nvPr/>
        </p:nvSpPr>
        <p:spPr>
          <a:xfrm>
            <a:off x="6310134" y="2444774"/>
            <a:ext cx="5634899" cy="3718221"/>
          </a:xfrm>
          <a:prstGeom prst="rect">
            <a:avLst/>
          </a:prstGeom>
          <a:ln w="38100">
            <a:solidFill>
              <a:srgbClr val="FF0000"/>
            </a:solidFill>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169"/>
                                        </p:tgtEl>
                                        <p:attrNameLst>
                                          <p:attrName>style.visibility</p:attrName>
                                        </p:attrNameLst>
                                      </p:cBhvr>
                                      <p:to>
                                        <p:strVal val="visible"/>
                                      </p:to>
                                    </p:set>
                                    <p:anim calcmode="lin" valueType="num">
                                      <p:cBhvr>
                                        <p:cTn id="7" dur="500" fill="hold"/>
                                        <p:tgtEl>
                                          <p:spTgt spid="169"/>
                                        </p:tgtEl>
                                        <p:attrNameLst>
                                          <p:attrName>ppt_x</p:attrName>
                                        </p:attrNameLst>
                                      </p:cBhvr>
                                      <p:tavLst>
                                        <p:tav tm="0">
                                          <p:val>
                                            <p:strVal val="0-#ppt_w/2"/>
                                          </p:val>
                                        </p:tav>
                                        <p:tav tm="100000">
                                          <p:val>
                                            <p:strVal val="#ppt_x"/>
                                          </p:val>
                                        </p:tav>
                                      </p:tavLst>
                                    </p:anim>
                                    <p:anim calcmode="lin" valueType="num">
                                      <p:cBhvr>
                                        <p:cTn id="8" dur="500" fill="hold"/>
                                        <p:tgtEl>
                                          <p:spTgt spid="16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Class="entr" nodeType="afterEffect" presetSubtype="1" presetID="22" grpId="2" fill="hold">
                                  <p:stCondLst>
                                    <p:cond delay="0"/>
                                  </p:stCondLst>
                                  <p:iterate type="el" backwards="0">
                                    <p:tmAbs val="0"/>
                                  </p:iterate>
                                  <p:childTnLst>
                                    <p:set>
                                      <p:cBhvr>
                                        <p:cTn id="11" fill="hold"/>
                                        <p:tgtEl>
                                          <p:spTgt spid="172"/>
                                        </p:tgtEl>
                                        <p:attrNameLst>
                                          <p:attrName>style.visibility</p:attrName>
                                        </p:attrNameLst>
                                      </p:cBhvr>
                                      <p:to>
                                        <p:strVal val="visible"/>
                                      </p:to>
                                    </p:set>
                                    <p:animEffect filter="wipe(up)" transition="in">
                                      <p:cBhvr>
                                        <p:cTn id="12" dur="500"/>
                                        <p:tgtEl>
                                          <p:spTgt spid="172"/>
                                        </p:tgtEl>
                                      </p:cBhvr>
                                    </p:animEffect>
                                  </p:childTnLst>
                                </p:cTn>
                              </p:par>
                            </p:childTnLst>
                          </p:cTn>
                        </p:par>
                        <p:par>
                          <p:cTn id="13" fill="hold">
                            <p:stCondLst>
                              <p:cond delay="1000"/>
                            </p:stCondLst>
                            <p:childTnLst>
                              <p:par>
                                <p:cTn id="14" presetClass="entr" nodeType="afterEffect" presetSubtype="2" presetID="22" grpId="3" fill="hold">
                                  <p:stCondLst>
                                    <p:cond delay="0"/>
                                  </p:stCondLst>
                                  <p:iterate type="el" backwards="0">
                                    <p:tmAbs val="0"/>
                                  </p:iterate>
                                  <p:childTnLst>
                                    <p:set>
                                      <p:cBhvr>
                                        <p:cTn id="15" fill="hold"/>
                                        <p:tgtEl>
                                          <p:spTgt spid="173"/>
                                        </p:tgtEl>
                                        <p:attrNameLst>
                                          <p:attrName>style.visibility</p:attrName>
                                        </p:attrNameLst>
                                      </p:cBhvr>
                                      <p:to>
                                        <p:strVal val="visible"/>
                                      </p:to>
                                    </p:set>
                                    <p:animEffect filter="wipe(right)" transition="in">
                                      <p:cBhvr>
                                        <p:cTn id="16" dur="1000"/>
                                        <p:tgtEl>
                                          <p:spTgt spid="173"/>
                                        </p:tgtEl>
                                      </p:cBhvr>
                                    </p:animEffect>
                                  </p:childTnLst>
                                </p:cTn>
                              </p:par>
                            </p:childTnLst>
                          </p:cTn>
                        </p:par>
                        <p:par>
                          <p:cTn id="17" fill="hold">
                            <p:stCondLst>
                              <p:cond delay="2000"/>
                            </p:stCondLst>
                            <p:childTnLst>
                              <p:par>
                                <p:cTn id="18" presetClass="entr" nodeType="afterEffect" presetSubtype="1" presetID="22" grpId="4" fill="hold">
                                  <p:stCondLst>
                                    <p:cond delay="0"/>
                                  </p:stCondLst>
                                  <p:iterate type="el" backwards="0">
                                    <p:tmAbs val="0"/>
                                  </p:iterate>
                                  <p:childTnLst>
                                    <p:set>
                                      <p:cBhvr>
                                        <p:cTn id="19" fill="hold"/>
                                        <p:tgtEl>
                                          <p:spTgt spid="174"/>
                                        </p:tgtEl>
                                        <p:attrNameLst>
                                          <p:attrName>style.visibility</p:attrName>
                                        </p:attrNameLst>
                                      </p:cBhvr>
                                      <p:to>
                                        <p:strVal val="visible"/>
                                      </p:to>
                                    </p:set>
                                    <p:animEffect filter="wipe(up)" transition="in">
                                      <p:cBhvr>
                                        <p:cTn id="20" dur="1000"/>
                                        <p:tgtEl>
                                          <p:spTgt spid="174"/>
                                        </p:tgtEl>
                                      </p:cBhvr>
                                    </p:animEffect>
                                  </p:childTnLst>
                                </p:cTn>
                              </p:par>
                            </p:childTnLst>
                          </p:cTn>
                        </p:par>
                        <p:par>
                          <p:cTn id="21" fill="hold">
                            <p:stCondLst>
                              <p:cond delay="3000"/>
                            </p:stCondLst>
                            <p:childTnLst>
                              <p:par>
                                <p:cTn id="22" presetClass="entr" nodeType="afterEffect" presetSubtype="1" presetID="22" grpId="5" fill="hold">
                                  <p:stCondLst>
                                    <p:cond delay="0"/>
                                  </p:stCondLst>
                                  <p:iterate type="el" backwards="0">
                                    <p:tmAbs val="0"/>
                                  </p:iterate>
                                  <p:childTnLst>
                                    <p:set>
                                      <p:cBhvr>
                                        <p:cTn id="23" fill="hold"/>
                                        <p:tgtEl>
                                          <p:spTgt spid="177"/>
                                        </p:tgtEl>
                                        <p:attrNameLst>
                                          <p:attrName>style.visibility</p:attrName>
                                        </p:attrNameLst>
                                      </p:cBhvr>
                                      <p:to>
                                        <p:strVal val="visible"/>
                                      </p:to>
                                    </p:set>
                                    <p:animEffect filter="wipe(up)" transition="in">
                                      <p:cBhvr>
                                        <p:cTn id="24" dur="500"/>
                                        <p:tgtEl>
                                          <p:spTgt spid="177"/>
                                        </p:tgtEl>
                                      </p:cBhvr>
                                    </p:animEffect>
                                  </p:childTnLst>
                                </p:cTn>
                              </p:par>
                            </p:childTnLst>
                          </p:cTn>
                        </p:par>
                        <p:par>
                          <p:cTn id="25" fill="hold">
                            <p:stCondLst>
                              <p:cond delay="3500"/>
                            </p:stCondLst>
                            <p:childTnLst>
                              <p:par>
                                <p:cTn id="26" presetClass="entr" nodeType="afterEffect" presetSubtype="2" presetID="2" grpId="6" fill="hold">
                                  <p:stCondLst>
                                    <p:cond delay="0"/>
                                  </p:stCondLst>
                                  <p:iterate type="el" backwards="0">
                                    <p:tmAbs val="0"/>
                                  </p:iterate>
                                  <p:childTnLst>
                                    <p:set>
                                      <p:cBhvr>
                                        <p:cTn id="27" fill="hold"/>
                                        <p:tgtEl>
                                          <p:spTgt spid="170"/>
                                        </p:tgtEl>
                                        <p:attrNameLst>
                                          <p:attrName>style.visibility</p:attrName>
                                        </p:attrNameLst>
                                      </p:cBhvr>
                                      <p:to>
                                        <p:strVal val="visible"/>
                                      </p:to>
                                    </p:set>
                                    <p:anim calcmode="lin" valueType="num">
                                      <p:cBhvr>
                                        <p:cTn id="28" dur="1000" fill="hold"/>
                                        <p:tgtEl>
                                          <p:spTgt spid="170"/>
                                        </p:tgtEl>
                                        <p:attrNameLst>
                                          <p:attrName>ppt_x</p:attrName>
                                        </p:attrNameLst>
                                      </p:cBhvr>
                                      <p:tavLst>
                                        <p:tav tm="0">
                                          <p:val>
                                            <p:strVal val="1+#ppt_w/2"/>
                                          </p:val>
                                        </p:tav>
                                        <p:tav tm="100000">
                                          <p:val>
                                            <p:strVal val="#ppt_x"/>
                                          </p:val>
                                        </p:tav>
                                      </p:tavLst>
                                    </p:anim>
                                    <p:anim calcmode="lin" valueType="num">
                                      <p:cBhvr>
                                        <p:cTn id="29" dur="1000" fill="hold"/>
                                        <p:tgtEl>
                                          <p:spTgt spid="17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8" presetID="22" grpId="7" fill="hold">
                                  <p:stCondLst>
                                    <p:cond delay="0"/>
                                  </p:stCondLst>
                                  <p:iterate type="el" backwards="0">
                                    <p:tmAbs val="0"/>
                                  </p:iterate>
                                  <p:childTnLst>
                                    <p:set>
                                      <p:cBhvr>
                                        <p:cTn id="33" fill="hold"/>
                                        <p:tgtEl>
                                          <p:spTgt spid="176"/>
                                        </p:tgtEl>
                                        <p:attrNameLst>
                                          <p:attrName>style.visibility</p:attrName>
                                        </p:attrNameLst>
                                      </p:cBhvr>
                                      <p:to>
                                        <p:strVal val="visible"/>
                                      </p:to>
                                    </p:set>
                                    <p:animEffect filter="wipe(left)" transition="in">
                                      <p:cBhvr>
                                        <p:cTn id="34" dur="1000"/>
                                        <p:tgtEl>
                                          <p:spTgt spid="176"/>
                                        </p:tgtEl>
                                      </p:cBhvr>
                                    </p:animEffect>
                                  </p:childTnLst>
                                </p:cTn>
                              </p:par>
                            </p:childTnLst>
                          </p:cTn>
                        </p:par>
                        <p:par>
                          <p:cTn id="35" fill="hold">
                            <p:stCondLst>
                              <p:cond delay="1000"/>
                            </p:stCondLst>
                            <p:childTnLst>
                              <p:par>
                                <p:cTn id="36" presetClass="entr" nodeType="afterEffect" presetSubtype="1" presetID="22" grpId="8" fill="hold">
                                  <p:stCondLst>
                                    <p:cond delay="0"/>
                                  </p:stCondLst>
                                  <p:iterate type="el" backwards="0">
                                    <p:tmAbs val="0"/>
                                  </p:iterate>
                                  <p:childTnLst>
                                    <p:set>
                                      <p:cBhvr>
                                        <p:cTn id="37" fill="hold"/>
                                        <p:tgtEl>
                                          <p:spTgt spid="175"/>
                                        </p:tgtEl>
                                        <p:attrNameLst>
                                          <p:attrName>style.visibility</p:attrName>
                                        </p:attrNameLst>
                                      </p:cBhvr>
                                      <p:to>
                                        <p:strVal val="visible"/>
                                      </p:to>
                                    </p:set>
                                    <p:animEffect filter="wipe(up)" transition="in">
                                      <p:cBhvr>
                                        <p:cTn id="38" dur="1000"/>
                                        <p:tgtEl>
                                          <p:spTgt spid="175"/>
                                        </p:tgtEl>
                                      </p:cBhvr>
                                    </p:animEffect>
                                  </p:childTnLst>
                                </p:cTn>
                              </p:par>
                            </p:childTnLst>
                          </p:cTn>
                        </p:par>
                        <p:par>
                          <p:cTn id="39" fill="hold">
                            <p:stCondLst>
                              <p:cond delay="2000"/>
                            </p:stCondLst>
                            <p:childTnLst>
                              <p:par>
                                <p:cTn id="40" presetClass="entr" nodeType="afterEffect" presetSubtype="1" presetID="22" grpId="9" fill="hold">
                                  <p:stCondLst>
                                    <p:cond delay="0"/>
                                  </p:stCondLst>
                                  <p:iterate type="el" backwards="0">
                                    <p:tmAbs val="0"/>
                                  </p:iterate>
                                  <p:childTnLst>
                                    <p:set>
                                      <p:cBhvr>
                                        <p:cTn id="41" fill="hold"/>
                                        <p:tgtEl>
                                          <p:spTgt spid="178"/>
                                        </p:tgtEl>
                                        <p:attrNameLst>
                                          <p:attrName>style.visibility</p:attrName>
                                        </p:attrNameLst>
                                      </p:cBhvr>
                                      <p:to>
                                        <p:strVal val="visible"/>
                                      </p:to>
                                    </p:set>
                                    <p:animEffect filter="wipe(up)" transition="in">
                                      <p:cBhvr>
                                        <p:cTn id="42" dur="500"/>
                                        <p:tgtEl>
                                          <p:spTgt spid="178"/>
                                        </p:tgtEl>
                                      </p:cBhvr>
                                    </p:animEffect>
                                  </p:childTnLst>
                                </p:cTn>
                              </p:par>
                            </p:childTnLst>
                          </p:cTn>
                        </p:par>
                        <p:par>
                          <p:cTn id="43" fill="hold">
                            <p:stCondLst>
                              <p:cond delay="2500"/>
                            </p:stCondLst>
                            <p:childTnLst>
                              <p:par>
                                <p:cTn id="44" presetClass="entr" nodeType="afterEffect" presetSubtype="2" presetID="2" grpId="10" fill="hold">
                                  <p:stCondLst>
                                    <p:cond delay="0"/>
                                  </p:stCondLst>
                                  <p:iterate type="el" backwards="0">
                                    <p:tmAbs val="0"/>
                                  </p:iterate>
                                  <p:childTnLst>
                                    <p:set>
                                      <p:cBhvr>
                                        <p:cTn id="45" fill="hold"/>
                                        <p:tgtEl>
                                          <p:spTgt spid="171"/>
                                        </p:tgtEl>
                                        <p:attrNameLst>
                                          <p:attrName>style.visibility</p:attrName>
                                        </p:attrNameLst>
                                      </p:cBhvr>
                                      <p:to>
                                        <p:strVal val="visible"/>
                                      </p:to>
                                    </p:set>
                                    <p:anim calcmode="lin" valueType="num">
                                      <p:cBhvr>
                                        <p:cTn id="46" dur="1000" fill="hold"/>
                                        <p:tgtEl>
                                          <p:spTgt spid="171"/>
                                        </p:tgtEl>
                                        <p:attrNameLst>
                                          <p:attrName>ppt_x</p:attrName>
                                        </p:attrNameLst>
                                      </p:cBhvr>
                                      <p:tavLst>
                                        <p:tav tm="0">
                                          <p:val>
                                            <p:strVal val="1+#ppt_w/2"/>
                                          </p:val>
                                        </p:tav>
                                        <p:tav tm="100000">
                                          <p:val>
                                            <p:strVal val="#ppt_x"/>
                                          </p:val>
                                        </p:tav>
                                      </p:tavLst>
                                    </p:anim>
                                    <p:anim calcmode="lin" valueType="num">
                                      <p:cBhvr>
                                        <p:cTn id="47" dur="1000" fill="hold"/>
                                        <p:tgtEl>
                                          <p:spTgt spid="1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8" grpId="9"/>
      <p:bldP build="whole" bldLvl="1" animBg="1" rev="0" advAuto="0" spid="177" grpId="5"/>
      <p:bldP build="whole" bldLvl="1" animBg="1" rev="0" advAuto="0" spid="171" grpId="10"/>
      <p:bldP build="whole" bldLvl="1" animBg="1" rev="0" advAuto="0" spid="172" grpId="2"/>
      <p:bldP build="whole" bldLvl="1" animBg="1" rev="0" advAuto="0" spid="173" grpId="3"/>
      <p:bldP build="whole" bldLvl="1" animBg="1" rev="0" advAuto="0" spid="176" grpId="7"/>
      <p:bldP build="whole" bldLvl="1" animBg="1" rev="0" advAuto="0" spid="175" grpId="8"/>
      <p:bldP build="whole" bldLvl="1" animBg="1" rev="0" advAuto="0" spid="174" grpId="4"/>
      <p:bldP build="whole" bldLvl="1" animBg="1" rev="0" advAuto="0" spid="169" grpId="1"/>
      <p:bldP build="whole" bldLvl="1" animBg="1" rev="0" advAuto="0" spid="170" grpId="6"/>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81" name="TextBox 14"/>
          <p:cNvSpPr txBox="1"/>
          <p:nvPr/>
        </p:nvSpPr>
        <p:spPr>
          <a:xfrm>
            <a:off x="1119050" y="1115404"/>
            <a:ext cx="3969689" cy="4447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00DFEE"/>
                </a:solidFill>
              </a:defRPr>
            </a:lvl1pPr>
          </a:lstStyle>
          <a:p>
            <a:pPr/>
            <a:r>
              <a:t>Classification problem</a:t>
            </a:r>
          </a:p>
        </p:txBody>
      </p:sp>
      <p:pic>
        <p:nvPicPr>
          <p:cNvPr id="182" name="Picture 4" descr="Picture 4"/>
          <p:cNvPicPr>
            <a:picLocks noChangeAspect="1"/>
          </p:cNvPicPr>
          <p:nvPr/>
        </p:nvPicPr>
        <p:blipFill>
          <a:blip r:embed="rId2">
            <a:extLst/>
          </a:blip>
          <a:srcRect l="0" t="0" r="41830" b="0"/>
          <a:stretch>
            <a:fillRect/>
          </a:stretch>
        </p:blipFill>
        <p:spPr>
          <a:xfrm>
            <a:off x="4786565" y="2901393"/>
            <a:ext cx="2125920" cy="2055756"/>
          </a:xfrm>
          <a:prstGeom prst="rect">
            <a:avLst/>
          </a:prstGeom>
          <a:ln w="12700">
            <a:miter lim="400000"/>
          </a:ln>
        </p:spPr>
      </p:pic>
      <p:pic>
        <p:nvPicPr>
          <p:cNvPr id="183" name="Picture 5" descr="Picture 5"/>
          <p:cNvPicPr>
            <a:picLocks noChangeAspect="1"/>
          </p:cNvPicPr>
          <p:nvPr/>
        </p:nvPicPr>
        <p:blipFill>
          <a:blip r:embed="rId3">
            <a:extLst/>
          </a:blip>
          <a:stretch>
            <a:fillRect/>
          </a:stretch>
        </p:blipFill>
        <p:spPr>
          <a:xfrm>
            <a:off x="1237139" y="2388637"/>
            <a:ext cx="1785981" cy="1192143"/>
          </a:xfrm>
          <a:prstGeom prst="rect">
            <a:avLst/>
          </a:prstGeom>
          <a:ln w="12700">
            <a:miter lim="400000"/>
          </a:ln>
        </p:spPr>
      </p:pic>
      <p:pic>
        <p:nvPicPr>
          <p:cNvPr id="184" name="Picture 4" descr="Picture 4"/>
          <p:cNvPicPr>
            <a:picLocks noChangeAspect="1"/>
          </p:cNvPicPr>
          <p:nvPr/>
        </p:nvPicPr>
        <p:blipFill>
          <a:blip r:embed="rId4">
            <a:extLst/>
          </a:blip>
          <a:stretch>
            <a:fillRect/>
          </a:stretch>
        </p:blipFill>
        <p:spPr>
          <a:xfrm>
            <a:off x="1246852" y="4235960"/>
            <a:ext cx="1791013" cy="1192143"/>
          </a:xfrm>
          <a:prstGeom prst="rect">
            <a:avLst/>
          </a:prstGeom>
          <a:ln w="12700">
            <a:miter lim="400000"/>
          </a:ln>
        </p:spPr>
      </p:pic>
      <p:sp>
        <p:nvSpPr>
          <p:cNvPr id="185" name="Rectangle 7"/>
          <p:cNvSpPr/>
          <p:nvPr/>
        </p:nvSpPr>
        <p:spPr>
          <a:xfrm>
            <a:off x="4774189" y="2817845"/>
            <a:ext cx="2125919" cy="2281335"/>
          </a:xfrm>
          <a:prstGeom prst="rect">
            <a:avLst/>
          </a:prstGeom>
          <a:ln w="38100">
            <a:solidFill>
              <a:srgbClr val="00B0F0"/>
            </a:solidFill>
          </a:ln>
        </p:spPr>
        <p:txBody>
          <a:bodyPr lIns="45719" rIns="45719" anchor="ctr"/>
          <a:lstStyle/>
          <a:p>
            <a:pPr algn="ctr">
              <a:defRPr>
                <a:solidFill>
                  <a:srgbClr val="FFFFFF"/>
                </a:solidFill>
              </a:defRPr>
            </a:pPr>
          </a:p>
        </p:txBody>
      </p:sp>
      <p:sp>
        <p:nvSpPr>
          <p:cNvPr id="186" name="Arrow: Right 8"/>
          <p:cNvSpPr/>
          <p:nvPr/>
        </p:nvSpPr>
        <p:spPr>
          <a:xfrm rot="1077310">
            <a:off x="3258084" y="3402996"/>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187" name="Arrow: Right 9"/>
          <p:cNvSpPr/>
          <p:nvPr/>
        </p:nvSpPr>
        <p:spPr>
          <a:xfrm rot="20121119">
            <a:off x="3314529" y="4369951"/>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188" name="TextBox 10"/>
          <p:cNvSpPr txBox="1"/>
          <p:nvPr/>
        </p:nvSpPr>
        <p:spPr>
          <a:xfrm>
            <a:off x="1830932" y="3638937"/>
            <a:ext cx="659232"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FFFFFF"/>
                </a:solidFill>
              </a:defRPr>
            </a:lvl1pPr>
          </a:lstStyle>
          <a:p>
            <a:pPr/>
            <a:r>
              <a:t>Apple</a:t>
            </a:r>
          </a:p>
        </p:txBody>
      </p:sp>
      <p:sp>
        <p:nvSpPr>
          <p:cNvPr id="189" name="TextBox 11"/>
          <p:cNvSpPr txBox="1"/>
          <p:nvPr/>
        </p:nvSpPr>
        <p:spPr>
          <a:xfrm>
            <a:off x="1754305" y="5504882"/>
            <a:ext cx="816172"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FFFFFF"/>
                </a:solidFill>
              </a:defRPr>
            </a:lvl1pPr>
          </a:lstStyle>
          <a:p>
            <a:pPr/>
            <a:r>
              <a:t>Banana</a:t>
            </a:r>
          </a:p>
        </p:txBody>
      </p:sp>
      <p:sp>
        <p:nvSpPr>
          <p:cNvPr id="190" name="Arrow: Right 13"/>
          <p:cNvSpPr/>
          <p:nvPr/>
        </p:nvSpPr>
        <p:spPr>
          <a:xfrm>
            <a:off x="7269767" y="3823603"/>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191" name="TextBox 15"/>
          <p:cNvSpPr txBox="1"/>
          <p:nvPr/>
        </p:nvSpPr>
        <p:spPr>
          <a:xfrm>
            <a:off x="8636932" y="3744603"/>
            <a:ext cx="952759"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Apple</a:t>
            </a:r>
          </a:p>
        </p:txBody>
      </p:sp>
      <p:sp>
        <p:nvSpPr>
          <p:cNvPr id="192" name="Arrow: Right 16"/>
          <p:cNvSpPr/>
          <p:nvPr/>
        </p:nvSpPr>
        <p:spPr>
          <a:xfrm rot="5400000">
            <a:off x="5616990" y="2378623"/>
            <a:ext cx="559911" cy="227982"/>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pic>
        <p:nvPicPr>
          <p:cNvPr id="193" name="Picture 8" descr="Picture 8"/>
          <p:cNvPicPr>
            <a:picLocks noChangeAspect="1"/>
          </p:cNvPicPr>
          <p:nvPr/>
        </p:nvPicPr>
        <p:blipFill>
          <a:blip r:embed="rId5">
            <a:extLst/>
          </a:blip>
          <a:stretch>
            <a:fillRect/>
          </a:stretch>
        </p:blipFill>
        <p:spPr>
          <a:xfrm>
            <a:off x="5506996" y="1396847"/>
            <a:ext cx="710473" cy="710472"/>
          </a:xfrm>
          <a:prstGeom prst="rect">
            <a:avLst/>
          </a:prstGeom>
          <a:ln w="12700">
            <a:miter lim="400000"/>
          </a:ln>
        </p:spPr>
      </p:pic>
      <p:sp>
        <p:nvSpPr>
          <p:cNvPr id="194" name="TextBox 4"/>
          <p:cNvSpPr txBox="1"/>
          <p:nvPr/>
        </p:nvSpPr>
        <p:spPr>
          <a:xfrm>
            <a:off x="1616506" y="5876549"/>
            <a:ext cx="973154"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solidFill>
                  <a:srgbClr val="FFFFFF"/>
                </a:solidFill>
              </a:defRPr>
            </a:lvl1pPr>
          </a:lstStyle>
          <a:p>
            <a:pPr/>
            <a:r>
              <a:t>Input</a:t>
            </a:r>
          </a:p>
        </p:txBody>
      </p:sp>
      <p:sp>
        <p:nvSpPr>
          <p:cNvPr id="195" name="TextBox 6"/>
          <p:cNvSpPr txBox="1"/>
          <p:nvPr/>
        </p:nvSpPr>
        <p:spPr>
          <a:xfrm>
            <a:off x="5409853" y="5360063"/>
            <a:ext cx="1277736"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a:solidFill>
                  <a:srgbClr val="FFFF00"/>
                </a:solidFill>
              </a:defRPr>
            </a:pPr>
            <a:r>
              <a:t>Model</a:t>
            </a:r>
            <a:endParaRPr>
              <a:solidFill>
                <a:srgbClr val="FFFFFF"/>
              </a:solidFill>
            </a:endParaRPr>
          </a:p>
          <a:p>
            <a:pPr algn="ctr">
              <a:defRPr b="1">
                <a:solidFill>
                  <a:srgbClr val="FFFF00"/>
                </a:solidFill>
              </a:defRPr>
            </a:pPr>
            <a:r>
              <a:t>(Algorithm)</a:t>
            </a:r>
          </a:p>
        </p:txBody>
      </p:sp>
      <p:sp>
        <p:nvSpPr>
          <p:cNvPr id="196" name="TextBox 12"/>
          <p:cNvSpPr txBox="1"/>
          <p:nvPr/>
        </p:nvSpPr>
        <p:spPr>
          <a:xfrm>
            <a:off x="8626734" y="4862252"/>
            <a:ext cx="973154"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solidFill>
                  <a:srgbClr val="FFFFFF"/>
                </a:solidFill>
              </a:defRPr>
            </a:lvl1pPr>
          </a:lstStyle>
          <a:p>
            <a:pPr/>
            <a:r>
              <a:t>Output</a:t>
            </a:r>
          </a:p>
        </p:txBody>
      </p:sp>
      <p:pic>
        <p:nvPicPr>
          <p:cNvPr id="197" name="Picture 18" descr="Picture 18"/>
          <p:cNvPicPr>
            <a:picLocks noChangeAspect="1"/>
          </p:cNvPicPr>
          <p:nvPr/>
        </p:nvPicPr>
        <p:blipFill>
          <a:blip r:embed="rId6">
            <a:extLst/>
          </a:blip>
          <a:stretch>
            <a:fillRect/>
          </a:stretch>
        </p:blipFill>
        <p:spPr>
          <a:xfrm>
            <a:off x="5364133" y="1227851"/>
            <a:ext cx="1006589" cy="973036"/>
          </a:xfrm>
          <a:prstGeom prst="rect">
            <a:avLst/>
          </a:prstGeom>
          <a:ln w="12700">
            <a:miter lim="400000"/>
          </a:ln>
        </p:spPr>
      </p:pic>
      <p:sp>
        <p:nvSpPr>
          <p:cNvPr id="198" name="Rectangle 19"/>
          <p:cNvSpPr/>
          <p:nvPr/>
        </p:nvSpPr>
        <p:spPr>
          <a:xfrm>
            <a:off x="8636433" y="3465512"/>
            <a:ext cx="1425953" cy="992732"/>
          </a:xfrm>
          <a:prstGeom prst="rect">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199" name="TextBox 20"/>
          <p:cNvSpPr txBox="1"/>
          <p:nvPr/>
        </p:nvSpPr>
        <p:spPr>
          <a:xfrm>
            <a:off x="8647128" y="3727679"/>
            <a:ext cx="952759"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Apple</a:t>
            </a:r>
          </a:p>
        </p:txBody>
      </p:sp>
      <p:sp>
        <p:nvSpPr>
          <p:cNvPr id="200" name="Title 1"/>
          <p:cNvSpPr txBox="1"/>
          <p:nvPr>
            <p:ph type="title"/>
          </p:nvPr>
        </p:nvSpPr>
        <p:spPr>
          <a:xfrm>
            <a:off x="1073330" y="236251"/>
            <a:ext cx="8532026" cy="854076"/>
          </a:xfrm>
          <a:prstGeom prst="rect">
            <a:avLst/>
          </a:prstGeom>
        </p:spPr>
        <p:txBody>
          <a:bodyPr/>
          <a:lstStyle>
            <a:lvl1pPr>
              <a:defRPr b="1" spc="-100">
                <a:solidFill>
                  <a:srgbClr val="FFFF00"/>
                </a:solidFill>
                <a:latin typeface="+mn-lt"/>
                <a:ea typeface="+mn-ea"/>
                <a:cs typeface="+mn-cs"/>
                <a:sym typeface="Calibri"/>
              </a:defRPr>
            </a:lvl1pPr>
          </a:lstStyle>
          <a:p>
            <a:pPr/>
            <a:r>
              <a:t>Supervised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2" presetID="2" grpId="1" fill="hold">
                                  <p:stCondLst>
                                    <p:cond delay="0"/>
                                  </p:stCondLst>
                                  <p:iterate type="el" backwards="0">
                                    <p:tmAbs val="0"/>
                                  </p:iterate>
                                  <p:childTnLst>
                                    <p:set>
                                      <p:cBhvr>
                                        <p:cTn id="6" fill="hold"/>
                                        <p:tgtEl>
                                          <p:spTgt spid="181"/>
                                        </p:tgtEl>
                                        <p:attrNameLst>
                                          <p:attrName>style.visibility</p:attrName>
                                        </p:attrNameLst>
                                      </p:cBhvr>
                                      <p:to>
                                        <p:strVal val="visible"/>
                                      </p:to>
                                    </p:set>
                                    <p:anim calcmode="lin" valueType="num">
                                      <p:cBhvr>
                                        <p:cTn id="7" dur="1000" fill="hold"/>
                                        <p:tgtEl>
                                          <p:spTgt spid="181"/>
                                        </p:tgtEl>
                                        <p:attrNameLst>
                                          <p:attrName>ppt_x</p:attrName>
                                        </p:attrNameLst>
                                      </p:cBhvr>
                                      <p:tavLst>
                                        <p:tav tm="0">
                                          <p:val>
                                            <p:strVal val="1+#ppt_w/2"/>
                                          </p:val>
                                        </p:tav>
                                        <p:tav tm="100000">
                                          <p:val>
                                            <p:strVal val="#ppt_x"/>
                                          </p:val>
                                        </p:tav>
                                      </p:tavLst>
                                    </p:anim>
                                    <p:anim calcmode="lin" valueType="num">
                                      <p:cBhvr>
                                        <p:cTn id="8" dur="1000" fill="hold"/>
                                        <p:tgtEl>
                                          <p:spTgt spid="1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32" presetID="4" grpId="2" fill="hold">
                                  <p:stCondLst>
                                    <p:cond delay="0"/>
                                  </p:stCondLst>
                                  <p:iterate type="el" backwards="0">
                                    <p:tmAbs val="0"/>
                                  </p:iterate>
                                  <p:childTnLst>
                                    <p:set>
                                      <p:cBhvr>
                                        <p:cTn id="12" fill="hold"/>
                                        <p:tgtEl>
                                          <p:spTgt spid="182"/>
                                        </p:tgtEl>
                                        <p:attrNameLst>
                                          <p:attrName>style.visibility</p:attrName>
                                        </p:attrNameLst>
                                      </p:cBhvr>
                                      <p:to>
                                        <p:strVal val="visible"/>
                                      </p:to>
                                    </p:set>
                                    <p:animEffect filter="box(out)" transition="in">
                                      <p:cBhvr>
                                        <p:cTn id="13" dur="1000"/>
                                        <p:tgtEl>
                                          <p:spTgt spid="182"/>
                                        </p:tgtEl>
                                      </p:cBhvr>
                                    </p:animEffect>
                                  </p:childTnLst>
                                </p:cTn>
                              </p:par>
                            </p:childTnLst>
                          </p:cTn>
                        </p:par>
                        <p:par>
                          <p:cTn id="14" fill="hold">
                            <p:stCondLst>
                              <p:cond delay="1000"/>
                            </p:stCondLst>
                            <p:childTnLst>
                              <p:par>
                                <p:cTn id="15" presetClass="entr" nodeType="afterEffect" presetSubtype="32" presetID="4" grpId="3" fill="hold">
                                  <p:stCondLst>
                                    <p:cond delay="0"/>
                                  </p:stCondLst>
                                  <p:iterate type="el" backwards="0">
                                    <p:tmAbs val="0"/>
                                  </p:iterate>
                                  <p:childTnLst>
                                    <p:set>
                                      <p:cBhvr>
                                        <p:cTn id="16" fill="hold"/>
                                        <p:tgtEl>
                                          <p:spTgt spid="185"/>
                                        </p:tgtEl>
                                        <p:attrNameLst>
                                          <p:attrName>style.visibility</p:attrName>
                                        </p:attrNameLst>
                                      </p:cBhvr>
                                      <p:to>
                                        <p:strVal val="visible"/>
                                      </p:to>
                                    </p:set>
                                    <p:animEffect filter="box(out)" transition="in">
                                      <p:cBhvr>
                                        <p:cTn id="17" dur="1000"/>
                                        <p:tgtEl>
                                          <p:spTgt spid="185"/>
                                        </p:tgtEl>
                                      </p:cBhvr>
                                    </p:animEffect>
                                  </p:childTnLst>
                                </p:cTn>
                              </p:par>
                            </p:childTnLst>
                          </p:cTn>
                        </p:par>
                        <p:par>
                          <p:cTn id="18" fill="hold">
                            <p:stCondLst>
                              <p:cond delay="2000"/>
                            </p:stCondLst>
                            <p:childTnLst>
                              <p:par>
                                <p:cTn id="19" presetClass="entr" nodeType="afterEffect" presetSubtype="4" presetID="2" grpId="4" fill="hold">
                                  <p:stCondLst>
                                    <p:cond delay="0"/>
                                  </p:stCondLst>
                                  <p:iterate type="el" backwards="0">
                                    <p:tmAbs val="0"/>
                                  </p:iterate>
                                  <p:childTnLst>
                                    <p:set>
                                      <p:cBhvr>
                                        <p:cTn id="20" fill="hold"/>
                                        <p:tgtEl>
                                          <p:spTgt spid="195"/>
                                        </p:tgtEl>
                                        <p:attrNameLst>
                                          <p:attrName>style.visibility</p:attrName>
                                        </p:attrNameLst>
                                      </p:cBhvr>
                                      <p:to>
                                        <p:strVal val="visible"/>
                                      </p:to>
                                    </p:set>
                                    <p:anim calcmode="lin" valueType="num">
                                      <p:cBhvr>
                                        <p:cTn id="21" dur="1000" fill="hold"/>
                                        <p:tgtEl>
                                          <p:spTgt spid="195"/>
                                        </p:tgtEl>
                                        <p:attrNameLst>
                                          <p:attrName>ppt_x</p:attrName>
                                        </p:attrNameLst>
                                      </p:cBhvr>
                                      <p:tavLst>
                                        <p:tav tm="0">
                                          <p:val>
                                            <p:strVal val="#ppt_x"/>
                                          </p:val>
                                        </p:tav>
                                        <p:tav tm="100000">
                                          <p:val>
                                            <p:strVal val="#ppt_x"/>
                                          </p:val>
                                        </p:tav>
                                      </p:tavLst>
                                    </p:anim>
                                    <p:anim calcmode="lin" valueType="num">
                                      <p:cBhvr>
                                        <p:cTn id="22" dur="1000" fill="hold"/>
                                        <p:tgtEl>
                                          <p:spTgt spid="19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183"/>
                                        </p:tgtEl>
                                        <p:attrNameLst>
                                          <p:attrName>style.visibility</p:attrName>
                                        </p:attrNameLst>
                                      </p:cBhvr>
                                      <p:to>
                                        <p:strVal val="visible"/>
                                      </p:to>
                                    </p:set>
                                    <p:anim calcmode="lin" valueType="num">
                                      <p:cBhvr>
                                        <p:cTn id="27" dur="500" fill="hold"/>
                                        <p:tgtEl>
                                          <p:spTgt spid="183"/>
                                        </p:tgtEl>
                                        <p:attrNameLst>
                                          <p:attrName>ppt_x</p:attrName>
                                        </p:attrNameLst>
                                      </p:cBhvr>
                                      <p:tavLst>
                                        <p:tav tm="0">
                                          <p:val>
                                            <p:strVal val="0-#ppt_w/2"/>
                                          </p:val>
                                        </p:tav>
                                        <p:tav tm="100000">
                                          <p:val>
                                            <p:strVal val="#ppt_x"/>
                                          </p:val>
                                        </p:tav>
                                      </p:tavLst>
                                    </p:anim>
                                    <p:anim calcmode="lin" valueType="num">
                                      <p:cBhvr>
                                        <p:cTn id="28" dur="500" fill="hold"/>
                                        <p:tgtEl>
                                          <p:spTgt spid="183"/>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Class="entr" nodeType="afterEffect" presetSubtype="8" presetID="2" grpId="6" fill="hold">
                                  <p:stCondLst>
                                    <p:cond delay="0"/>
                                  </p:stCondLst>
                                  <p:iterate type="el" backwards="0">
                                    <p:tmAbs val="0"/>
                                  </p:iterate>
                                  <p:childTnLst>
                                    <p:set>
                                      <p:cBhvr>
                                        <p:cTn id="31" fill="hold"/>
                                        <p:tgtEl>
                                          <p:spTgt spid="188"/>
                                        </p:tgtEl>
                                        <p:attrNameLst>
                                          <p:attrName>style.visibility</p:attrName>
                                        </p:attrNameLst>
                                      </p:cBhvr>
                                      <p:to>
                                        <p:strVal val="visible"/>
                                      </p:to>
                                    </p:set>
                                    <p:anim calcmode="lin" valueType="num">
                                      <p:cBhvr>
                                        <p:cTn id="32" dur="500" fill="hold"/>
                                        <p:tgtEl>
                                          <p:spTgt spid="188"/>
                                        </p:tgtEl>
                                        <p:attrNameLst>
                                          <p:attrName>ppt_x</p:attrName>
                                        </p:attrNameLst>
                                      </p:cBhvr>
                                      <p:tavLst>
                                        <p:tav tm="0">
                                          <p:val>
                                            <p:strVal val="0-#ppt_w/2"/>
                                          </p:val>
                                        </p:tav>
                                        <p:tav tm="100000">
                                          <p:val>
                                            <p:strVal val="#ppt_x"/>
                                          </p:val>
                                        </p:tav>
                                      </p:tavLst>
                                    </p:anim>
                                    <p:anim calcmode="lin" valueType="num">
                                      <p:cBhvr>
                                        <p:cTn id="33" dur="500" fill="hold"/>
                                        <p:tgtEl>
                                          <p:spTgt spid="188"/>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Class="entr" nodeType="afterEffect" presetSubtype="8" presetID="22" grpId="7" fill="hold">
                                  <p:stCondLst>
                                    <p:cond delay="0"/>
                                  </p:stCondLst>
                                  <p:iterate type="el" backwards="0">
                                    <p:tmAbs val="0"/>
                                  </p:iterate>
                                  <p:childTnLst>
                                    <p:set>
                                      <p:cBhvr>
                                        <p:cTn id="36" fill="hold"/>
                                        <p:tgtEl>
                                          <p:spTgt spid="186"/>
                                        </p:tgtEl>
                                        <p:attrNameLst>
                                          <p:attrName>style.visibility</p:attrName>
                                        </p:attrNameLst>
                                      </p:cBhvr>
                                      <p:to>
                                        <p:strVal val="visible"/>
                                      </p:to>
                                    </p:set>
                                    <p:animEffect filter="wipe(left)" transition="in">
                                      <p:cBhvr>
                                        <p:cTn id="37" dur="500"/>
                                        <p:tgtEl>
                                          <p:spTgt spid="186"/>
                                        </p:tgtEl>
                                      </p:cBhvr>
                                    </p:animEffect>
                                  </p:childTnLst>
                                </p:cTn>
                              </p:par>
                            </p:childTnLst>
                          </p:cTn>
                        </p:par>
                        <p:par>
                          <p:cTn id="38" fill="hold">
                            <p:stCondLst>
                              <p:cond delay="1500"/>
                            </p:stCondLst>
                            <p:childTnLst>
                              <p:par>
                                <p:cTn id="39" presetClass="entr" nodeType="afterEffect" presetSubtype="8" presetID="2" grpId="8" fill="hold">
                                  <p:stCondLst>
                                    <p:cond delay="0"/>
                                  </p:stCondLst>
                                  <p:iterate type="el" backwards="0">
                                    <p:tmAbs val="0"/>
                                  </p:iterate>
                                  <p:childTnLst>
                                    <p:set>
                                      <p:cBhvr>
                                        <p:cTn id="40" fill="hold"/>
                                        <p:tgtEl>
                                          <p:spTgt spid="184"/>
                                        </p:tgtEl>
                                        <p:attrNameLst>
                                          <p:attrName>style.visibility</p:attrName>
                                        </p:attrNameLst>
                                      </p:cBhvr>
                                      <p:to>
                                        <p:strVal val="visible"/>
                                      </p:to>
                                    </p:set>
                                    <p:anim calcmode="lin" valueType="num">
                                      <p:cBhvr>
                                        <p:cTn id="41" dur="500" fill="hold"/>
                                        <p:tgtEl>
                                          <p:spTgt spid="184"/>
                                        </p:tgtEl>
                                        <p:attrNameLst>
                                          <p:attrName>ppt_x</p:attrName>
                                        </p:attrNameLst>
                                      </p:cBhvr>
                                      <p:tavLst>
                                        <p:tav tm="0">
                                          <p:val>
                                            <p:strVal val="0-#ppt_w/2"/>
                                          </p:val>
                                        </p:tav>
                                        <p:tav tm="100000">
                                          <p:val>
                                            <p:strVal val="#ppt_x"/>
                                          </p:val>
                                        </p:tav>
                                      </p:tavLst>
                                    </p:anim>
                                    <p:anim calcmode="lin" valueType="num">
                                      <p:cBhvr>
                                        <p:cTn id="42" dur="500" fill="hold"/>
                                        <p:tgtEl>
                                          <p:spTgt spid="184"/>
                                        </p:tgtEl>
                                        <p:attrNameLst>
                                          <p:attrName>ppt_y</p:attrName>
                                        </p:attrNameLst>
                                      </p:cBhvr>
                                      <p:tavLst>
                                        <p:tav tm="0">
                                          <p:val>
                                            <p:strVal val="#ppt_y"/>
                                          </p:val>
                                        </p:tav>
                                        <p:tav tm="100000">
                                          <p:val>
                                            <p:strVal val="#ppt_y"/>
                                          </p:val>
                                        </p:tav>
                                      </p:tavLst>
                                    </p:anim>
                                  </p:childTnLst>
                                </p:cTn>
                              </p:par>
                            </p:childTnLst>
                          </p:cTn>
                        </p:par>
                        <p:par>
                          <p:cTn id="43" fill="hold">
                            <p:stCondLst>
                              <p:cond delay="2000"/>
                            </p:stCondLst>
                            <p:childTnLst>
                              <p:par>
                                <p:cTn id="44" presetClass="entr" nodeType="afterEffect" presetSubtype="8" presetID="2" grpId="9" fill="hold">
                                  <p:stCondLst>
                                    <p:cond delay="0"/>
                                  </p:stCondLst>
                                  <p:iterate type="el" backwards="0">
                                    <p:tmAbs val="0"/>
                                  </p:iterate>
                                  <p:childTnLst>
                                    <p:set>
                                      <p:cBhvr>
                                        <p:cTn id="45" fill="hold"/>
                                        <p:tgtEl>
                                          <p:spTgt spid="189"/>
                                        </p:tgtEl>
                                        <p:attrNameLst>
                                          <p:attrName>style.visibility</p:attrName>
                                        </p:attrNameLst>
                                      </p:cBhvr>
                                      <p:to>
                                        <p:strVal val="visible"/>
                                      </p:to>
                                    </p:set>
                                    <p:anim calcmode="lin" valueType="num">
                                      <p:cBhvr>
                                        <p:cTn id="46" dur="500" fill="hold"/>
                                        <p:tgtEl>
                                          <p:spTgt spid="189"/>
                                        </p:tgtEl>
                                        <p:attrNameLst>
                                          <p:attrName>ppt_x</p:attrName>
                                        </p:attrNameLst>
                                      </p:cBhvr>
                                      <p:tavLst>
                                        <p:tav tm="0">
                                          <p:val>
                                            <p:strVal val="0-#ppt_w/2"/>
                                          </p:val>
                                        </p:tav>
                                        <p:tav tm="100000">
                                          <p:val>
                                            <p:strVal val="#ppt_x"/>
                                          </p:val>
                                        </p:tav>
                                      </p:tavLst>
                                    </p:anim>
                                    <p:anim calcmode="lin" valueType="num">
                                      <p:cBhvr>
                                        <p:cTn id="47" dur="500" fill="hold"/>
                                        <p:tgtEl>
                                          <p:spTgt spid="189"/>
                                        </p:tgtEl>
                                        <p:attrNameLst>
                                          <p:attrName>ppt_y</p:attrName>
                                        </p:attrNameLst>
                                      </p:cBhvr>
                                      <p:tavLst>
                                        <p:tav tm="0">
                                          <p:val>
                                            <p:strVal val="#ppt_y"/>
                                          </p:val>
                                        </p:tav>
                                        <p:tav tm="100000">
                                          <p:val>
                                            <p:strVal val="#ppt_y"/>
                                          </p:val>
                                        </p:tav>
                                      </p:tavLst>
                                    </p:anim>
                                  </p:childTnLst>
                                </p:cTn>
                              </p:par>
                            </p:childTnLst>
                          </p:cTn>
                        </p:par>
                        <p:par>
                          <p:cTn id="48" fill="hold">
                            <p:stCondLst>
                              <p:cond delay="2500"/>
                            </p:stCondLst>
                            <p:childTnLst>
                              <p:par>
                                <p:cTn id="49" presetClass="entr" nodeType="afterEffect" presetSubtype="8" presetID="22" grpId="10" fill="hold">
                                  <p:stCondLst>
                                    <p:cond delay="0"/>
                                  </p:stCondLst>
                                  <p:iterate type="el" backwards="0">
                                    <p:tmAbs val="0"/>
                                  </p:iterate>
                                  <p:childTnLst>
                                    <p:set>
                                      <p:cBhvr>
                                        <p:cTn id="50" fill="hold"/>
                                        <p:tgtEl>
                                          <p:spTgt spid="187"/>
                                        </p:tgtEl>
                                        <p:attrNameLst>
                                          <p:attrName>style.visibility</p:attrName>
                                        </p:attrNameLst>
                                      </p:cBhvr>
                                      <p:to>
                                        <p:strVal val="visible"/>
                                      </p:to>
                                    </p:set>
                                    <p:animEffect filter="wipe(left)" transition="in">
                                      <p:cBhvr>
                                        <p:cTn id="51" dur="500"/>
                                        <p:tgtEl>
                                          <p:spTgt spid="187"/>
                                        </p:tgtEl>
                                      </p:cBhvr>
                                    </p:animEffect>
                                  </p:childTnLst>
                                </p:cTn>
                              </p:par>
                            </p:childTnLst>
                          </p:cTn>
                        </p:par>
                        <p:par>
                          <p:cTn id="52" fill="hold">
                            <p:stCondLst>
                              <p:cond delay="3000"/>
                            </p:stCondLst>
                            <p:childTnLst>
                              <p:par>
                                <p:cTn id="53" presetClass="entr" nodeType="afterEffect" presetSubtype="4" presetID="2" grpId="11" fill="hold">
                                  <p:stCondLst>
                                    <p:cond delay="0"/>
                                  </p:stCondLst>
                                  <p:iterate type="el" backwards="0">
                                    <p:tmAbs val="0"/>
                                  </p:iterate>
                                  <p:childTnLst>
                                    <p:set>
                                      <p:cBhvr>
                                        <p:cTn id="54" fill="hold"/>
                                        <p:tgtEl>
                                          <p:spTgt spid="194"/>
                                        </p:tgtEl>
                                        <p:attrNameLst>
                                          <p:attrName>style.visibility</p:attrName>
                                        </p:attrNameLst>
                                      </p:cBhvr>
                                      <p:to>
                                        <p:strVal val="visible"/>
                                      </p:to>
                                    </p:set>
                                    <p:anim calcmode="lin" valueType="num">
                                      <p:cBhvr>
                                        <p:cTn id="55" dur="500" fill="hold"/>
                                        <p:tgtEl>
                                          <p:spTgt spid="194"/>
                                        </p:tgtEl>
                                        <p:attrNameLst>
                                          <p:attrName>ppt_x</p:attrName>
                                        </p:attrNameLst>
                                      </p:cBhvr>
                                      <p:tavLst>
                                        <p:tav tm="0">
                                          <p:val>
                                            <p:strVal val="#ppt_x"/>
                                          </p:val>
                                        </p:tav>
                                        <p:tav tm="100000">
                                          <p:val>
                                            <p:strVal val="#ppt_x"/>
                                          </p:val>
                                        </p:tav>
                                      </p:tavLst>
                                    </p:anim>
                                    <p:anim calcmode="lin" valueType="num">
                                      <p:cBhvr>
                                        <p:cTn id="56"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Class="entr" nodeType="clickEffect" presetSubtype="16" presetID="4" grpId="12" fill="hold">
                                  <p:stCondLst>
                                    <p:cond delay="0"/>
                                  </p:stCondLst>
                                  <p:iterate type="el" backwards="0">
                                    <p:tmAbs val="0"/>
                                  </p:iterate>
                                  <p:childTnLst>
                                    <p:set>
                                      <p:cBhvr>
                                        <p:cTn id="60" fill="hold"/>
                                        <p:tgtEl>
                                          <p:spTgt spid="193"/>
                                        </p:tgtEl>
                                        <p:attrNameLst>
                                          <p:attrName>style.visibility</p:attrName>
                                        </p:attrNameLst>
                                      </p:cBhvr>
                                      <p:to>
                                        <p:strVal val="visible"/>
                                      </p:to>
                                    </p:set>
                                    <p:animEffect filter="box(in)" transition="in">
                                      <p:cBhvr>
                                        <p:cTn id="61" dur="1000"/>
                                        <p:tgtEl>
                                          <p:spTgt spid="193"/>
                                        </p:tgtEl>
                                      </p:cBhvr>
                                    </p:animEffect>
                                  </p:childTnLst>
                                </p:cTn>
                              </p:par>
                            </p:childTnLst>
                          </p:cTn>
                        </p:par>
                        <p:par>
                          <p:cTn id="62" fill="hold">
                            <p:stCondLst>
                              <p:cond delay="1000"/>
                            </p:stCondLst>
                            <p:childTnLst>
                              <p:par>
                                <p:cTn id="63" presetClass="entr" nodeType="afterEffect" presetSubtype="1" presetID="22" grpId="13" fill="hold">
                                  <p:stCondLst>
                                    <p:cond delay="0"/>
                                  </p:stCondLst>
                                  <p:iterate type="el" backwards="0">
                                    <p:tmAbs val="0"/>
                                  </p:iterate>
                                  <p:childTnLst>
                                    <p:set>
                                      <p:cBhvr>
                                        <p:cTn id="64" fill="hold"/>
                                        <p:tgtEl>
                                          <p:spTgt spid="192"/>
                                        </p:tgtEl>
                                        <p:attrNameLst>
                                          <p:attrName>style.visibility</p:attrName>
                                        </p:attrNameLst>
                                      </p:cBhvr>
                                      <p:to>
                                        <p:strVal val="visible"/>
                                      </p:to>
                                    </p:set>
                                    <p:animEffect filter="wipe(up)" transition="in">
                                      <p:cBhvr>
                                        <p:cTn id="65" dur="500"/>
                                        <p:tgtEl>
                                          <p:spTgt spid="192"/>
                                        </p:tgtEl>
                                      </p:cBhvr>
                                    </p:animEffect>
                                  </p:childTnLst>
                                </p:cTn>
                              </p:par>
                            </p:childTnLst>
                          </p:cTn>
                        </p:par>
                        <p:par>
                          <p:cTn id="66" fill="hold">
                            <p:stCondLst>
                              <p:cond delay="1500"/>
                            </p:stCondLst>
                            <p:childTnLst>
                              <p:par>
                                <p:cTn id="67" presetClass="entr" nodeType="afterEffect" presetSubtype="8" presetID="22" grpId="14" fill="hold">
                                  <p:stCondLst>
                                    <p:cond delay="0"/>
                                  </p:stCondLst>
                                  <p:iterate type="el" backwards="0">
                                    <p:tmAbs val="0"/>
                                  </p:iterate>
                                  <p:childTnLst>
                                    <p:set>
                                      <p:cBhvr>
                                        <p:cTn id="68" fill="hold"/>
                                        <p:tgtEl>
                                          <p:spTgt spid="190"/>
                                        </p:tgtEl>
                                        <p:attrNameLst>
                                          <p:attrName>style.visibility</p:attrName>
                                        </p:attrNameLst>
                                      </p:cBhvr>
                                      <p:to>
                                        <p:strVal val="visible"/>
                                      </p:to>
                                    </p:set>
                                    <p:animEffect filter="wipe(left)" transition="in">
                                      <p:cBhvr>
                                        <p:cTn id="69" dur="500"/>
                                        <p:tgtEl>
                                          <p:spTgt spid="190"/>
                                        </p:tgtEl>
                                      </p:cBhvr>
                                    </p:animEffect>
                                  </p:childTnLst>
                                </p:cTn>
                              </p:par>
                            </p:childTnLst>
                          </p:cTn>
                        </p:par>
                      </p:childTnLst>
                    </p:cTn>
                  </p:par>
                  <p:par>
                    <p:cTn id="70" fill="hold">
                      <p:stCondLst>
                        <p:cond delay="indefinite"/>
                      </p:stCondLst>
                      <p:childTnLst>
                        <p:par>
                          <p:cTn id="71" fill="hold">
                            <p:stCondLst>
                              <p:cond delay="0"/>
                            </p:stCondLst>
                            <p:childTnLst>
                              <p:par>
                                <p:cTn id="72" presetClass="entr" nodeType="clickEffect" presetSubtype="16" presetID="4" grpId="15" fill="hold">
                                  <p:stCondLst>
                                    <p:cond delay="0"/>
                                  </p:stCondLst>
                                  <p:iterate type="el" backwards="0">
                                    <p:tmAbs val="0"/>
                                  </p:iterate>
                                  <p:childTnLst>
                                    <p:set>
                                      <p:cBhvr>
                                        <p:cTn id="73" fill="hold"/>
                                        <p:tgtEl>
                                          <p:spTgt spid="191"/>
                                        </p:tgtEl>
                                        <p:attrNameLst>
                                          <p:attrName>style.visibility</p:attrName>
                                        </p:attrNameLst>
                                      </p:cBhvr>
                                      <p:to>
                                        <p:strVal val="visible"/>
                                      </p:to>
                                    </p:set>
                                    <p:animEffect filter="box(in)" transition="in">
                                      <p:cBhvr>
                                        <p:cTn id="74" dur="1000"/>
                                        <p:tgtEl>
                                          <p:spTgt spid="191"/>
                                        </p:tgtEl>
                                      </p:cBhvr>
                                    </p:animEffect>
                                  </p:childTnLst>
                                </p:cTn>
                              </p:par>
                            </p:childTnLst>
                          </p:cTn>
                        </p:par>
                        <p:par>
                          <p:cTn id="75" fill="hold">
                            <p:stCondLst>
                              <p:cond delay="1000"/>
                            </p:stCondLst>
                            <p:childTnLst>
                              <p:par>
                                <p:cTn id="76" presetClass="entr" nodeType="afterEffect" presetSubtype="4" presetID="2" grpId="16" fill="hold">
                                  <p:stCondLst>
                                    <p:cond delay="0"/>
                                  </p:stCondLst>
                                  <p:iterate type="el" backwards="0">
                                    <p:tmAbs val="0"/>
                                  </p:iterate>
                                  <p:childTnLst>
                                    <p:set>
                                      <p:cBhvr>
                                        <p:cTn id="77" fill="hold"/>
                                        <p:tgtEl>
                                          <p:spTgt spid="196"/>
                                        </p:tgtEl>
                                        <p:attrNameLst>
                                          <p:attrName>style.visibility</p:attrName>
                                        </p:attrNameLst>
                                      </p:cBhvr>
                                      <p:to>
                                        <p:strVal val="visible"/>
                                      </p:to>
                                    </p:set>
                                    <p:anim calcmode="lin" valueType="num">
                                      <p:cBhvr>
                                        <p:cTn id="78" dur="500" fill="hold"/>
                                        <p:tgtEl>
                                          <p:spTgt spid="196"/>
                                        </p:tgtEl>
                                        <p:attrNameLst>
                                          <p:attrName>ppt_x</p:attrName>
                                        </p:attrNameLst>
                                      </p:cBhvr>
                                      <p:tavLst>
                                        <p:tav tm="0">
                                          <p:val>
                                            <p:strVal val="#ppt_x"/>
                                          </p:val>
                                        </p:tav>
                                        <p:tav tm="100000">
                                          <p:val>
                                            <p:strVal val="#ppt_x"/>
                                          </p:val>
                                        </p:tav>
                                      </p:tavLst>
                                    </p:anim>
                                    <p:anim calcmode="lin" valueType="num">
                                      <p:cBhvr>
                                        <p:cTn id="79" dur="500" fill="hold"/>
                                        <p:tgtEl>
                                          <p:spTgt spid="19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Class="entr" nodeType="clickEffect" presetID="10" grpId="17" fill="hold">
                                  <p:stCondLst>
                                    <p:cond delay="0"/>
                                  </p:stCondLst>
                                  <p:iterate type="el" backwards="0">
                                    <p:tmAbs val="0"/>
                                  </p:iterate>
                                  <p:childTnLst>
                                    <p:set>
                                      <p:cBhvr>
                                        <p:cTn id="83" fill="hold"/>
                                        <p:tgtEl>
                                          <p:spTgt spid="197"/>
                                        </p:tgtEl>
                                        <p:attrNameLst>
                                          <p:attrName>style.visibility</p:attrName>
                                        </p:attrNameLst>
                                      </p:cBhvr>
                                      <p:to>
                                        <p:strVal val="visible"/>
                                      </p:to>
                                    </p:set>
                                    <p:animEffect filter="fade" transition="in">
                                      <p:cBhvr>
                                        <p:cTn id="84" dur="2000"/>
                                        <p:tgtEl>
                                          <p:spTgt spid="197"/>
                                        </p:tgtEl>
                                      </p:cBhvr>
                                    </p:animEffect>
                                  </p:childTnLst>
                                </p:cTn>
                              </p:par>
                            </p:childTnLst>
                          </p:cTn>
                        </p:par>
                        <p:par>
                          <p:cTn id="85" fill="hold">
                            <p:stCondLst>
                              <p:cond delay="2000"/>
                            </p:stCondLst>
                            <p:childTnLst>
                              <p:par>
                                <p:cTn id="86" presetClass="entr" nodeType="afterEffect" presetSubtype="0" presetID="1" grpId="18" fill="hold">
                                  <p:stCondLst>
                                    <p:cond delay="0"/>
                                  </p:stCondLst>
                                  <p:iterate type="el" backwards="0">
                                    <p:tmAbs val="0"/>
                                  </p:iterate>
                                  <p:childTnLst>
                                    <p:set>
                                      <p:cBhvr>
                                        <p:cTn id="87" fill="hold"/>
                                        <p:tgtEl>
                                          <p:spTgt spid="19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Class="entr" nodeType="clickEffect" presetSubtype="16" presetID="4" grpId="19" fill="hold">
                                  <p:stCondLst>
                                    <p:cond delay="0"/>
                                  </p:stCondLst>
                                  <p:iterate type="el" backwards="0">
                                    <p:tmAbs val="0"/>
                                  </p:iterate>
                                  <p:childTnLst>
                                    <p:set>
                                      <p:cBhvr>
                                        <p:cTn id="91" fill="hold"/>
                                        <p:tgtEl>
                                          <p:spTgt spid="199"/>
                                        </p:tgtEl>
                                        <p:attrNameLst>
                                          <p:attrName>style.visibility</p:attrName>
                                        </p:attrNameLst>
                                      </p:cBhvr>
                                      <p:to>
                                        <p:strVal val="visible"/>
                                      </p:to>
                                    </p:set>
                                    <p:animEffect filter="box(in)" transition="in">
                                      <p:cBhvr>
                                        <p:cTn id="92"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2" grpId="2"/>
      <p:bldP build="whole" bldLvl="1" animBg="1" rev="0" advAuto="0" spid="191" grpId="15"/>
      <p:bldP build="whole" bldLvl="1" animBg="1" rev="0" advAuto="0" spid="190" grpId="14"/>
      <p:bldP build="whole" bldLvl="1" animBg="1" rev="0" advAuto="0" spid="185" grpId="3"/>
      <p:bldP build="whole" bldLvl="1" animBg="1" rev="0" advAuto="0" spid="196" grpId="16"/>
      <p:bldP build="whole" bldLvl="1" animBg="1" rev="0" advAuto="0" spid="187" grpId="10"/>
      <p:bldP build="whole" bldLvl="1" animBg="1" rev="0" advAuto="0" spid="193" grpId="12"/>
      <p:bldP build="whole" bldLvl="1" animBg="1" rev="0" advAuto="0" spid="183" grpId="5"/>
      <p:bldP build="whole" bldLvl="1" animBg="1" rev="0" advAuto="0" spid="197" grpId="17"/>
      <p:bldP build="whole" bldLvl="1" animBg="1" rev="0" advAuto="0" spid="199" grpId="19"/>
      <p:bldP build="whole" bldLvl="1" animBg="1" rev="0" advAuto="0" spid="192" grpId="13"/>
      <p:bldP build="whole" bldLvl="1" animBg="1" rev="0" advAuto="0" spid="189" grpId="9"/>
      <p:bldP build="whole" bldLvl="1" animBg="1" rev="0" advAuto="0" spid="181" grpId="1"/>
      <p:bldP build="whole" bldLvl="1" animBg="1" rev="0" advAuto="0" spid="184" grpId="8"/>
      <p:bldP build="whole" bldLvl="1" animBg="1" rev="0" advAuto="0" spid="186" grpId="7"/>
      <p:bldP build="whole" bldLvl="1" animBg="1" rev="0" advAuto="0" spid="194" grpId="11"/>
      <p:bldP build="whole" bldLvl="1" animBg="1" rev="0" advAuto="0" spid="195" grpId="4"/>
      <p:bldP build="whole" bldLvl="1" animBg="1" rev="0" advAuto="0" spid="188" grpId="6"/>
      <p:bldP build="whole" bldLvl="1" animBg="1" rev="0" advAuto="0" spid="198" grpId="18"/>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pic>
        <p:nvPicPr>
          <p:cNvPr id="203" name="Picture 4" descr="Picture 4"/>
          <p:cNvPicPr>
            <a:picLocks noChangeAspect="1"/>
          </p:cNvPicPr>
          <p:nvPr/>
        </p:nvPicPr>
        <p:blipFill>
          <a:blip r:embed="rId2">
            <a:extLst/>
          </a:blip>
          <a:srcRect l="0" t="0" r="41830" b="0"/>
          <a:stretch>
            <a:fillRect/>
          </a:stretch>
        </p:blipFill>
        <p:spPr>
          <a:xfrm>
            <a:off x="5648716" y="2988481"/>
            <a:ext cx="2125919" cy="2055756"/>
          </a:xfrm>
          <a:prstGeom prst="rect">
            <a:avLst/>
          </a:prstGeom>
          <a:ln w="12700">
            <a:miter lim="400000"/>
          </a:ln>
        </p:spPr>
      </p:pic>
      <p:sp>
        <p:nvSpPr>
          <p:cNvPr id="204" name="Rectangle 7"/>
          <p:cNvSpPr/>
          <p:nvPr/>
        </p:nvSpPr>
        <p:spPr>
          <a:xfrm>
            <a:off x="5636340" y="2904933"/>
            <a:ext cx="2125919" cy="2281335"/>
          </a:xfrm>
          <a:prstGeom prst="rect">
            <a:avLst/>
          </a:prstGeom>
          <a:ln w="38100">
            <a:solidFill>
              <a:srgbClr val="00B0F0"/>
            </a:solidFill>
          </a:ln>
        </p:spPr>
        <p:txBody>
          <a:bodyPr lIns="45719" rIns="45719" anchor="ctr"/>
          <a:lstStyle/>
          <a:p>
            <a:pPr algn="ctr">
              <a:defRPr>
                <a:solidFill>
                  <a:srgbClr val="FFFFFF"/>
                </a:solidFill>
              </a:defRPr>
            </a:pPr>
          </a:p>
        </p:txBody>
      </p:sp>
      <p:sp>
        <p:nvSpPr>
          <p:cNvPr id="205" name="Arrow: Right 13"/>
          <p:cNvSpPr/>
          <p:nvPr/>
        </p:nvSpPr>
        <p:spPr>
          <a:xfrm>
            <a:off x="8131918" y="3910693"/>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206" name="Arrow: Right 4"/>
          <p:cNvSpPr/>
          <p:nvPr/>
        </p:nvSpPr>
        <p:spPr>
          <a:xfrm>
            <a:off x="4409004" y="3910693"/>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graphicFrame>
        <p:nvGraphicFramePr>
          <p:cNvPr id="207" name="Table 12"/>
          <p:cNvGraphicFramePr/>
          <p:nvPr/>
        </p:nvGraphicFramePr>
        <p:xfrm>
          <a:off x="1146954" y="2941116"/>
          <a:ext cx="2998877" cy="17809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99438"/>
                <a:gridCol w="1499438"/>
              </a:tblGrid>
              <a:tr h="356188">
                <a:tc>
                  <a:txBody>
                    <a:bodyPr/>
                    <a:lstStyle/>
                    <a:p>
                      <a:pPr algn="ctr">
                        <a:defRPr>
                          <a:solidFill>
                            <a:srgbClr val="000000"/>
                          </a:solidFill>
                        </a:defRPr>
                      </a:pPr>
                      <a:r>
                        <a:rPr>
                          <a:solidFill>
                            <a:srgbClr val="FFFFFF"/>
                          </a:solidFill>
                        </a:rPr>
                        <a:t>Temperature (°C)</a:t>
                      </a:r>
                    </a:p>
                  </a:txBody>
                  <a:tcPr marL="45720" marR="45720" marT="45720" marB="45720" anchor="t" anchorCtr="0" horzOverflow="overflow"/>
                </a:tc>
                <a:tc>
                  <a:txBody>
                    <a:bodyPr/>
                    <a:lstStyle/>
                    <a:p>
                      <a:pPr algn="ctr">
                        <a:defRPr>
                          <a:solidFill>
                            <a:srgbClr val="000000"/>
                          </a:solidFill>
                        </a:defRPr>
                      </a:pPr>
                      <a:r>
                        <a:rPr>
                          <a:solidFill>
                            <a:srgbClr val="FFFFFF"/>
                          </a:solidFill>
                        </a:rPr>
                        <a:t>Temperature (F)</a:t>
                      </a:r>
                    </a:p>
                  </a:txBody>
                  <a:tcPr marL="45720" marR="45720" marT="45720" marB="45720" anchor="t" anchorCtr="0" horzOverflow="overflow"/>
                </a:tc>
              </a:tr>
              <a:tr h="356188">
                <a:tc>
                  <a:txBody>
                    <a:bodyPr/>
                    <a:lstStyle/>
                    <a:p>
                      <a:pPr algn="ctr">
                        <a:defRPr>
                          <a:solidFill>
                            <a:srgbClr val="000000"/>
                          </a:solidFill>
                        </a:defRPr>
                      </a:pPr>
                      <a:r>
                        <a:rPr>
                          <a:solidFill>
                            <a:srgbClr val="FFFFFF"/>
                          </a:solidFill>
                        </a:rPr>
                        <a:t>10</a:t>
                      </a:r>
                    </a:p>
                  </a:txBody>
                  <a:tcPr marL="45720" marR="45720" marT="45720" marB="45720" anchor="t" anchorCtr="0" horzOverflow="overflow"/>
                </a:tc>
                <a:tc>
                  <a:txBody>
                    <a:bodyPr/>
                    <a:lstStyle/>
                    <a:p>
                      <a:pPr algn="ctr">
                        <a:defRPr>
                          <a:solidFill>
                            <a:srgbClr val="000000"/>
                          </a:solidFill>
                        </a:defRPr>
                      </a:pPr>
                      <a:r>
                        <a:rPr>
                          <a:solidFill>
                            <a:srgbClr val="FFFFFF"/>
                          </a:solidFill>
                        </a:rPr>
                        <a:t>50</a:t>
                      </a:r>
                    </a:p>
                  </a:txBody>
                  <a:tcPr marL="45720" marR="45720" marT="45720" marB="45720" anchor="t" anchorCtr="0" horzOverflow="overflow"/>
                </a:tc>
              </a:tr>
              <a:tr h="356188">
                <a:tc>
                  <a:txBody>
                    <a:bodyPr/>
                    <a:lstStyle/>
                    <a:p>
                      <a:pPr algn="ctr">
                        <a:defRPr>
                          <a:solidFill>
                            <a:srgbClr val="000000"/>
                          </a:solidFill>
                        </a:defRPr>
                      </a:pPr>
                      <a:r>
                        <a:rPr>
                          <a:solidFill>
                            <a:srgbClr val="FFFFFF"/>
                          </a:solidFill>
                        </a:rPr>
                        <a:t>13</a:t>
                      </a:r>
                    </a:p>
                  </a:txBody>
                  <a:tcPr marL="45720" marR="45720" marT="45720" marB="45720" anchor="t" anchorCtr="0" horzOverflow="overflow"/>
                </a:tc>
                <a:tc>
                  <a:txBody>
                    <a:bodyPr/>
                    <a:lstStyle/>
                    <a:p>
                      <a:pPr algn="ctr">
                        <a:defRPr>
                          <a:solidFill>
                            <a:srgbClr val="000000"/>
                          </a:solidFill>
                        </a:defRPr>
                      </a:pPr>
                      <a:r>
                        <a:rPr>
                          <a:solidFill>
                            <a:srgbClr val="FFFFFF"/>
                          </a:solidFill>
                        </a:rPr>
                        <a:t>55.4</a:t>
                      </a:r>
                    </a:p>
                  </a:txBody>
                  <a:tcPr marL="45720" marR="45720" marT="45720" marB="45720" anchor="t" anchorCtr="0" horzOverflow="overflow"/>
                </a:tc>
              </a:tr>
              <a:tr h="356188">
                <a:tc>
                  <a:txBody>
                    <a:bodyPr/>
                    <a:lstStyle/>
                    <a:p>
                      <a:pPr algn="ctr">
                        <a:defRPr>
                          <a:solidFill>
                            <a:srgbClr val="000000"/>
                          </a:solidFill>
                        </a:defRPr>
                      </a:pPr>
                      <a:r>
                        <a:rPr>
                          <a:solidFill>
                            <a:srgbClr val="FFFFFF"/>
                          </a:solidFill>
                        </a:rPr>
                        <a:t>22</a:t>
                      </a:r>
                    </a:p>
                  </a:txBody>
                  <a:tcPr marL="45720" marR="45720" marT="45720" marB="45720" anchor="t" anchorCtr="0" horzOverflow="overflow"/>
                </a:tc>
                <a:tc>
                  <a:txBody>
                    <a:bodyPr/>
                    <a:lstStyle/>
                    <a:p>
                      <a:pPr algn="ctr">
                        <a:defRPr>
                          <a:solidFill>
                            <a:srgbClr val="000000"/>
                          </a:solidFill>
                        </a:defRPr>
                      </a:pPr>
                      <a:r>
                        <a:rPr>
                          <a:solidFill>
                            <a:srgbClr val="FFFFFF"/>
                          </a:solidFill>
                        </a:rPr>
                        <a:t>71.6</a:t>
                      </a:r>
                    </a:p>
                  </a:txBody>
                  <a:tcPr marL="45720" marR="45720" marT="45720" marB="45720" anchor="t" anchorCtr="0" horzOverflow="overflow"/>
                </a:tc>
              </a:tr>
              <a:tr h="356188">
                <a:tc>
                  <a:txBody>
                    <a:bodyPr/>
                    <a:lstStyle/>
                    <a:p>
                      <a:pPr algn="ctr">
                        <a:defRPr>
                          <a:solidFill>
                            <a:srgbClr val="000000"/>
                          </a:solidFill>
                        </a:defRPr>
                      </a:pPr>
                      <a:r>
                        <a:rPr>
                          <a:solidFill>
                            <a:srgbClr val="FFFFFF"/>
                          </a:solidFill>
                        </a:rPr>
                        <a:t>35</a:t>
                      </a:r>
                    </a:p>
                  </a:txBody>
                  <a:tcPr marL="45720" marR="45720" marT="45720" marB="45720" anchor="t" anchorCtr="0" horzOverflow="overflow"/>
                </a:tc>
                <a:tc>
                  <a:txBody>
                    <a:bodyPr/>
                    <a:lstStyle/>
                    <a:p>
                      <a:pPr algn="ctr">
                        <a:defRPr>
                          <a:solidFill>
                            <a:srgbClr val="000000"/>
                          </a:solidFill>
                        </a:defRPr>
                      </a:pPr>
                      <a:r>
                        <a:rPr>
                          <a:solidFill>
                            <a:srgbClr val="FFFFFF"/>
                          </a:solidFill>
                        </a:rPr>
                        <a:t>95</a:t>
                      </a:r>
                    </a:p>
                  </a:txBody>
                  <a:tcPr marL="45720" marR="45720" marT="45720" marB="45720" anchor="t" anchorCtr="0" horzOverflow="overflow"/>
                </a:tc>
              </a:tr>
            </a:tbl>
          </a:graphicData>
        </a:graphic>
      </p:graphicFrame>
      <p:sp>
        <p:nvSpPr>
          <p:cNvPr id="208" name="TextBox 12"/>
          <p:cNvSpPr txBox="1"/>
          <p:nvPr/>
        </p:nvSpPr>
        <p:spPr>
          <a:xfrm>
            <a:off x="6442068" y="1744501"/>
            <a:ext cx="747673"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FF"/>
                </a:solidFill>
              </a:defRPr>
            </a:lvl1pPr>
          </a:lstStyle>
          <a:p>
            <a:pPr/>
            <a:r>
              <a:t>45 °C</a:t>
            </a:r>
          </a:p>
        </p:txBody>
      </p:sp>
      <p:sp>
        <p:nvSpPr>
          <p:cNvPr id="209" name="Arrow: Right 16"/>
          <p:cNvSpPr/>
          <p:nvPr/>
        </p:nvSpPr>
        <p:spPr>
          <a:xfrm rot="5400000">
            <a:off x="6533335" y="2368957"/>
            <a:ext cx="559911"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210" name="TextBox 17"/>
          <p:cNvSpPr txBox="1"/>
          <p:nvPr/>
        </p:nvSpPr>
        <p:spPr>
          <a:xfrm>
            <a:off x="9499083" y="3793849"/>
            <a:ext cx="776398"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00"/>
                </a:solidFill>
              </a:defRPr>
            </a:lvl1pPr>
          </a:lstStyle>
          <a:p>
            <a:pPr/>
            <a:r>
              <a:t>113 F</a:t>
            </a:r>
          </a:p>
        </p:txBody>
      </p:sp>
      <p:sp>
        <p:nvSpPr>
          <p:cNvPr id="211" name="TextBox 18"/>
          <p:cNvSpPr txBox="1"/>
          <p:nvPr/>
        </p:nvSpPr>
        <p:spPr>
          <a:xfrm>
            <a:off x="1119050" y="1173873"/>
            <a:ext cx="3969689"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00DFEE"/>
                </a:solidFill>
              </a:defRPr>
            </a:lvl1pPr>
          </a:lstStyle>
          <a:p>
            <a:pPr/>
            <a:r>
              <a:t>Regression problem</a:t>
            </a:r>
          </a:p>
        </p:txBody>
      </p:sp>
      <p:sp>
        <p:nvSpPr>
          <p:cNvPr id="212" name="TextBox 5"/>
          <p:cNvSpPr txBox="1"/>
          <p:nvPr/>
        </p:nvSpPr>
        <p:spPr>
          <a:xfrm>
            <a:off x="2017866" y="5304738"/>
            <a:ext cx="97315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FF"/>
                </a:solidFill>
              </a:defRPr>
            </a:lvl1pPr>
          </a:lstStyle>
          <a:p>
            <a:pPr/>
            <a:r>
              <a:t>Input</a:t>
            </a:r>
          </a:p>
        </p:txBody>
      </p:sp>
      <p:sp>
        <p:nvSpPr>
          <p:cNvPr id="213" name="TextBox 8"/>
          <p:cNvSpPr txBox="1"/>
          <p:nvPr/>
        </p:nvSpPr>
        <p:spPr>
          <a:xfrm>
            <a:off x="5941950" y="5304738"/>
            <a:ext cx="1742681" cy="760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00"/>
                </a:solidFill>
              </a:defRPr>
            </a:pPr>
            <a:r>
              <a:t>Model</a:t>
            </a:r>
            <a:endParaRPr>
              <a:solidFill>
                <a:srgbClr val="FFFFFF"/>
              </a:solidFill>
            </a:endParaRPr>
          </a:p>
          <a:p>
            <a:pPr algn="ctr">
              <a:defRPr b="1" sz="2400">
                <a:solidFill>
                  <a:srgbClr val="FFFF00"/>
                </a:solidFill>
              </a:defRPr>
            </a:pPr>
            <a:r>
              <a:t>(Algorithm)</a:t>
            </a:r>
          </a:p>
        </p:txBody>
      </p:sp>
      <p:sp>
        <p:nvSpPr>
          <p:cNvPr id="214" name="TextBox 9"/>
          <p:cNvSpPr txBox="1"/>
          <p:nvPr/>
        </p:nvSpPr>
        <p:spPr>
          <a:xfrm>
            <a:off x="9499083" y="5328299"/>
            <a:ext cx="1212922"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FF"/>
                </a:solidFill>
              </a:defRPr>
            </a:lvl1pPr>
          </a:lstStyle>
          <a:p>
            <a:pPr/>
            <a:r>
              <a:t>Output</a:t>
            </a:r>
          </a:p>
        </p:txBody>
      </p:sp>
      <p:sp>
        <p:nvSpPr>
          <p:cNvPr id="215" name="Title 1"/>
          <p:cNvSpPr txBox="1"/>
          <p:nvPr>
            <p:ph type="title"/>
          </p:nvPr>
        </p:nvSpPr>
        <p:spPr>
          <a:xfrm>
            <a:off x="1073330" y="236251"/>
            <a:ext cx="8532026" cy="854076"/>
          </a:xfrm>
          <a:prstGeom prst="rect">
            <a:avLst/>
          </a:prstGeom>
        </p:spPr>
        <p:txBody>
          <a:bodyPr/>
          <a:lstStyle>
            <a:lvl1pPr>
              <a:defRPr b="1" spc="-100">
                <a:solidFill>
                  <a:srgbClr val="FFFF00"/>
                </a:solidFill>
                <a:latin typeface="+mn-lt"/>
                <a:ea typeface="+mn-ea"/>
                <a:cs typeface="+mn-cs"/>
                <a:sym typeface="Calibri"/>
              </a:defRPr>
            </a:lvl1pPr>
          </a:lstStyle>
          <a:p>
            <a:pPr/>
            <a:r>
              <a:t>Supervised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2" presetID="2" grpId="1" fill="hold">
                                  <p:stCondLst>
                                    <p:cond delay="0"/>
                                  </p:stCondLst>
                                  <p:iterate type="el" backwards="0">
                                    <p:tmAbs val="0"/>
                                  </p:iterate>
                                  <p:childTnLst>
                                    <p:set>
                                      <p:cBhvr>
                                        <p:cTn id="6" fill="hold"/>
                                        <p:tgtEl>
                                          <p:spTgt spid="211"/>
                                        </p:tgtEl>
                                        <p:attrNameLst>
                                          <p:attrName>style.visibility</p:attrName>
                                        </p:attrNameLst>
                                      </p:cBhvr>
                                      <p:to>
                                        <p:strVal val="visible"/>
                                      </p:to>
                                    </p:set>
                                    <p:anim calcmode="lin" valueType="num">
                                      <p:cBhvr>
                                        <p:cTn id="7" dur="1000" fill="hold"/>
                                        <p:tgtEl>
                                          <p:spTgt spid="211"/>
                                        </p:tgtEl>
                                        <p:attrNameLst>
                                          <p:attrName>ppt_x</p:attrName>
                                        </p:attrNameLst>
                                      </p:cBhvr>
                                      <p:tavLst>
                                        <p:tav tm="0">
                                          <p:val>
                                            <p:strVal val="1+#ppt_w/2"/>
                                          </p:val>
                                        </p:tav>
                                        <p:tav tm="100000">
                                          <p:val>
                                            <p:strVal val="#ppt_x"/>
                                          </p:val>
                                        </p:tav>
                                      </p:tavLst>
                                    </p:anim>
                                    <p:anim calcmode="lin" valueType="num">
                                      <p:cBhvr>
                                        <p:cTn id="8" dur="1000" fill="hold"/>
                                        <p:tgtEl>
                                          <p:spTgt spid="2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32" presetID="4" grpId="2" fill="hold">
                                  <p:stCondLst>
                                    <p:cond delay="0"/>
                                  </p:stCondLst>
                                  <p:iterate type="el" backwards="0">
                                    <p:tmAbs val="0"/>
                                  </p:iterate>
                                  <p:childTnLst>
                                    <p:set>
                                      <p:cBhvr>
                                        <p:cTn id="12" fill="hold"/>
                                        <p:tgtEl>
                                          <p:spTgt spid="203"/>
                                        </p:tgtEl>
                                        <p:attrNameLst>
                                          <p:attrName>style.visibility</p:attrName>
                                        </p:attrNameLst>
                                      </p:cBhvr>
                                      <p:to>
                                        <p:strVal val="visible"/>
                                      </p:to>
                                    </p:set>
                                    <p:animEffect filter="box(out)" transition="in">
                                      <p:cBhvr>
                                        <p:cTn id="13" dur="1000"/>
                                        <p:tgtEl>
                                          <p:spTgt spid="203"/>
                                        </p:tgtEl>
                                      </p:cBhvr>
                                    </p:animEffect>
                                  </p:childTnLst>
                                </p:cTn>
                              </p:par>
                            </p:childTnLst>
                          </p:cTn>
                        </p:par>
                        <p:par>
                          <p:cTn id="14" fill="hold">
                            <p:stCondLst>
                              <p:cond delay="1000"/>
                            </p:stCondLst>
                            <p:childTnLst>
                              <p:par>
                                <p:cTn id="15" presetClass="entr" nodeType="afterEffect" presetSubtype="32" presetID="4" grpId="3" fill="hold">
                                  <p:stCondLst>
                                    <p:cond delay="0"/>
                                  </p:stCondLst>
                                  <p:iterate type="el" backwards="0">
                                    <p:tmAbs val="0"/>
                                  </p:iterate>
                                  <p:childTnLst>
                                    <p:set>
                                      <p:cBhvr>
                                        <p:cTn id="16" fill="hold"/>
                                        <p:tgtEl>
                                          <p:spTgt spid="204"/>
                                        </p:tgtEl>
                                        <p:attrNameLst>
                                          <p:attrName>style.visibility</p:attrName>
                                        </p:attrNameLst>
                                      </p:cBhvr>
                                      <p:to>
                                        <p:strVal val="visible"/>
                                      </p:to>
                                    </p:set>
                                    <p:animEffect filter="box(out)" transition="in">
                                      <p:cBhvr>
                                        <p:cTn id="17" dur="1000"/>
                                        <p:tgtEl>
                                          <p:spTgt spid="204"/>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4" presetID="2" grpId="4" fill="hold">
                                  <p:stCondLst>
                                    <p:cond delay="0"/>
                                  </p:stCondLst>
                                  <p:iterate type="el" backwards="0">
                                    <p:tmAbs val="0"/>
                                  </p:iterate>
                                  <p:childTnLst>
                                    <p:set>
                                      <p:cBhvr>
                                        <p:cTn id="21" fill="hold"/>
                                        <p:tgtEl>
                                          <p:spTgt spid="213"/>
                                        </p:tgtEl>
                                        <p:attrNameLst>
                                          <p:attrName>style.visibility</p:attrName>
                                        </p:attrNameLst>
                                      </p:cBhvr>
                                      <p:to>
                                        <p:strVal val="visible"/>
                                      </p:to>
                                    </p:set>
                                    <p:anim calcmode="lin" valueType="num">
                                      <p:cBhvr>
                                        <p:cTn id="22" dur="500" fill="hold"/>
                                        <p:tgtEl>
                                          <p:spTgt spid="213"/>
                                        </p:tgtEl>
                                        <p:attrNameLst>
                                          <p:attrName>ppt_x</p:attrName>
                                        </p:attrNameLst>
                                      </p:cBhvr>
                                      <p:tavLst>
                                        <p:tav tm="0">
                                          <p:val>
                                            <p:strVal val="#ppt_x"/>
                                          </p:val>
                                        </p:tav>
                                        <p:tav tm="100000">
                                          <p:val>
                                            <p:strVal val="#ppt_x"/>
                                          </p:val>
                                        </p:tav>
                                      </p:tavLst>
                                    </p:anim>
                                    <p:anim calcmode="lin" valueType="num">
                                      <p:cBhvr>
                                        <p:cTn id="23" dur="500" fill="hold"/>
                                        <p:tgtEl>
                                          <p:spTgt spid="2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1" presetID="22" grpId="5" fill="hold">
                                  <p:stCondLst>
                                    <p:cond delay="0"/>
                                  </p:stCondLst>
                                  <p:iterate type="el" backwards="0">
                                    <p:tmAbs val="0"/>
                                  </p:iterate>
                                  <p:childTnLst>
                                    <p:set>
                                      <p:cBhvr>
                                        <p:cTn id="27" fill="hold"/>
                                        <p:tgtEl>
                                          <p:spTgt spid="207"/>
                                        </p:tgtEl>
                                        <p:attrNameLst>
                                          <p:attrName>style.visibility</p:attrName>
                                        </p:attrNameLst>
                                      </p:cBhvr>
                                      <p:to>
                                        <p:strVal val="visible"/>
                                      </p:to>
                                    </p:set>
                                    <p:animEffect filter="wipe(up)" transition="in">
                                      <p:cBhvr>
                                        <p:cTn id="28" dur="500"/>
                                        <p:tgtEl>
                                          <p:spTgt spid="207"/>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4" presetID="2" grpId="6" fill="hold">
                                  <p:stCondLst>
                                    <p:cond delay="0"/>
                                  </p:stCondLst>
                                  <p:iterate type="el" backwards="0">
                                    <p:tmAbs val="0"/>
                                  </p:iterate>
                                  <p:childTnLst>
                                    <p:set>
                                      <p:cBhvr>
                                        <p:cTn id="32" fill="hold"/>
                                        <p:tgtEl>
                                          <p:spTgt spid="212"/>
                                        </p:tgtEl>
                                        <p:attrNameLst>
                                          <p:attrName>style.visibility</p:attrName>
                                        </p:attrNameLst>
                                      </p:cBhvr>
                                      <p:to>
                                        <p:strVal val="visible"/>
                                      </p:to>
                                    </p:set>
                                    <p:anim calcmode="lin" valueType="num">
                                      <p:cBhvr>
                                        <p:cTn id="33" dur="500" fill="hold"/>
                                        <p:tgtEl>
                                          <p:spTgt spid="212"/>
                                        </p:tgtEl>
                                        <p:attrNameLst>
                                          <p:attrName>ppt_x</p:attrName>
                                        </p:attrNameLst>
                                      </p:cBhvr>
                                      <p:tavLst>
                                        <p:tav tm="0">
                                          <p:val>
                                            <p:strVal val="#ppt_x"/>
                                          </p:val>
                                        </p:tav>
                                        <p:tav tm="100000">
                                          <p:val>
                                            <p:strVal val="#ppt_x"/>
                                          </p:val>
                                        </p:tav>
                                      </p:tavLst>
                                    </p:anim>
                                    <p:anim calcmode="lin" valueType="num">
                                      <p:cBhvr>
                                        <p:cTn id="34" dur="500" fill="hold"/>
                                        <p:tgtEl>
                                          <p:spTgt spid="2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8" presetID="22" grpId="7" fill="hold">
                                  <p:stCondLst>
                                    <p:cond delay="0"/>
                                  </p:stCondLst>
                                  <p:iterate type="el" backwards="0">
                                    <p:tmAbs val="0"/>
                                  </p:iterate>
                                  <p:childTnLst>
                                    <p:set>
                                      <p:cBhvr>
                                        <p:cTn id="38" fill="hold"/>
                                        <p:tgtEl>
                                          <p:spTgt spid="206"/>
                                        </p:tgtEl>
                                        <p:attrNameLst>
                                          <p:attrName>style.visibility</p:attrName>
                                        </p:attrNameLst>
                                      </p:cBhvr>
                                      <p:to>
                                        <p:strVal val="visible"/>
                                      </p:to>
                                    </p:set>
                                    <p:animEffect filter="wipe(left)" transition="in">
                                      <p:cBhvr>
                                        <p:cTn id="39" dur="500"/>
                                        <p:tgtEl>
                                          <p:spTgt spid="206"/>
                                        </p:tgtEl>
                                      </p:cBhvr>
                                    </p:animEffect>
                                  </p:childTnLst>
                                </p:cTn>
                              </p:par>
                            </p:childTnLst>
                          </p:cTn>
                        </p:par>
                      </p:childTnLst>
                    </p:cTn>
                  </p:par>
                  <p:par>
                    <p:cTn id="40" fill="hold">
                      <p:stCondLst>
                        <p:cond delay="indefinite"/>
                      </p:stCondLst>
                      <p:childTnLst>
                        <p:par>
                          <p:cTn id="41" fill="hold">
                            <p:stCondLst>
                              <p:cond delay="0"/>
                            </p:stCondLst>
                            <p:childTnLst>
                              <p:par>
                                <p:cTn id="42" presetClass="entr" nodeType="clickEffect" presetSubtype="2" presetID="2" grpId="8" fill="hold">
                                  <p:stCondLst>
                                    <p:cond delay="0"/>
                                  </p:stCondLst>
                                  <p:iterate type="el" backwards="0">
                                    <p:tmAbs val="0"/>
                                  </p:iterate>
                                  <p:childTnLst>
                                    <p:set>
                                      <p:cBhvr>
                                        <p:cTn id="43" fill="hold"/>
                                        <p:tgtEl>
                                          <p:spTgt spid="208"/>
                                        </p:tgtEl>
                                        <p:attrNameLst>
                                          <p:attrName>style.visibility</p:attrName>
                                        </p:attrNameLst>
                                      </p:cBhvr>
                                      <p:to>
                                        <p:strVal val="visible"/>
                                      </p:to>
                                    </p:set>
                                    <p:anim calcmode="lin" valueType="num">
                                      <p:cBhvr>
                                        <p:cTn id="44" dur="500" fill="hold"/>
                                        <p:tgtEl>
                                          <p:spTgt spid="208"/>
                                        </p:tgtEl>
                                        <p:attrNameLst>
                                          <p:attrName>ppt_x</p:attrName>
                                        </p:attrNameLst>
                                      </p:cBhvr>
                                      <p:tavLst>
                                        <p:tav tm="0">
                                          <p:val>
                                            <p:strVal val="1+#ppt_w/2"/>
                                          </p:val>
                                        </p:tav>
                                        <p:tav tm="100000">
                                          <p:val>
                                            <p:strVal val="#ppt_x"/>
                                          </p:val>
                                        </p:tav>
                                      </p:tavLst>
                                    </p:anim>
                                    <p:anim calcmode="lin" valueType="num">
                                      <p:cBhvr>
                                        <p:cTn id="45" dur="500" fill="hold"/>
                                        <p:tgtEl>
                                          <p:spTgt spid="208"/>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1" presetID="22" grpId="9" fill="hold">
                                  <p:stCondLst>
                                    <p:cond delay="0"/>
                                  </p:stCondLst>
                                  <p:iterate type="el" backwards="0">
                                    <p:tmAbs val="0"/>
                                  </p:iterate>
                                  <p:childTnLst>
                                    <p:set>
                                      <p:cBhvr>
                                        <p:cTn id="49" fill="hold"/>
                                        <p:tgtEl>
                                          <p:spTgt spid="209"/>
                                        </p:tgtEl>
                                        <p:attrNameLst>
                                          <p:attrName>style.visibility</p:attrName>
                                        </p:attrNameLst>
                                      </p:cBhvr>
                                      <p:to>
                                        <p:strVal val="visible"/>
                                      </p:to>
                                    </p:set>
                                    <p:animEffect filter="wipe(up)" transition="in">
                                      <p:cBhvr>
                                        <p:cTn id="50" dur="500"/>
                                        <p:tgtEl>
                                          <p:spTgt spid="209"/>
                                        </p:tgtEl>
                                      </p:cBhvr>
                                    </p:animEffect>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8" presetID="22" grpId="10" fill="hold">
                                  <p:stCondLst>
                                    <p:cond delay="0"/>
                                  </p:stCondLst>
                                  <p:iterate type="el" backwards="0">
                                    <p:tmAbs val="0"/>
                                  </p:iterate>
                                  <p:childTnLst>
                                    <p:set>
                                      <p:cBhvr>
                                        <p:cTn id="54" fill="hold"/>
                                        <p:tgtEl>
                                          <p:spTgt spid="205"/>
                                        </p:tgtEl>
                                        <p:attrNameLst>
                                          <p:attrName>style.visibility</p:attrName>
                                        </p:attrNameLst>
                                      </p:cBhvr>
                                      <p:to>
                                        <p:strVal val="visible"/>
                                      </p:to>
                                    </p:set>
                                    <p:animEffect filter="wipe(left)" transition="in">
                                      <p:cBhvr>
                                        <p:cTn id="55" dur="500"/>
                                        <p:tgtEl>
                                          <p:spTgt spid="205"/>
                                        </p:tgtEl>
                                      </p:cBhvr>
                                    </p:animEffect>
                                  </p:childTnLst>
                                </p:cTn>
                              </p:par>
                            </p:childTnLst>
                          </p:cTn>
                        </p:par>
                        <p:par>
                          <p:cTn id="56" fill="hold">
                            <p:stCondLst>
                              <p:cond delay="500"/>
                            </p:stCondLst>
                            <p:childTnLst>
                              <p:par>
                                <p:cTn id="57" presetClass="entr" nodeType="afterEffect" presetSubtype="16" presetID="4" grpId="11" fill="hold">
                                  <p:stCondLst>
                                    <p:cond delay="0"/>
                                  </p:stCondLst>
                                  <p:iterate type="el" backwards="0">
                                    <p:tmAbs val="0"/>
                                  </p:iterate>
                                  <p:childTnLst>
                                    <p:set>
                                      <p:cBhvr>
                                        <p:cTn id="58" fill="hold"/>
                                        <p:tgtEl>
                                          <p:spTgt spid="210"/>
                                        </p:tgtEl>
                                        <p:attrNameLst>
                                          <p:attrName>style.visibility</p:attrName>
                                        </p:attrNameLst>
                                      </p:cBhvr>
                                      <p:to>
                                        <p:strVal val="visible"/>
                                      </p:to>
                                    </p:set>
                                    <p:animEffect filter="box(in)" transition="in">
                                      <p:cBhvr>
                                        <p:cTn id="59" dur="1000"/>
                                        <p:tgtEl>
                                          <p:spTgt spid="210"/>
                                        </p:tgtEl>
                                      </p:cBhvr>
                                    </p:animEffect>
                                  </p:childTnLst>
                                </p:cTn>
                              </p:par>
                            </p:childTnLst>
                          </p:cTn>
                        </p:par>
                        <p:par>
                          <p:cTn id="60" fill="hold">
                            <p:stCondLst>
                              <p:cond delay="1500"/>
                            </p:stCondLst>
                            <p:childTnLst>
                              <p:par>
                                <p:cTn id="61" presetClass="entr" nodeType="afterEffect" presetSubtype="4" presetID="2" grpId="12" fill="hold">
                                  <p:stCondLst>
                                    <p:cond delay="0"/>
                                  </p:stCondLst>
                                  <p:iterate type="el" backwards="0">
                                    <p:tmAbs val="0"/>
                                  </p:iterate>
                                  <p:childTnLst>
                                    <p:set>
                                      <p:cBhvr>
                                        <p:cTn id="62" fill="hold"/>
                                        <p:tgtEl>
                                          <p:spTgt spid="214"/>
                                        </p:tgtEl>
                                        <p:attrNameLst>
                                          <p:attrName>style.visibility</p:attrName>
                                        </p:attrNameLst>
                                      </p:cBhvr>
                                      <p:to>
                                        <p:strVal val="visible"/>
                                      </p:to>
                                    </p:set>
                                    <p:anim calcmode="lin" valueType="num">
                                      <p:cBhvr>
                                        <p:cTn id="63" dur="500" fill="hold"/>
                                        <p:tgtEl>
                                          <p:spTgt spid="214"/>
                                        </p:tgtEl>
                                        <p:attrNameLst>
                                          <p:attrName>ppt_x</p:attrName>
                                        </p:attrNameLst>
                                      </p:cBhvr>
                                      <p:tavLst>
                                        <p:tav tm="0">
                                          <p:val>
                                            <p:strVal val="#ppt_x"/>
                                          </p:val>
                                        </p:tav>
                                        <p:tav tm="100000">
                                          <p:val>
                                            <p:strVal val="#ppt_x"/>
                                          </p:val>
                                        </p:tav>
                                      </p:tavLst>
                                    </p:anim>
                                    <p:anim calcmode="lin" valueType="num">
                                      <p:cBhvr>
                                        <p:cTn id="64" dur="500" fill="hold"/>
                                        <p:tgtEl>
                                          <p:spTgt spid="2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5" grpId="10"/>
      <p:bldP build="whole" bldLvl="1" animBg="1" rev="0" advAuto="0" spid="207" grpId="5"/>
      <p:bldP build="whole" bldLvl="1" animBg="1" rev="0" advAuto="0" spid="210" grpId="11"/>
      <p:bldP build="whole" bldLvl="1" animBg="1" rev="0" advAuto="0" spid="208" grpId="8"/>
      <p:bldP build="whole" bldLvl="1" animBg="1" rev="0" advAuto="0" spid="214" grpId="12"/>
      <p:bldP build="whole" bldLvl="1" animBg="1" rev="0" advAuto="0" spid="204" grpId="3"/>
      <p:bldP build="whole" bldLvl="1" animBg="1" rev="0" advAuto="0" spid="203" grpId="2"/>
      <p:bldP build="whole" bldLvl="1" animBg="1" rev="0" advAuto="0" spid="206" grpId="7"/>
      <p:bldP build="whole" bldLvl="1" animBg="1" rev="0" advAuto="0" spid="212" grpId="6"/>
      <p:bldP build="whole" bldLvl="1" animBg="1" rev="0" advAuto="0" spid="211" grpId="1"/>
      <p:bldP build="whole" bldLvl="1" animBg="1" rev="0" advAuto="0" spid="213" grpId="4"/>
      <p:bldP build="whole" bldLvl="1" animBg="1" rev="0" advAuto="0" spid="209" grpId="9"/>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Title 1"/>
          <p:cNvSpPr txBox="1"/>
          <p:nvPr>
            <p:ph type="title"/>
          </p:nvPr>
        </p:nvSpPr>
        <p:spPr>
          <a:xfrm>
            <a:off x="1097280" y="286603"/>
            <a:ext cx="10058401" cy="702304"/>
          </a:xfrm>
          <a:prstGeom prst="rect">
            <a:avLst/>
          </a:prstGeom>
        </p:spPr>
        <p:txBody>
          <a:bodyPr/>
          <a:lstStyle>
            <a:lvl1pPr>
              <a:defRPr b="1" spc="-100" sz="4300">
                <a:solidFill>
                  <a:srgbClr val="FFFF00"/>
                </a:solidFill>
                <a:latin typeface="+mn-lt"/>
                <a:ea typeface="+mn-ea"/>
                <a:cs typeface="+mn-cs"/>
                <a:sym typeface="Calibri"/>
              </a:defRPr>
            </a:lvl1pPr>
          </a:lstStyle>
          <a:p>
            <a:pPr/>
            <a:r>
              <a:t>Content</a:t>
            </a:r>
          </a:p>
        </p:txBody>
      </p:sp>
      <p:sp>
        <p:nvSpPr>
          <p:cNvPr id="218" name="Slide Number Placeholder 3"/>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9" name="Content Placeholder 8"/>
          <p:cNvSpPr txBox="1"/>
          <p:nvPr>
            <p:ph type="body" idx="1"/>
          </p:nvPr>
        </p:nvSpPr>
        <p:spPr>
          <a:xfrm>
            <a:off x="1097280" y="1829901"/>
            <a:ext cx="10058401" cy="4057090"/>
          </a:xfrm>
          <a:prstGeom prst="rect">
            <a:avLst/>
          </a:prstGeom>
        </p:spPr>
        <p:txBody>
          <a:bodyPr/>
          <a:lstStyle/>
          <a:p>
            <a:pPr>
              <a:lnSpc>
                <a:spcPct val="100000"/>
              </a:lnSpc>
              <a:buFontTx/>
              <a:buChar char="➢"/>
              <a:defRPr b="1" strike="sngStrike" sz="2800"/>
            </a:pPr>
            <a:r>
              <a:t>What is Machine Learning?</a:t>
            </a:r>
          </a:p>
          <a:p>
            <a:pPr>
              <a:lnSpc>
                <a:spcPct val="100000"/>
              </a:lnSpc>
              <a:buFontTx/>
              <a:buChar char="➢"/>
              <a:defRPr b="1" strike="sngStrike" sz="2800"/>
            </a:pPr>
            <a:r>
              <a:t>Supervised Learning </a:t>
            </a:r>
          </a:p>
          <a:p>
            <a:pPr>
              <a:lnSpc>
                <a:spcPct val="100000"/>
              </a:lnSpc>
              <a:buFontTx/>
              <a:buChar char="➢"/>
              <a:defRPr b="1" sz="2800"/>
            </a:pPr>
            <a:r>
              <a:t>Unsupervised Learning</a:t>
            </a:r>
          </a:p>
          <a:p>
            <a:pPr>
              <a:lnSpc>
                <a:spcPct val="100000"/>
              </a:lnSpc>
              <a:buFontTx/>
              <a:buChar char="➢"/>
              <a:defRPr b="1" sz="2800"/>
            </a:pPr>
            <a:r>
              <a:t>Linear Regression with One Variable</a:t>
            </a:r>
          </a:p>
          <a:p>
            <a:pPr>
              <a:lnSpc>
                <a:spcPct val="100000"/>
              </a:lnSpc>
              <a:buFontTx/>
              <a:buChar char="➢"/>
              <a:defRPr b="1" sz="2800"/>
            </a:pPr>
            <a:r>
              <a:t>Linear Regression with Multiple Variables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222" name="TextBox 12"/>
          <p:cNvSpPr txBox="1"/>
          <p:nvPr/>
        </p:nvSpPr>
        <p:spPr>
          <a:xfrm>
            <a:off x="686423" y="3113306"/>
            <a:ext cx="3935274" cy="4970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00"/>
                </a:solidFill>
              </a:defRPr>
            </a:lvl1pPr>
          </a:lstStyle>
          <a:p>
            <a:pPr/>
            <a:r>
              <a:t>Unsupervised learning</a:t>
            </a:r>
          </a:p>
        </p:txBody>
      </p:sp>
      <p:sp>
        <p:nvSpPr>
          <p:cNvPr id="223" name="TextBox 20"/>
          <p:cNvSpPr txBox="1"/>
          <p:nvPr/>
        </p:nvSpPr>
        <p:spPr>
          <a:xfrm>
            <a:off x="5972721" y="4033539"/>
            <a:ext cx="5868759" cy="1740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800">
                <a:solidFill>
                  <a:srgbClr val="FFFF00"/>
                </a:solidFill>
              </a:defRPr>
            </a:pPr>
            <a:r>
              <a:t>Dimensionality reduction</a:t>
            </a:r>
            <a:endParaRPr>
              <a:solidFill>
                <a:srgbClr val="FFFFFF"/>
              </a:solidFill>
            </a:endParaRPr>
          </a:p>
          <a:p>
            <a:pPr marL="457200" indent="-457200">
              <a:buSzPct val="100000"/>
              <a:buFont typeface="Arial"/>
              <a:buChar char="•"/>
              <a:defRPr sz="2800">
                <a:solidFill>
                  <a:srgbClr val="FFFFFF"/>
                </a:solidFill>
              </a:defRPr>
            </a:pPr>
            <a:r>
              <a:t>Principle Component Analysis (PCA)</a:t>
            </a:r>
          </a:p>
          <a:p>
            <a:pPr marL="457200" indent="-457200">
              <a:buSzPct val="100000"/>
              <a:buFont typeface="Arial"/>
              <a:buChar char="•"/>
              <a:defRPr sz="2800">
                <a:solidFill>
                  <a:srgbClr val="FFFFFF"/>
                </a:solidFill>
              </a:defRPr>
            </a:pPr>
            <a:r>
              <a:t>Linear Discriminant Analysis (LDA)</a:t>
            </a:r>
          </a:p>
          <a:p>
            <a:pPr marL="457200" indent="-457200">
              <a:buSzPct val="100000"/>
              <a:buFont typeface="Arial"/>
              <a:buChar char="•"/>
              <a:defRPr sz="2800">
                <a:solidFill>
                  <a:srgbClr val="FFFFFF"/>
                </a:solidFill>
              </a:defRPr>
            </a:pPr>
            <a:r>
              <a:t>Autoencoders (AEs) </a:t>
            </a:r>
          </a:p>
        </p:txBody>
      </p:sp>
      <p:sp>
        <p:nvSpPr>
          <p:cNvPr id="224" name="Straight Connector 24"/>
          <p:cNvSpPr/>
          <p:nvPr/>
        </p:nvSpPr>
        <p:spPr>
          <a:xfrm flipV="1">
            <a:off x="4667417" y="3405692"/>
            <a:ext cx="596347" cy="2"/>
          </a:xfrm>
          <a:prstGeom prst="line">
            <a:avLst/>
          </a:prstGeom>
          <a:ln w="38100">
            <a:solidFill>
              <a:srgbClr val="00B0F0"/>
            </a:solidFill>
          </a:ln>
        </p:spPr>
        <p:txBody>
          <a:bodyPr lIns="45719" rIns="45719"/>
          <a:lstStyle/>
          <a:p>
            <a:pPr>
              <a:defRPr>
                <a:solidFill>
                  <a:srgbClr val="FFFFFF"/>
                </a:solidFill>
              </a:defRPr>
            </a:pPr>
          </a:p>
        </p:txBody>
      </p:sp>
      <p:sp>
        <p:nvSpPr>
          <p:cNvPr id="225" name="Straight Connector 28"/>
          <p:cNvSpPr/>
          <p:nvPr/>
        </p:nvSpPr>
        <p:spPr>
          <a:xfrm flipV="1">
            <a:off x="5263762" y="2324100"/>
            <a:ext cx="1" cy="1104900"/>
          </a:xfrm>
          <a:prstGeom prst="line">
            <a:avLst/>
          </a:prstGeom>
          <a:ln w="38100">
            <a:solidFill>
              <a:srgbClr val="00B0F0"/>
            </a:solidFill>
          </a:ln>
        </p:spPr>
        <p:txBody>
          <a:bodyPr lIns="45719" rIns="45719"/>
          <a:lstStyle/>
          <a:p>
            <a:pPr>
              <a:defRPr>
                <a:solidFill>
                  <a:srgbClr val="FFFFFF"/>
                </a:solidFill>
              </a:defRPr>
            </a:pPr>
          </a:p>
        </p:txBody>
      </p:sp>
      <p:sp>
        <p:nvSpPr>
          <p:cNvPr id="226" name="Straight Arrow Connector 40"/>
          <p:cNvSpPr/>
          <p:nvPr/>
        </p:nvSpPr>
        <p:spPr>
          <a:xfrm>
            <a:off x="5249669" y="2341143"/>
            <a:ext cx="467493" cy="3099"/>
          </a:xfrm>
          <a:prstGeom prst="line">
            <a:avLst/>
          </a:prstGeom>
          <a:ln w="38100">
            <a:solidFill>
              <a:srgbClr val="00B0F0"/>
            </a:solidFill>
            <a:tailEnd type="triangle"/>
          </a:ln>
        </p:spPr>
        <p:txBody>
          <a:bodyPr lIns="45719" rIns="45719"/>
          <a:lstStyle/>
          <a:p>
            <a:pPr>
              <a:defRPr>
                <a:solidFill>
                  <a:srgbClr val="FFFFFF"/>
                </a:solidFill>
              </a:defRPr>
            </a:pPr>
          </a:p>
        </p:txBody>
      </p:sp>
      <p:sp>
        <p:nvSpPr>
          <p:cNvPr id="227" name="Straight Arrow Connector 47"/>
          <p:cNvSpPr/>
          <p:nvPr/>
        </p:nvSpPr>
        <p:spPr>
          <a:xfrm>
            <a:off x="5250290" y="4496344"/>
            <a:ext cx="467493" cy="3098"/>
          </a:xfrm>
          <a:prstGeom prst="line">
            <a:avLst/>
          </a:prstGeom>
          <a:ln w="38100">
            <a:solidFill>
              <a:srgbClr val="00B0F0"/>
            </a:solidFill>
            <a:tailEnd type="triangle"/>
          </a:ln>
        </p:spPr>
        <p:txBody>
          <a:bodyPr lIns="45719" rIns="45719"/>
          <a:lstStyle/>
          <a:p>
            <a:pPr>
              <a:defRPr>
                <a:solidFill>
                  <a:srgbClr val="FFFFFF"/>
                </a:solidFill>
              </a:defRPr>
            </a:pPr>
          </a:p>
        </p:txBody>
      </p:sp>
      <p:sp>
        <p:nvSpPr>
          <p:cNvPr id="228" name="Straight Connector 29"/>
          <p:cNvSpPr/>
          <p:nvPr/>
        </p:nvSpPr>
        <p:spPr>
          <a:xfrm flipV="1">
            <a:off x="5263376" y="3405692"/>
            <a:ext cx="1" cy="1104901"/>
          </a:xfrm>
          <a:prstGeom prst="line">
            <a:avLst/>
          </a:prstGeom>
          <a:ln w="38100">
            <a:solidFill>
              <a:srgbClr val="00B0F0"/>
            </a:solidFill>
          </a:ln>
        </p:spPr>
        <p:txBody>
          <a:bodyPr lIns="45719" rIns="45719"/>
          <a:lstStyle/>
          <a:p>
            <a:pPr>
              <a:defRPr>
                <a:solidFill>
                  <a:srgbClr val="FFFFFF"/>
                </a:solidFill>
              </a:defRPr>
            </a:pPr>
          </a:p>
        </p:txBody>
      </p:sp>
      <p:sp>
        <p:nvSpPr>
          <p:cNvPr id="229" name="TextBox 2"/>
          <p:cNvSpPr txBox="1"/>
          <p:nvPr/>
        </p:nvSpPr>
        <p:spPr>
          <a:xfrm>
            <a:off x="5829653" y="1847045"/>
            <a:ext cx="3969689" cy="13083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800">
                <a:solidFill>
                  <a:srgbClr val="FFFF00"/>
                </a:solidFill>
              </a:defRPr>
            </a:pPr>
            <a:r>
              <a:t>Clustering problem </a:t>
            </a:r>
            <a:endParaRPr>
              <a:solidFill>
                <a:srgbClr val="FFFFFF"/>
              </a:solidFill>
            </a:endParaRPr>
          </a:p>
          <a:p>
            <a:pPr marL="457200" indent="-457200">
              <a:buSzPct val="100000"/>
              <a:buFont typeface="Arial"/>
              <a:buChar char="•"/>
              <a:defRPr sz="2800">
                <a:solidFill>
                  <a:srgbClr val="FFFFFF"/>
                </a:solidFill>
              </a:defRPr>
            </a:pPr>
            <a:r>
              <a:t>K – Means</a:t>
            </a:r>
          </a:p>
          <a:p>
            <a:pPr marL="457200" indent="-457200">
              <a:buSzPct val="100000"/>
              <a:buFont typeface="Arial"/>
              <a:buChar char="•"/>
              <a:defRPr sz="2800">
                <a:solidFill>
                  <a:srgbClr val="FFFFFF"/>
                </a:solidFill>
              </a:defRPr>
            </a:pPr>
            <a:r>
              <a:t>MeanShift</a:t>
            </a:r>
          </a:p>
        </p:txBody>
      </p:sp>
      <p:sp>
        <p:nvSpPr>
          <p:cNvPr id="230" name="Title 1"/>
          <p:cNvSpPr txBox="1"/>
          <p:nvPr>
            <p:ph type="title"/>
          </p:nvPr>
        </p:nvSpPr>
        <p:spPr>
          <a:xfrm>
            <a:off x="1073330" y="236251"/>
            <a:ext cx="8532026" cy="854076"/>
          </a:xfrm>
          <a:prstGeom prst="rect">
            <a:avLst/>
          </a:prstGeom>
        </p:spPr>
        <p:txBody>
          <a:bodyPr/>
          <a:lstStyle>
            <a:lvl1pPr>
              <a:defRPr b="1" spc="-100">
                <a:solidFill>
                  <a:srgbClr val="FFFF00"/>
                </a:solidFill>
                <a:latin typeface="+mn-lt"/>
                <a:ea typeface="+mn-ea"/>
                <a:cs typeface="+mn-cs"/>
                <a:sym typeface="Calibri"/>
              </a:defRPr>
            </a:lvl1pPr>
          </a:lstStyle>
          <a:p>
            <a:pPr/>
            <a:r>
              <a:t>Unsupervised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22"/>
                                        </p:tgtEl>
                                        <p:attrNameLst>
                                          <p:attrName>style.visibility</p:attrName>
                                        </p:attrNameLst>
                                      </p:cBhvr>
                                      <p:to>
                                        <p:strVal val="visible"/>
                                      </p:to>
                                    </p:set>
                                    <p:anim calcmode="lin" valueType="num">
                                      <p:cBhvr>
                                        <p:cTn id="7" dur="500" fill="hold"/>
                                        <p:tgtEl>
                                          <p:spTgt spid="222"/>
                                        </p:tgtEl>
                                        <p:attrNameLst>
                                          <p:attrName>ppt_x</p:attrName>
                                        </p:attrNameLst>
                                      </p:cBhvr>
                                      <p:tavLst>
                                        <p:tav tm="0">
                                          <p:val>
                                            <p:strVal val="0-#ppt_w/2"/>
                                          </p:val>
                                        </p:tav>
                                        <p:tav tm="100000">
                                          <p:val>
                                            <p:strVal val="#ppt_x"/>
                                          </p:val>
                                        </p:tav>
                                      </p:tavLst>
                                    </p:anim>
                                    <p:anim calcmode="lin" valueType="num">
                                      <p:cBhvr>
                                        <p:cTn id="8" dur="500" fill="hold"/>
                                        <p:tgtEl>
                                          <p:spTgt spid="2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2" grpId="2" fill="hold">
                                  <p:stCondLst>
                                    <p:cond delay="0"/>
                                  </p:stCondLst>
                                  <p:iterate type="el" backwards="0">
                                    <p:tmAbs val="0"/>
                                  </p:iterate>
                                  <p:childTnLst>
                                    <p:set>
                                      <p:cBhvr>
                                        <p:cTn id="12" fill="hold"/>
                                        <p:tgtEl>
                                          <p:spTgt spid="224"/>
                                        </p:tgtEl>
                                        <p:attrNameLst>
                                          <p:attrName>style.visibility</p:attrName>
                                        </p:attrNameLst>
                                      </p:cBhvr>
                                      <p:to>
                                        <p:strVal val="visible"/>
                                      </p:to>
                                    </p:set>
                                    <p:animEffect filter="wipe(left)" transition="in">
                                      <p:cBhvr>
                                        <p:cTn id="13" dur="500"/>
                                        <p:tgtEl>
                                          <p:spTgt spid="224"/>
                                        </p:tgtEl>
                                      </p:cBhvr>
                                    </p:animEffect>
                                  </p:childTnLst>
                                </p:cTn>
                              </p:par>
                            </p:childTnLst>
                          </p:cTn>
                        </p:par>
                        <p:par>
                          <p:cTn id="14" fill="hold">
                            <p:stCondLst>
                              <p:cond delay="500"/>
                            </p:stCondLst>
                            <p:childTnLst>
                              <p:par>
                                <p:cTn id="15" presetClass="entr" nodeType="afterEffect" presetSubtype="4" presetID="22" grpId="3" fill="hold">
                                  <p:stCondLst>
                                    <p:cond delay="0"/>
                                  </p:stCondLst>
                                  <p:iterate type="el" backwards="0">
                                    <p:tmAbs val="0"/>
                                  </p:iterate>
                                  <p:childTnLst>
                                    <p:set>
                                      <p:cBhvr>
                                        <p:cTn id="16" fill="hold"/>
                                        <p:tgtEl>
                                          <p:spTgt spid="225"/>
                                        </p:tgtEl>
                                        <p:attrNameLst>
                                          <p:attrName>style.visibility</p:attrName>
                                        </p:attrNameLst>
                                      </p:cBhvr>
                                      <p:to>
                                        <p:strVal val="visible"/>
                                      </p:to>
                                    </p:set>
                                    <p:animEffect filter="wipe(down)" transition="in">
                                      <p:cBhvr>
                                        <p:cTn id="17" dur="1000"/>
                                        <p:tgtEl>
                                          <p:spTgt spid="225"/>
                                        </p:tgtEl>
                                      </p:cBhvr>
                                    </p:animEffect>
                                  </p:childTnLst>
                                </p:cTn>
                              </p:par>
                            </p:childTnLst>
                          </p:cTn>
                        </p:par>
                        <p:par>
                          <p:cTn id="18" fill="hold">
                            <p:stCondLst>
                              <p:cond delay="1500"/>
                            </p:stCondLst>
                            <p:childTnLst>
                              <p:par>
                                <p:cTn id="19" presetClass="entr" nodeType="afterEffect" presetSubtype="8" presetID="22" grpId="4" fill="hold">
                                  <p:stCondLst>
                                    <p:cond delay="0"/>
                                  </p:stCondLst>
                                  <p:iterate type="el" backwards="0">
                                    <p:tmAbs val="0"/>
                                  </p:iterate>
                                  <p:childTnLst>
                                    <p:set>
                                      <p:cBhvr>
                                        <p:cTn id="20" fill="hold"/>
                                        <p:tgtEl>
                                          <p:spTgt spid="226"/>
                                        </p:tgtEl>
                                        <p:attrNameLst>
                                          <p:attrName>style.visibility</p:attrName>
                                        </p:attrNameLst>
                                      </p:cBhvr>
                                      <p:to>
                                        <p:strVal val="visible"/>
                                      </p:to>
                                    </p:set>
                                    <p:animEffect filter="wipe(left)" transition="in">
                                      <p:cBhvr>
                                        <p:cTn id="21" dur="1000"/>
                                        <p:tgtEl>
                                          <p:spTgt spid="226"/>
                                        </p:tgtEl>
                                      </p:cBhvr>
                                    </p:animEffect>
                                  </p:childTnLst>
                                </p:cTn>
                              </p:par>
                            </p:childTnLst>
                          </p:cTn>
                        </p:par>
                        <p:par>
                          <p:cTn id="22" fill="hold">
                            <p:stCondLst>
                              <p:cond delay="2500"/>
                            </p:stCondLst>
                            <p:childTnLst>
                              <p:par>
                                <p:cTn id="23" presetClass="entr" nodeType="afterEffect" presetSubtype="2" presetID="2" grpId="5" fill="hold">
                                  <p:stCondLst>
                                    <p:cond delay="0"/>
                                  </p:stCondLst>
                                  <p:iterate type="el" backwards="0">
                                    <p:tmAbs val="0"/>
                                  </p:iterate>
                                  <p:childTnLst>
                                    <p:set>
                                      <p:cBhvr>
                                        <p:cTn id="24" fill="hold"/>
                                        <p:tgtEl>
                                          <p:spTgt spid="229"/>
                                        </p:tgtEl>
                                        <p:attrNameLst>
                                          <p:attrName>style.visibility</p:attrName>
                                        </p:attrNameLst>
                                      </p:cBhvr>
                                      <p:to>
                                        <p:strVal val="visible"/>
                                      </p:to>
                                    </p:set>
                                    <p:anim calcmode="lin" valueType="num">
                                      <p:cBhvr>
                                        <p:cTn id="25" dur="1000" fill="hold"/>
                                        <p:tgtEl>
                                          <p:spTgt spid="229"/>
                                        </p:tgtEl>
                                        <p:attrNameLst>
                                          <p:attrName>ppt_x</p:attrName>
                                        </p:attrNameLst>
                                      </p:cBhvr>
                                      <p:tavLst>
                                        <p:tav tm="0">
                                          <p:val>
                                            <p:strVal val="1+#ppt_w/2"/>
                                          </p:val>
                                        </p:tav>
                                        <p:tav tm="100000">
                                          <p:val>
                                            <p:strVal val="#ppt_x"/>
                                          </p:val>
                                        </p:tav>
                                      </p:tavLst>
                                    </p:anim>
                                    <p:anim calcmode="lin" valueType="num">
                                      <p:cBhvr>
                                        <p:cTn id="26" dur="1000" fill="hold"/>
                                        <p:tgtEl>
                                          <p:spTgt spid="2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 presetID="22" grpId="6" fill="hold">
                                  <p:stCondLst>
                                    <p:cond delay="0"/>
                                  </p:stCondLst>
                                  <p:iterate type="el" backwards="0">
                                    <p:tmAbs val="0"/>
                                  </p:iterate>
                                  <p:childTnLst>
                                    <p:set>
                                      <p:cBhvr>
                                        <p:cTn id="30" fill="hold"/>
                                        <p:tgtEl>
                                          <p:spTgt spid="228"/>
                                        </p:tgtEl>
                                        <p:attrNameLst>
                                          <p:attrName>style.visibility</p:attrName>
                                        </p:attrNameLst>
                                      </p:cBhvr>
                                      <p:to>
                                        <p:strVal val="visible"/>
                                      </p:to>
                                    </p:set>
                                    <p:animEffect filter="wipe(up)" transition="in">
                                      <p:cBhvr>
                                        <p:cTn id="31" dur="1000"/>
                                        <p:tgtEl>
                                          <p:spTgt spid="228"/>
                                        </p:tgtEl>
                                      </p:cBhvr>
                                    </p:animEffect>
                                  </p:childTnLst>
                                </p:cTn>
                              </p:par>
                            </p:childTnLst>
                          </p:cTn>
                        </p:par>
                        <p:par>
                          <p:cTn id="32" fill="hold">
                            <p:stCondLst>
                              <p:cond delay="1000"/>
                            </p:stCondLst>
                            <p:childTnLst>
                              <p:par>
                                <p:cTn id="33" presetClass="entr" nodeType="afterEffect" presetSubtype="8" presetID="22" grpId="7" fill="hold">
                                  <p:stCondLst>
                                    <p:cond delay="0"/>
                                  </p:stCondLst>
                                  <p:iterate type="el" backwards="0">
                                    <p:tmAbs val="0"/>
                                  </p:iterate>
                                  <p:childTnLst>
                                    <p:set>
                                      <p:cBhvr>
                                        <p:cTn id="34" fill="hold"/>
                                        <p:tgtEl>
                                          <p:spTgt spid="227"/>
                                        </p:tgtEl>
                                        <p:attrNameLst>
                                          <p:attrName>style.visibility</p:attrName>
                                        </p:attrNameLst>
                                      </p:cBhvr>
                                      <p:to>
                                        <p:strVal val="visible"/>
                                      </p:to>
                                    </p:set>
                                    <p:animEffect filter="wipe(left)" transition="in">
                                      <p:cBhvr>
                                        <p:cTn id="35" dur="1000"/>
                                        <p:tgtEl>
                                          <p:spTgt spid="227"/>
                                        </p:tgtEl>
                                      </p:cBhvr>
                                    </p:animEffect>
                                  </p:childTnLst>
                                </p:cTn>
                              </p:par>
                            </p:childTnLst>
                          </p:cTn>
                        </p:par>
                        <p:par>
                          <p:cTn id="36" fill="hold">
                            <p:stCondLst>
                              <p:cond delay="2000"/>
                            </p:stCondLst>
                            <p:childTnLst>
                              <p:par>
                                <p:cTn id="37" presetClass="entr" nodeType="afterEffect" presetSubtype="2" presetID="2" grpId="8" fill="hold">
                                  <p:stCondLst>
                                    <p:cond delay="0"/>
                                  </p:stCondLst>
                                  <p:iterate type="el" backwards="0">
                                    <p:tmAbs val="0"/>
                                  </p:iterate>
                                  <p:childTnLst>
                                    <p:set>
                                      <p:cBhvr>
                                        <p:cTn id="38" fill="hold"/>
                                        <p:tgtEl>
                                          <p:spTgt spid="223"/>
                                        </p:tgtEl>
                                        <p:attrNameLst>
                                          <p:attrName>style.visibility</p:attrName>
                                        </p:attrNameLst>
                                      </p:cBhvr>
                                      <p:to>
                                        <p:strVal val="visible"/>
                                      </p:to>
                                    </p:set>
                                    <p:anim calcmode="lin" valueType="num">
                                      <p:cBhvr>
                                        <p:cTn id="39" dur="1000" fill="hold"/>
                                        <p:tgtEl>
                                          <p:spTgt spid="223"/>
                                        </p:tgtEl>
                                        <p:attrNameLst>
                                          <p:attrName>ppt_x</p:attrName>
                                        </p:attrNameLst>
                                      </p:cBhvr>
                                      <p:tavLst>
                                        <p:tav tm="0">
                                          <p:val>
                                            <p:strVal val="1+#ppt_w/2"/>
                                          </p:val>
                                        </p:tav>
                                        <p:tav tm="100000">
                                          <p:val>
                                            <p:strVal val="#ppt_x"/>
                                          </p:val>
                                        </p:tav>
                                      </p:tavLst>
                                    </p:anim>
                                    <p:anim calcmode="lin" valueType="num">
                                      <p:cBhvr>
                                        <p:cTn id="40" dur="1000" fill="hold"/>
                                        <p:tgtEl>
                                          <p:spTgt spid="2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2" grpId="1"/>
      <p:bldP build="whole" bldLvl="1" animBg="1" rev="0" advAuto="0" spid="226" grpId="4"/>
      <p:bldP build="whole" bldLvl="1" animBg="1" rev="0" advAuto="0" spid="225" grpId="3"/>
      <p:bldP build="whole" bldLvl="1" animBg="1" rev="0" advAuto="0" spid="223" grpId="8"/>
      <p:bldP build="whole" bldLvl="1" animBg="1" rev="0" advAuto="0" spid="228" grpId="6"/>
      <p:bldP build="whole" bldLvl="1" animBg="1" rev="0" advAuto="0" spid="229" grpId="5"/>
      <p:bldP build="whole" bldLvl="1" animBg="1" rev="0" advAuto="0" spid="227" grpId="7"/>
      <p:bldP build="whole" bldLvl="1" animBg="1" rev="0" advAuto="0" spid="224"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pic>
        <p:nvPicPr>
          <p:cNvPr id="233" name="Picture 4" descr="Picture 4"/>
          <p:cNvPicPr>
            <a:picLocks noChangeAspect="1"/>
          </p:cNvPicPr>
          <p:nvPr/>
        </p:nvPicPr>
        <p:blipFill>
          <a:blip r:embed="rId2">
            <a:extLst/>
          </a:blip>
          <a:srcRect l="0" t="0" r="41830" b="0"/>
          <a:stretch>
            <a:fillRect/>
          </a:stretch>
        </p:blipFill>
        <p:spPr>
          <a:xfrm>
            <a:off x="4786565" y="2901393"/>
            <a:ext cx="2125920" cy="2055756"/>
          </a:xfrm>
          <a:prstGeom prst="rect">
            <a:avLst/>
          </a:prstGeom>
          <a:ln w="12700">
            <a:miter lim="400000"/>
          </a:ln>
        </p:spPr>
      </p:pic>
      <p:sp>
        <p:nvSpPr>
          <p:cNvPr id="234" name="Rectangle 7"/>
          <p:cNvSpPr/>
          <p:nvPr/>
        </p:nvSpPr>
        <p:spPr>
          <a:xfrm>
            <a:off x="4774189" y="2817845"/>
            <a:ext cx="2125919" cy="2281335"/>
          </a:xfrm>
          <a:prstGeom prst="rect">
            <a:avLst/>
          </a:prstGeom>
          <a:ln w="38100">
            <a:solidFill>
              <a:srgbClr val="00B0F0"/>
            </a:solidFill>
          </a:ln>
        </p:spPr>
        <p:txBody>
          <a:bodyPr lIns="45719" rIns="45719" anchor="ctr"/>
          <a:lstStyle/>
          <a:p>
            <a:pPr algn="ctr">
              <a:defRPr>
                <a:solidFill>
                  <a:srgbClr val="FFFFFF"/>
                </a:solidFill>
              </a:defRPr>
            </a:pPr>
          </a:p>
        </p:txBody>
      </p:sp>
      <p:sp>
        <p:nvSpPr>
          <p:cNvPr id="235" name="Arrow: Right 13"/>
          <p:cNvSpPr/>
          <p:nvPr/>
        </p:nvSpPr>
        <p:spPr>
          <a:xfrm>
            <a:off x="7269767" y="3823603"/>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sp>
        <p:nvSpPr>
          <p:cNvPr id="236" name="Arrow: Right 4"/>
          <p:cNvSpPr/>
          <p:nvPr/>
        </p:nvSpPr>
        <p:spPr>
          <a:xfrm>
            <a:off x="3689922" y="3823603"/>
            <a:ext cx="964164" cy="227981"/>
          </a:xfrm>
          <a:prstGeom prst="rightArrow">
            <a:avLst>
              <a:gd name="adj1" fmla="val 50000"/>
              <a:gd name="adj2" fmla="val 50000"/>
            </a:avLst>
          </a:prstGeom>
          <a:solidFill>
            <a:srgbClr val="00B0F0"/>
          </a:solidFill>
          <a:ln w="15875">
            <a:solidFill>
              <a:srgbClr val="00B0F0"/>
            </a:solidFill>
          </a:ln>
        </p:spPr>
        <p:txBody>
          <a:bodyPr lIns="45719" rIns="45719" anchor="ctr"/>
          <a:lstStyle/>
          <a:p>
            <a:pPr algn="ctr">
              <a:defRPr>
                <a:solidFill>
                  <a:srgbClr val="FFFFFF"/>
                </a:solidFill>
              </a:defRPr>
            </a:pPr>
          </a:p>
        </p:txBody>
      </p:sp>
      <p:pic>
        <p:nvPicPr>
          <p:cNvPr id="237" name="Picture 8" descr="Picture 8"/>
          <p:cNvPicPr>
            <a:picLocks noChangeAspect="1"/>
          </p:cNvPicPr>
          <p:nvPr/>
        </p:nvPicPr>
        <p:blipFill>
          <a:blip r:embed="rId3">
            <a:extLst/>
          </a:blip>
          <a:stretch>
            <a:fillRect/>
          </a:stretch>
        </p:blipFill>
        <p:spPr>
          <a:xfrm flipH="1">
            <a:off x="1187952" y="2960066"/>
            <a:ext cx="1203304" cy="1203303"/>
          </a:xfrm>
          <a:prstGeom prst="rect">
            <a:avLst/>
          </a:prstGeom>
          <a:ln w="12700">
            <a:miter lim="400000"/>
          </a:ln>
        </p:spPr>
      </p:pic>
      <p:pic>
        <p:nvPicPr>
          <p:cNvPr id="238" name="Picture 8" descr="Picture 8"/>
          <p:cNvPicPr>
            <a:picLocks noChangeAspect="1"/>
          </p:cNvPicPr>
          <p:nvPr/>
        </p:nvPicPr>
        <p:blipFill>
          <a:blip r:embed="rId3">
            <a:extLst/>
          </a:blip>
          <a:stretch>
            <a:fillRect/>
          </a:stretch>
        </p:blipFill>
        <p:spPr>
          <a:xfrm flipH="1">
            <a:off x="1172670" y="3270286"/>
            <a:ext cx="1203303" cy="1203303"/>
          </a:xfrm>
          <a:prstGeom prst="rect">
            <a:avLst/>
          </a:prstGeom>
          <a:ln w="12700">
            <a:miter lim="400000"/>
          </a:ln>
        </p:spPr>
      </p:pic>
      <p:pic>
        <p:nvPicPr>
          <p:cNvPr id="239" name="Picture 8" descr="Picture 8"/>
          <p:cNvPicPr>
            <a:picLocks noChangeAspect="1"/>
          </p:cNvPicPr>
          <p:nvPr/>
        </p:nvPicPr>
        <p:blipFill>
          <a:blip r:embed="rId3">
            <a:extLst/>
          </a:blip>
          <a:stretch>
            <a:fillRect/>
          </a:stretch>
        </p:blipFill>
        <p:spPr>
          <a:xfrm flipH="1">
            <a:off x="1358442" y="4048550"/>
            <a:ext cx="1203303" cy="1203303"/>
          </a:xfrm>
          <a:prstGeom prst="rect">
            <a:avLst/>
          </a:prstGeom>
          <a:ln w="12700">
            <a:miter lim="400000"/>
          </a:ln>
        </p:spPr>
      </p:pic>
      <p:pic>
        <p:nvPicPr>
          <p:cNvPr id="240" name="Picture 8" descr="Picture 8"/>
          <p:cNvPicPr>
            <a:picLocks noChangeAspect="1"/>
          </p:cNvPicPr>
          <p:nvPr/>
        </p:nvPicPr>
        <p:blipFill>
          <a:blip r:embed="rId3">
            <a:extLst/>
          </a:blip>
          <a:stretch>
            <a:fillRect/>
          </a:stretch>
        </p:blipFill>
        <p:spPr>
          <a:xfrm flipH="1">
            <a:off x="793383" y="3580507"/>
            <a:ext cx="1203304" cy="1203303"/>
          </a:xfrm>
          <a:prstGeom prst="rect">
            <a:avLst/>
          </a:prstGeom>
          <a:ln w="12700">
            <a:miter lim="400000"/>
          </a:ln>
        </p:spPr>
      </p:pic>
      <p:pic>
        <p:nvPicPr>
          <p:cNvPr id="241" name="Content Placeholder 8" descr="Content Placeholder 8"/>
          <p:cNvPicPr>
            <a:picLocks noChangeAspect="1"/>
          </p:cNvPicPr>
          <p:nvPr/>
        </p:nvPicPr>
        <p:blipFill>
          <a:blip r:embed="rId4">
            <a:extLst/>
          </a:blip>
          <a:stretch>
            <a:fillRect/>
          </a:stretch>
        </p:blipFill>
        <p:spPr>
          <a:xfrm>
            <a:off x="604664" y="4163367"/>
            <a:ext cx="711567" cy="711567"/>
          </a:xfrm>
          <a:prstGeom prst="rect">
            <a:avLst/>
          </a:prstGeom>
          <a:ln w="12700">
            <a:miter lim="400000"/>
          </a:ln>
        </p:spPr>
      </p:pic>
      <p:pic>
        <p:nvPicPr>
          <p:cNvPr id="242" name="Content Placeholder 8" descr="Content Placeholder 8"/>
          <p:cNvPicPr>
            <a:picLocks noChangeAspect="1"/>
          </p:cNvPicPr>
          <p:nvPr/>
        </p:nvPicPr>
        <p:blipFill>
          <a:blip r:embed="rId4">
            <a:extLst/>
          </a:blip>
          <a:stretch>
            <a:fillRect/>
          </a:stretch>
        </p:blipFill>
        <p:spPr>
          <a:xfrm>
            <a:off x="2338628" y="3273962"/>
            <a:ext cx="711567" cy="711567"/>
          </a:xfrm>
          <a:prstGeom prst="rect">
            <a:avLst/>
          </a:prstGeom>
          <a:ln w="12700">
            <a:miter lim="400000"/>
          </a:ln>
        </p:spPr>
      </p:pic>
      <p:pic>
        <p:nvPicPr>
          <p:cNvPr id="243" name="Content Placeholder 8" descr="Content Placeholder 8"/>
          <p:cNvPicPr>
            <a:picLocks noChangeAspect="1"/>
          </p:cNvPicPr>
          <p:nvPr/>
        </p:nvPicPr>
        <p:blipFill>
          <a:blip r:embed="rId4">
            <a:extLst/>
          </a:blip>
          <a:stretch>
            <a:fillRect/>
          </a:stretch>
        </p:blipFill>
        <p:spPr>
          <a:xfrm>
            <a:off x="2141817" y="3849168"/>
            <a:ext cx="711567" cy="711567"/>
          </a:xfrm>
          <a:prstGeom prst="rect">
            <a:avLst/>
          </a:prstGeom>
          <a:ln w="12700">
            <a:miter lim="400000"/>
          </a:ln>
        </p:spPr>
      </p:pic>
      <p:pic>
        <p:nvPicPr>
          <p:cNvPr id="244" name="Content Placeholder 8" descr="Content Placeholder 8"/>
          <p:cNvPicPr>
            <a:picLocks noChangeAspect="1"/>
          </p:cNvPicPr>
          <p:nvPr/>
        </p:nvPicPr>
        <p:blipFill>
          <a:blip r:embed="rId4">
            <a:extLst/>
          </a:blip>
          <a:stretch>
            <a:fillRect/>
          </a:stretch>
        </p:blipFill>
        <p:spPr>
          <a:xfrm>
            <a:off x="1572239" y="3841684"/>
            <a:ext cx="711567" cy="711567"/>
          </a:xfrm>
          <a:prstGeom prst="rect">
            <a:avLst/>
          </a:prstGeom>
          <a:ln w="12700">
            <a:miter lim="400000"/>
          </a:ln>
        </p:spPr>
      </p:pic>
      <p:pic>
        <p:nvPicPr>
          <p:cNvPr id="245" name="Picture 8" descr="Picture 8"/>
          <p:cNvPicPr>
            <a:picLocks noChangeAspect="1"/>
          </p:cNvPicPr>
          <p:nvPr/>
        </p:nvPicPr>
        <p:blipFill>
          <a:blip r:embed="rId3">
            <a:extLst/>
          </a:blip>
          <a:stretch>
            <a:fillRect/>
          </a:stretch>
        </p:blipFill>
        <p:spPr>
          <a:xfrm flipH="1">
            <a:off x="1984767" y="3624738"/>
            <a:ext cx="1203303" cy="1203303"/>
          </a:xfrm>
          <a:prstGeom prst="rect">
            <a:avLst/>
          </a:prstGeom>
          <a:ln w="12700">
            <a:miter lim="400000"/>
          </a:ln>
        </p:spPr>
      </p:pic>
      <p:pic>
        <p:nvPicPr>
          <p:cNvPr id="246" name="Content Placeholder 8" descr="Content Placeholder 8"/>
          <p:cNvPicPr>
            <a:picLocks noChangeAspect="1"/>
          </p:cNvPicPr>
          <p:nvPr/>
        </p:nvPicPr>
        <p:blipFill>
          <a:blip r:embed="rId4">
            <a:extLst/>
          </a:blip>
          <a:stretch>
            <a:fillRect/>
          </a:stretch>
        </p:blipFill>
        <p:spPr>
          <a:xfrm>
            <a:off x="1524599" y="2834842"/>
            <a:ext cx="711567" cy="711567"/>
          </a:xfrm>
          <a:prstGeom prst="rect">
            <a:avLst/>
          </a:prstGeom>
          <a:ln w="12700">
            <a:miter lim="400000"/>
          </a:ln>
        </p:spPr>
      </p:pic>
      <p:pic>
        <p:nvPicPr>
          <p:cNvPr id="247" name="Picture 8" descr="Picture 8"/>
          <p:cNvPicPr>
            <a:picLocks noChangeAspect="1"/>
          </p:cNvPicPr>
          <p:nvPr/>
        </p:nvPicPr>
        <p:blipFill>
          <a:blip r:embed="rId3">
            <a:extLst/>
          </a:blip>
          <a:stretch>
            <a:fillRect/>
          </a:stretch>
        </p:blipFill>
        <p:spPr>
          <a:xfrm flipH="1">
            <a:off x="10163241" y="3753846"/>
            <a:ext cx="1203303" cy="1203303"/>
          </a:xfrm>
          <a:prstGeom prst="rect">
            <a:avLst/>
          </a:prstGeom>
          <a:ln w="12700">
            <a:miter lim="400000"/>
          </a:ln>
        </p:spPr>
      </p:pic>
      <p:pic>
        <p:nvPicPr>
          <p:cNvPr id="248" name="Picture 8" descr="Picture 8"/>
          <p:cNvPicPr>
            <a:picLocks noChangeAspect="1"/>
          </p:cNvPicPr>
          <p:nvPr/>
        </p:nvPicPr>
        <p:blipFill>
          <a:blip r:embed="rId3">
            <a:extLst/>
          </a:blip>
          <a:stretch>
            <a:fillRect/>
          </a:stretch>
        </p:blipFill>
        <p:spPr>
          <a:xfrm flipH="1">
            <a:off x="8907181" y="3797808"/>
            <a:ext cx="1203303" cy="1203303"/>
          </a:xfrm>
          <a:prstGeom prst="rect">
            <a:avLst/>
          </a:prstGeom>
          <a:ln w="12700">
            <a:miter lim="400000"/>
          </a:ln>
        </p:spPr>
      </p:pic>
      <p:pic>
        <p:nvPicPr>
          <p:cNvPr id="249" name="Picture 8" descr="Picture 8"/>
          <p:cNvPicPr>
            <a:picLocks noChangeAspect="1"/>
          </p:cNvPicPr>
          <p:nvPr/>
        </p:nvPicPr>
        <p:blipFill>
          <a:blip r:embed="rId3">
            <a:extLst/>
          </a:blip>
          <a:stretch>
            <a:fillRect/>
          </a:stretch>
        </p:blipFill>
        <p:spPr>
          <a:xfrm flipH="1">
            <a:off x="9224191" y="3802710"/>
            <a:ext cx="1203303" cy="1203303"/>
          </a:xfrm>
          <a:prstGeom prst="rect">
            <a:avLst/>
          </a:prstGeom>
          <a:ln w="12700">
            <a:miter lim="400000"/>
          </a:ln>
        </p:spPr>
      </p:pic>
      <p:pic>
        <p:nvPicPr>
          <p:cNvPr id="250" name="Picture 8" descr="Picture 8"/>
          <p:cNvPicPr>
            <a:picLocks noChangeAspect="1"/>
          </p:cNvPicPr>
          <p:nvPr/>
        </p:nvPicPr>
        <p:blipFill>
          <a:blip r:embed="rId3">
            <a:extLst/>
          </a:blip>
          <a:stretch>
            <a:fillRect/>
          </a:stretch>
        </p:blipFill>
        <p:spPr>
          <a:xfrm flipH="1">
            <a:off x="8597020" y="3797753"/>
            <a:ext cx="1203303" cy="1203303"/>
          </a:xfrm>
          <a:prstGeom prst="rect">
            <a:avLst/>
          </a:prstGeom>
          <a:ln w="12700">
            <a:miter lim="400000"/>
          </a:ln>
        </p:spPr>
      </p:pic>
      <p:pic>
        <p:nvPicPr>
          <p:cNvPr id="251" name="Content Placeholder 8" descr="Content Placeholder 8"/>
          <p:cNvPicPr>
            <a:picLocks noChangeAspect="1"/>
          </p:cNvPicPr>
          <p:nvPr/>
        </p:nvPicPr>
        <p:blipFill>
          <a:blip r:embed="rId4">
            <a:extLst/>
          </a:blip>
          <a:stretch>
            <a:fillRect/>
          </a:stretch>
        </p:blipFill>
        <p:spPr>
          <a:xfrm>
            <a:off x="10549259" y="2834842"/>
            <a:ext cx="711567" cy="711567"/>
          </a:xfrm>
          <a:prstGeom prst="rect">
            <a:avLst/>
          </a:prstGeom>
          <a:ln w="12700">
            <a:miter lim="400000"/>
          </a:ln>
        </p:spPr>
      </p:pic>
      <p:pic>
        <p:nvPicPr>
          <p:cNvPr id="252" name="Content Placeholder 8" descr="Content Placeholder 8"/>
          <p:cNvPicPr>
            <a:picLocks noChangeAspect="1"/>
          </p:cNvPicPr>
          <p:nvPr/>
        </p:nvPicPr>
        <p:blipFill>
          <a:blip r:embed="rId4">
            <a:extLst/>
          </a:blip>
          <a:stretch>
            <a:fillRect/>
          </a:stretch>
        </p:blipFill>
        <p:spPr>
          <a:xfrm>
            <a:off x="8959939" y="2839799"/>
            <a:ext cx="711567" cy="711567"/>
          </a:xfrm>
          <a:prstGeom prst="rect">
            <a:avLst/>
          </a:prstGeom>
          <a:ln w="12700">
            <a:miter lim="400000"/>
          </a:ln>
        </p:spPr>
      </p:pic>
      <p:pic>
        <p:nvPicPr>
          <p:cNvPr id="253" name="Content Placeholder 8" descr="Content Placeholder 8"/>
          <p:cNvPicPr>
            <a:picLocks noChangeAspect="1"/>
          </p:cNvPicPr>
          <p:nvPr/>
        </p:nvPicPr>
        <p:blipFill>
          <a:blip r:embed="rId4">
            <a:extLst/>
          </a:blip>
          <a:stretch>
            <a:fillRect/>
          </a:stretch>
        </p:blipFill>
        <p:spPr>
          <a:xfrm>
            <a:off x="10022020" y="2834842"/>
            <a:ext cx="711567" cy="711567"/>
          </a:xfrm>
          <a:prstGeom prst="rect">
            <a:avLst/>
          </a:prstGeom>
          <a:ln w="12700">
            <a:miter lim="400000"/>
          </a:ln>
        </p:spPr>
      </p:pic>
      <p:pic>
        <p:nvPicPr>
          <p:cNvPr id="254" name="Content Placeholder 8" descr="Content Placeholder 8"/>
          <p:cNvPicPr>
            <a:picLocks noChangeAspect="1"/>
          </p:cNvPicPr>
          <p:nvPr/>
        </p:nvPicPr>
        <p:blipFill>
          <a:blip r:embed="rId4">
            <a:extLst/>
          </a:blip>
          <a:stretch>
            <a:fillRect/>
          </a:stretch>
        </p:blipFill>
        <p:spPr>
          <a:xfrm>
            <a:off x="9451675" y="2847810"/>
            <a:ext cx="711567" cy="711567"/>
          </a:xfrm>
          <a:prstGeom prst="rect">
            <a:avLst/>
          </a:prstGeom>
          <a:ln w="12700">
            <a:miter lim="400000"/>
          </a:ln>
        </p:spPr>
      </p:pic>
      <p:pic>
        <p:nvPicPr>
          <p:cNvPr id="255" name="Picture 8" descr="Picture 8"/>
          <p:cNvPicPr>
            <a:picLocks noChangeAspect="1"/>
          </p:cNvPicPr>
          <p:nvPr/>
        </p:nvPicPr>
        <p:blipFill>
          <a:blip r:embed="rId3">
            <a:extLst/>
          </a:blip>
          <a:stretch>
            <a:fillRect/>
          </a:stretch>
        </p:blipFill>
        <p:spPr>
          <a:xfrm flipH="1">
            <a:off x="9630254" y="3818880"/>
            <a:ext cx="1203303" cy="1203303"/>
          </a:xfrm>
          <a:prstGeom prst="rect">
            <a:avLst/>
          </a:prstGeom>
          <a:ln w="12700">
            <a:miter lim="400000"/>
          </a:ln>
        </p:spPr>
      </p:pic>
      <p:pic>
        <p:nvPicPr>
          <p:cNvPr id="256" name="Content Placeholder 8" descr="Content Placeholder 8"/>
          <p:cNvPicPr>
            <a:picLocks noChangeAspect="1"/>
          </p:cNvPicPr>
          <p:nvPr/>
        </p:nvPicPr>
        <p:blipFill>
          <a:blip r:embed="rId4">
            <a:extLst/>
          </a:blip>
          <a:stretch>
            <a:fillRect/>
          </a:stretch>
        </p:blipFill>
        <p:spPr>
          <a:xfrm>
            <a:off x="8447654" y="2834842"/>
            <a:ext cx="711567" cy="711567"/>
          </a:xfrm>
          <a:prstGeom prst="rect">
            <a:avLst/>
          </a:prstGeom>
          <a:ln w="12700">
            <a:miter lim="400000"/>
          </a:ln>
        </p:spPr>
      </p:pic>
      <p:sp>
        <p:nvSpPr>
          <p:cNvPr id="257" name="TextBox 37"/>
          <p:cNvSpPr txBox="1"/>
          <p:nvPr/>
        </p:nvSpPr>
        <p:spPr>
          <a:xfrm>
            <a:off x="977812" y="5360063"/>
            <a:ext cx="1315098"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FF"/>
                </a:solidFill>
              </a:defRPr>
            </a:lvl1pPr>
          </a:lstStyle>
          <a:p>
            <a:pPr/>
            <a:r>
              <a:t>Input</a:t>
            </a:r>
          </a:p>
        </p:txBody>
      </p:sp>
      <p:sp>
        <p:nvSpPr>
          <p:cNvPr id="258" name="TextBox 38"/>
          <p:cNvSpPr txBox="1"/>
          <p:nvPr/>
        </p:nvSpPr>
        <p:spPr>
          <a:xfrm>
            <a:off x="5409853" y="5360063"/>
            <a:ext cx="1590786" cy="7607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00"/>
                </a:solidFill>
              </a:defRPr>
            </a:pPr>
            <a:r>
              <a:t>Model</a:t>
            </a:r>
            <a:endParaRPr>
              <a:solidFill>
                <a:srgbClr val="FFFFFF"/>
              </a:solidFill>
            </a:endParaRPr>
          </a:p>
          <a:p>
            <a:pPr algn="ctr">
              <a:defRPr b="1" sz="2400">
                <a:solidFill>
                  <a:srgbClr val="FFFF00"/>
                </a:solidFill>
              </a:defRPr>
            </a:pPr>
            <a:r>
              <a:t>(Algorithm)</a:t>
            </a:r>
          </a:p>
        </p:txBody>
      </p:sp>
      <p:sp>
        <p:nvSpPr>
          <p:cNvPr id="259" name="TextBox 39"/>
          <p:cNvSpPr txBox="1"/>
          <p:nvPr/>
        </p:nvSpPr>
        <p:spPr>
          <a:xfrm>
            <a:off x="9320881" y="5360063"/>
            <a:ext cx="1315097"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FF"/>
                </a:solidFill>
              </a:defRPr>
            </a:lvl1pPr>
          </a:lstStyle>
          <a:p>
            <a:pPr/>
            <a:r>
              <a:t>Output</a:t>
            </a:r>
          </a:p>
        </p:txBody>
      </p:sp>
      <p:sp>
        <p:nvSpPr>
          <p:cNvPr id="260" name="TextBox 40"/>
          <p:cNvSpPr txBox="1"/>
          <p:nvPr/>
        </p:nvSpPr>
        <p:spPr>
          <a:xfrm>
            <a:off x="977813" y="1115900"/>
            <a:ext cx="5274107"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00DFEE"/>
                </a:solidFill>
              </a:defRPr>
            </a:lvl1pPr>
          </a:lstStyle>
          <a:p>
            <a:pPr/>
            <a:r>
              <a:t>Clustering problem</a:t>
            </a:r>
          </a:p>
        </p:txBody>
      </p:sp>
      <p:sp>
        <p:nvSpPr>
          <p:cNvPr id="261" name="Title 1"/>
          <p:cNvSpPr txBox="1"/>
          <p:nvPr/>
        </p:nvSpPr>
        <p:spPr>
          <a:xfrm>
            <a:off x="1119050" y="236251"/>
            <a:ext cx="8440585" cy="854076"/>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lvl1pPr>
              <a:lnSpc>
                <a:spcPct val="85000"/>
              </a:lnSpc>
              <a:defRPr b="1" spc="-100" sz="4800">
                <a:solidFill>
                  <a:srgbClr val="FFFF00"/>
                </a:solidFill>
              </a:defRPr>
            </a:lvl1pPr>
          </a:lstStyle>
          <a:p>
            <a:pPr/>
            <a:r>
              <a:t>Unsupervised Learning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2" presetID="2" grpId="1" fill="hold">
                                  <p:stCondLst>
                                    <p:cond delay="0"/>
                                  </p:stCondLst>
                                  <p:iterate type="el" backwards="0">
                                    <p:tmAbs val="0"/>
                                  </p:iterate>
                                  <p:childTnLst>
                                    <p:set>
                                      <p:cBhvr>
                                        <p:cTn id="6" fill="hold"/>
                                        <p:tgtEl>
                                          <p:spTgt spid="260"/>
                                        </p:tgtEl>
                                        <p:attrNameLst>
                                          <p:attrName>style.visibility</p:attrName>
                                        </p:attrNameLst>
                                      </p:cBhvr>
                                      <p:to>
                                        <p:strVal val="visible"/>
                                      </p:to>
                                    </p:set>
                                    <p:anim calcmode="lin" valueType="num">
                                      <p:cBhvr>
                                        <p:cTn id="7" dur="1000" fill="hold"/>
                                        <p:tgtEl>
                                          <p:spTgt spid="260"/>
                                        </p:tgtEl>
                                        <p:attrNameLst>
                                          <p:attrName>ppt_x</p:attrName>
                                        </p:attrNameLst>
                                      </p:cBhvr>
                                      <p:tavLst>
                                        <p:tav tm="0">
                                          <p:val>
                                            <p:strVal val="1+#ppt_w/2"/>
                                          </p:val>
                                        </p:tav>
                                        <p:tav tm="100000">
                                          <p:val>
                                            <p:strVal val="#ppt_x"/>
                                          </p:val>
                                        </p:tav>
                                      </p:tavLst>
                                    </p:anim>
                                    <p:anim calcmode="lin" valueType="num">
                                      <p:cBhvr>
                                        <p:cTn id="8" dur="1000" fill="hold"/>
                                        <p:tgtEl>
                                          <p:spTgt spid="2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32" presetID="4" grpId="2" fill="hold">
                                  <p:stCondLst>
                                    <p:cond delay="0"/>
                                  </p:stCondLst>
                                  <p:iterate type="el" backwards="0">
                                    <p:tmAbs val="0"/>
                                  </p:iterate>
                                  <p:childTnLst>
                                    <p:set>
                                      <p:cBhvr>
                                        <p:cTn id="12" fill="hold"/>
                                        <p:tgtEl>
                                          <p:spTgt spid="233"/>
                                        </p:tgtEl>
                                        <p:attrNameLst>
                                          <p:attrName>style.visibility</p:attrName>
                                        </p:attrNameLst>
                                      </p:cBhvr>
                                      <p:to>
                                        <p:strVal val="visible"/>
                                      </p:to>
                                    </p:set>
                                    <p:animEffect filter="box(out)" transition="in">
                                      <p:cBhvr>
                                        <p:cTn id="13" dur="1000"/>
                                        <p:tgtEl>
                                          <p:spTgt spid="233"/>
                                        </p:tgtEl>
                                      </p:cBhvr>
                                    </p:animEffect>
                                  </p:childTnLst>
                                </p:cTn>
                              </p:par>
                            </p:childTnLst>
                          </p:cTn>
                        </p:par>
                        <p:par>
                          <p:cTn id="14" fill="hold">
                            <p:stCondLst>
                              <p:cond delay="1000"/>
                            </p:stCondLst>
                            <p:childTnLst>
                              <p:par>
                                <p:cTn id="15" presetClass="entr" nodeType="afterEffect" presetSubtype="32" presetID="4" grpId="3" fill="hold">
                                  <p:stCondLst>
                                    <p:cond delay="0"/>
                                  </p:stCondLst>
                                  <p:iterate type="el" backwards="0">
                                    <p:tmAbs val="0"/>
                                  </p:iterate>
                                  <p:childTnLst>
                                    <p:set>
                                      <p:cBhvr>
                                        <p:cTn id="16" fill="hold"/>
                                        <p:tgtEl>
                                          <p:spTgt spid="234"/>
                                        </p:tgtEl>
                                        <p:attrNameLst>
                                          <p:attrName>style.visibility</p:attrName>
                                        </p:attrNameLst>
                                      </p:cBhvr>
                                      <p:to>
                                        <p:strVal val="visible"/>
                                      </p:to>
                                    </p:set>
                                    <p:animEffect filter="box(out)" transition="in">
                                      <p:cBhvr>
                                        <p:cTn id="17" dur="1000"/>
                                        <p:tgtEl>
                                          <p:spTgt spid="234"/>
                                        </p:tgtEl>
                                      </p:cBhvr>
                                    </p:animEffect>
                                  </p:childTnLst>
                                </p:cTn>
                              </p:par>
                            </p:childTnLst>
                          </p:cTn>
                        </p:par>
                        <p:par>
                          <p:cTn id="18" fill="hold">
                            <p:stCondLst>
                              <p:cond delay="2000"/>
                            </p:stCondLst>
                            <p:childTnLst>
                              <p:par>
                                <p:cTn id="19" presetClass="entr" nodeType="afterEffect" presetSubtype="4" presetID="2" grpId="4" fill="hold">
                                  <p:stCondLst>
                                    <p:cond delay="0"/>
                                  </p:stCondLst>
                                  <p:iterate type="el" backwards="0">
                                    <p:tmAbs val="0"/>
                                  </p:iterate>
                                  <p:childTnLst>
                                    <p:set>
                                      <p:cBhvr>
                                        <p:cTn id="20" fill="hold"/>
                                        <p:tgtEl>
                                          <p:spTgt spid="258"/>
                                        </p:tgtEl>
                                        <p:attrNameLst>
                                          <p:attrName>style.visibility</p:attrName>
                                        </p:attrNameLst>
                                      </p:cBhvr>
                                      <p:to>
                                        <p:strVal val="visible"/>
                                      </p:to>
                                    </p:set>
                                    <p:anim calcmode="lin" valueType="num">
                                      <p:cBhvr>
                                        <p:cTn id="21" dur="500" fill="hold"/>
                                        <p:tgtEl>
                                          <p:spTgt spid="258"/>
                                        </p:tgtEl>
                                        <p:attrNameLst>
                                          <p:attrName>ppt_x</p:attrName>
                                        </p:attrNameLst>
                                      </p:cBhvr>
                                      <p:tavLst>
                                        <p:tav tm="0">
                                          <p:val>
                                            <p:strVal val="#ppt_x"/>
                                          </p:val>
                                        </p:tav>
                                        <p:tav tm="100000">
                                          <p:val>
                                            <p:strVal val="#ppt_x"/>
                                          </p:val>
                                        </p:tav>
                                      </p:tavLst>
                                    </p:anim>
                                    <p:anim calcmode="lin" valueType="num">
                                      <p:cBhvr>
                                        <p:cTn id="22" dur="500" fill="hold"/>
                                        <p:tgtEl>
                                          <p:spTgt spid="25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4" grpId="5" fill="hold">
                                  <p:stCondLst>
                                    <p:cond delay="0"/>
                                  </p:stCondLst>
                                  <p:iterate type="el" backwards="0">
                                    <p:tmAbs val="0"/>
                                  </p:iterate>
                                  <p:childTnLst>
                                    <p:set>
                                      <p:cBhvr>
                                        <p:cTn id="26" fill="hold"/>
                                        <p:tgtEl>
                                          <p:spTgt spid="237"/>
                                        </p:tgtEl>
                                        <p:attrNameLst>
                                          <p:attrName>style.visibility</p:attrName>
                                        </p:attrNameLst>
                                      </p:cBhvr>
                                      <p:to>
                                        <p:strVal val="visible"/>
                                      </p:to>
                                    </p:set>
                                    <p:animEffect filter="box(in)" transition="in">
                                      <p:cBhvr>
                                        <p:cTn id="27" dur="1000"/>
                                        <p:tgtEl>
                                          <p:spTgt spid="237"/>
                                        </p:tgtEl>
                                      </p:cBhvr>
                                    </p:animEffect>
                                  </p:childTnLst>
                                </p:cTn>
                              </p:par>
                            </p:childTnLst>
                          </p:cTn>
                        </p:par>
                        <p:par>
                          <p:cTn id="28" fill="hold">
                            <p:stCondLst>
                              <p:cond delay="1000"/>
                            </p:stCondLst>
                            <p:childTnLst>
                              <p:par>
                                <p:cTn id="29" presetClass="entr" nodeType="afterEffect" presetSubtype="16" presetID="4" grpId="6" fill="hold">
                                  <p:stCondLst>
                                    <p:cond delay="0"/>
                                  </p:stCondLst>
                                  <p:iterate type="el" backwards="0">
                                    <p:tmAbs val="0"/>
                                  </p:iterate>
                                  <p:childTnLst>
                                    <p:set>
                                      <p:cBhvr>
                                        <p:cTn id="30" fill="hold"/>
                                        <p:tgtEl>
                                          <p:spTgt spid="238"/>
                                        </p:tgtEl>
                                        <p:attrNameLst>
                                          <p:attrName>style.visibility</p:attrName>
                                        </p:attrNameLst>
                                      </p:cBhvr>
                                      <p:to>
                                        <p:strVal val="visible"/>
                                      </p:to>
                                    </p:set>
                                    <p:animEffect filter="box(in)" transition="in">
                                      <p:cBhvr>
                                        <p:cTn id="31" dur="1000"/>
                                        <p:tgtEl>
                                          <p:spTgt spid="238"/>
                                        </p:tgtEl>
                                      </p:cBhvr>
                                    </p:animEffect>
                                  </p:childTnLst>
                                </p:cTn>
                              </p:par>
                            </p:childTnLst>
                          </p:cTn>
                        </p:par>
                        <p:par>
                          <p:cTn id="32" fill="hold">
                            <p:stCondLst>
                              <p:cond delay="2000"/>
                            </p:stCondLst>
                            <p:childTnLst>
                              <p:par>
                                <p:cTn id="33" presetClass="entr" nodeType="afterEffect" presetSubtype="16" presetID="4" grpId="7" fill="hold">
                                  <p:stCondLst>
                                    <p:cond delay="0"/>
                                  </p:stCondLst>
                                  <p:iterate type="el" backwards="0">
                                    <p:tmAbs val="0"/>
                                  </p:iterate>
                                  <p:childTnLst>
                                    <p:set>
                                      <p:cBhvr>
                                        <p:cTn id="34" fill="hold"/>
                                        <p:tgtEl>
                                          <p:spTgt spid="239"/>
                                        </p:tgtEl>
                                        <p:attrNameLst>
                                          <p:attrName>style.visibility</p:attrName>
                                        </p:attrNameLst>
                                      </p:cBhvr>
                                      <p:to>
                                        <p:strVal val="visible"/>
                                      </p:to>
                                    </p:set>
                                    <p:animEffect filter="box(in)" transition="in">
                                      <p:cBhvr>
                                        <p:cTn id="35" dur="1000"/>
                                        <p:tgtEl>
                                          <p:spTgt spid="239"/>
                                        </p:tgtEl>
                                      </p:cBhvr>
                                    </p:animEffect>
                                  </p:childTnLst>
                                </p:cTn>
                              </p:par>
                            </p:childTnLst>
                          </p:cTn>
                        </p:par>
                        <p:par>
                          <p:cTn id="36" fill="hold">
                            <p:stCondLst>
                              <p:cond delay="3000"/>
                            </p:stCondLst>
                            <p:childTnLst>
                              <p:par>
                                <p:cTn id="37" presetClass="entr" nodeType="afterEffect" presetSubtype="16" presetID="4" grpId="8" fill="hold">
                                  <p:stCondLst>
                                    <p:cond delay="0"/>
                                  </p:stCondLst>
                                  <p:iterate type="el" backwards="0">
                                    <p:tmAbs val="0"/>
                                  </p:iterate>
                                  <p:childTnLst>
                                    <p:set>
                                      <p:cBhvr>
                                        <p:cTn id="38" fill="hold"/>
                                        <p:tgtEl>
                                          <p:spTgt spid="240"/>
                                        </p:tgtEl>
                                        <p:attrNameLst>
                                          <p:attrName>style.visibility</p:attrName>
                                        </p:attrNameLst>
                                      </p:cBhvr>
                                      <p:to>
                                        <p:strVal val="visible"/>
                                      </p:to>
                                    </p:set>
                                    <p:animEffect filter="box(in)" transition="in">
                                      <p:cBhvr>
                                        <p:cTn id="39" dur="1000"/>
                                        <p:tgtEl>
                                          <p:spTgt spid="240"/>
                                        </p:tgtEl>
                                      </p:cBhvr>
                                    </p:animEffect>
                                  </p:childTnLst>
                                </p:cTn>
                              </p:par>
                            </p:childTnLst>
                          </p:cTn>
                        </p:par>
                        <p:par>
                          <p:cTn id="40" fill="hold">
                            <p:stCondLst>
                              <p:cond delay="4000"/>
                            </p:stCondLst>
                            <p:childTnLst>
                              <p:par>
                                <p:cTn id="41" presetClass="entr" nodeType="afterEffect" presetSubtype="16" presetID="4" grpId="9" fill="hold">
                                  <p:stCondLst>
                                    <p:cond delay="0"/>
                                  </p:stCondLst>
                                  <p:iterate type="el" backwards="0">
                                    <p:tmAbs val="0"/>
                                  </p:iterate>
                                  <p:childTnLst>
                                    <p:set>
                                      <p:cBhvr>
                                        <p:cTn id="42" fill="hold"/>
                                        <p:tgtEl>
                                          <p:spTgt spid="241"/>
                                        </p:tgtEl>
                                        <p:attrNameLst>
                                          <p:attrName>style.visibility</p:attrName>
                                        </p:attrNameLst>
                                      </p:cBhvr>
                                      <p:to>
                                        <p:strVal val="visible"/>
                                      </p:to>
                                    </p:set>
                                    <p:animEffect filter="box(in)" transition="in">
                                      <p:cBhvr>
                                        <p:cTn id="43" dur="1000"/>
                                        <p:tgtEl>
                                          <p:spTgt spid="241"/>
                                        </p:tgtEl>
                                      </p:cBhvr>
                                    </p:animEffect>
                                  </p:childTnLst>
                                </p:cTn>
                              </p:par>
                            </p:childTnLst>
                          </p:cTn>
                        </p:par>
                        <p:par>
                          <p:cTn id="44" fill="hold">
                            <p:stCondLst>
                              <p:cond delay="5000"/>
                            </p:stCondLst>
                            <p:childTnLst>
                              <p:par>
                                <p:cTn id="45" presetClass="entr" nodeType="afterEffect" presetSubtype="16" presetID="4" grpId="10" fill="hold">
                                  <p:stCondLst>
                                    <p:cond delay="0"/>
                                  </p:stCondLst>
                                  <p:iterate type="el" backwards="0">
                                    <p:tmAbs val="0"/>
                                  </p:iterate>
                                  <p:childTnLst>
                                    <p:set>
                                      <p:cBhvr>
                                        <p:cTn id="46" fill="hold"/>
                                        <p:tgtEl>
                                          <p:spTgt spid="242"/>
                                        </p:tgtEl>
                                        <p:attrNameLst>
                                          <p:attrName>style.visibility</p:attrName>
                                        </p:attrNameLst>
                                      </p:cBhvr>
                                      <p:to>
                                        <p:strVal val="visible"/>
                                      </p:to>
                                    </p:set>
                                    <p:animEffect filter="box(in)" transition="in">
                                      <p:cBhvr>
                                        <p:cTn id="47" dur="1000"/>
                                        <p:tgtEl>
                                          <p:spTgt spid="242"/>
                                        </p:tgtEl>
                                      </p:cBhvr>
                                    </p:animEffect>
                                  </p:childTnLst>
                                </p:cTn>
                              </p:par>
                            </p:childTnLst>
                          </p:cTn>
                        </p:par>
                        <p:par>
                          <p:cTn id="48" fill="hold">
                            <p:stCondLst>
                              <p:cond delay="6000"/>
                            </p:stCondLst>
                            <p:childTnLst>
                              <p:par>
                                <p:cTn id="49" presetClass="entr" nodeType="afterEffect" presetSubtype="16" presetID="4" grpId="11" fill="hold">
                                  <p:stCondLst>
                                    <p:cond delay="0"/>
                                  </p:stCondLst>
                                  <p:iterate type="el" backwards="0">
                                    <p:tmAbs val="0"/>
                                  </p:iterate>
                                  <p:childTnLst>
                                    <p:set>
                                      <p:cBhvr>
                                        <p:cTn id="50" fill="hold"/>
                                        <p:tgtEl>
                                          <p:spTgt spid="243"/>
                                        </p:tgtEl>
                                        <p:attrNameLst>
                                          <p:attrName>style.visibility</p:attrName>
                                        </p:attrNameLst>
                                      </p:cBhvr>
                                      <p:to>
                                        <p:strVal val="visible"/>
                                      </p:to>
                                    </p:set>
                                    <p:animEffect filter="box(in)" transition="in">
                                      <p:cBhvr>
                                        <p:cTn id="51" dur="1000"/>
                                        <p:tgtEl>
                                          <p:spTgt spid="243"/>
                                        </p:tgtEl>
                                      </p:cBhvr>
                                    </p:animEffect>
                                  </p:childTnLst>
                                </p:cTn>
                              </p:par>
                            </p:childTnLst>
                          </p:cTn>
                        </p:par>
                        <p:par>
                          <p:cTn id="52" fill="hold">
                            <p:stCondLst>
                              <p:cond delay="7000"/>
                            </p:stCondLst>
                            <p:childTnLst>
                              <p:par>
                                <p:cTn id="53" presetClass="entr" nodeType="afterEffect" presetSubtype="16" presetID="4" grpId="12" fill="hold">
                                  <p:stCondLst>
                                    <p:cond delay="0"/>
                                  </p:stCondLst>
                                  <p:iterate type="el" backwards="0">
                                    <p:tmAbs val="0"/>
                                  </p:iterate>
                                  <p:childTnLst>
                                    <p:set>
                                      <p:cBhvr>
                                        <p:cTn id="54" fill="hold"/>
                                        <p:tgtEl>
                                          <p:spTgt spid="244"/>
                                        </p:tgtEl>
                                        <p:attrNameLst>
                                          <p:attrName>style.visibility</p:attrName>
                                        </p:attrNameLst>
                                      </p:cBhvr>
                                      <p:to>
                                        <p:strVal val="visible"/>
                                      </p:to>
                                    </p:set>
                                    <p:animEffect filter="box(in)" transition="in">
                                      <p:cBhvr>
                                        <p:cTn id="55" dur="1000"/>
                                        <p:tgtEl>
                                          <p:spTgt spid="244"/>
                                        </p:tgtEl>
                                      </p:cBhvr>
                                    </p:animEffect>
                                  </p:childTnLst>
                                </p:cTn>
                              </p:par>
                            </p:childTnLst>
                          </p:cTn>
                        </p:par>
                        <p:par>
                          <p:cTn id="56" fill="hold">
                            <p:stCondLst>
                              <p:cond delay="8000"/>
                            </p:stCondLst>
                            <p:childTnLst>
                              <p:par>
                                <p:cTn id="57" presetClass="entr" nodeType="afterEffect" presetSubtype="16" presetID="4" grpId="13" fill="hold">
                                  <p:stCondLst>
                                    <p:cond delay="0"/>
                                  </p:stCondLst>
                                  <p:iterate type="el" backwards="0">
                                    <p:tmAbs val="0"/>
                                  </p:iterate>
                                  <p:childTnLst>
                                    <p:set>
                                      <p:cBhvr>
                                        <p:cTn id="58" fill="hold"/>
                                        <p:tgtEl>
                                          <p:spTgt spid="245"/>
                                        </p:tgtEl>
                                        <p:attrNameLst>
                                          <p:attrName>style.visibility</p:attrName>
                                        </p:attrNameLst>
                                      </p:cBhvr>
                                      <p:to>
                                        <p:strVal val="visible"/>
                                      </p:to>
                                    </p:set>
                                    <p:animEffect filter="box(in)" transition="in">
                                      <p:cBhvr>
                                        <p:cTn id="59" dur="1000"/>
                                        <p:tgtEl>
                                          <p:spTgt spid="245"/>
                                        </p:tgtEl>
                                      </p:cBhvr>
                                    </p:animEffect>
                                  </p:childTnLst>
                                </p:cTn>
                              </p:par>
                            </p:childTnLst>
                          </p:cTn>
                        </p:par>
                        <p:par>
                          <p:cTn id="60" fill="hold">
                            <p:stCondLst>
                              <p:cond delay="9000"/>
                            </p:stCondLst>
                            <p:childTnLst>
                              <p:par>
                                <p:cTn id="61" presetClass="entr" nodeType="afterEffect" presetSubtype="16" presetID="4" grpId="14" fill="hold">
                                  <p:stCondLst>
                                    <p:cond delay="0"/>
                                  </p:stCondLst>
                                  <p:iterate type="el" backwards="0">
                                    <p:tmAbs val="0"/>
                                  </p:iterate>
                                  <p:childTnLst>
                                    <p:set>
                                      <p:cBhvr>
                                        <p:cTn id="62" fill="hold"/>
                                        <p:tgtEl>
                                          <p:spTgt spid="246"/>
                                        </p:tgtEl>
                                        <p:attrNameLst>
                                          <p:attrName>style.visibility</p:attrName>
                                        </p:attrNameLst>
                                      </p:cBhvr>
                                      <p:to>
                                        <p:strVal val="visible"/>
                                      </p:to>
                                    </p:set>
                                    <p:animEffect filter="box(in)" transition="in">
                                      <p:cBhvr>
                                        <p:cTn id="63" dur="1000"/>
                                        <p:tgtEl>
                                          <p:spTgt spid="246"/>
                                        </p:tgtEl>
                                      </p:cBhvr>
                                    </p:animEffect>
                                  </p:childTnLst>
                                </p:cTn>
                              </p:par>
                            </p:childTnLst>
                          </p:cTn>
                        </p:par>
                        <p:par>
                          <p:cTn id="64" fill="hold">
                            <p:stCondLst>
                              <p:cond delay="10000"/>
                            </p:stCondLst>
                            <p:childTnLst>
                              <p:par>
                                <p:cTn id="65" presetClass="entr" nodeType="afterEffect" presetSubtype="4" presetID="2" grpId="15" fill="hold">
                                  <p:stCondLst>
                                    <p:cond delay="0"/>
                                  </p:stCondLst>
                                  <p:iterate type="el" backwards="0">
                                    <p:tmAbs val="0"/>
                                  </p:iterate>
                                  <p:childTnLst>
                                    <p:set>
                                      <p:cBhvr>
                                        <p:cTn id="66" fill="hold"/>
                                        <p:tgtEl>
                                          <p:spTgt spid="257"/>
                                        </p:tgtEl>
                                        <p:attrNameLst>
                                          <p:attrName>style.visibility</p:attrName>
                                        </p:attrNameLst>
                                      </p:cBhvr>
                                      <p:to>
                                        <p:strVal val="visible"/>
                                      </p:to>
                                    </p:set>
                                    <p:anim calcmode="lin" valueType="num">
                                      <p:cBhvr>
                                        <p:cTn id="67" dur="500" fill="hold"/>
                                        <p:tgtEl>
                                          <p:spTgt spid="257"/>
                                        </p:tgtEl>
                                        <p:attrNameLst>
                                          <p:attrName>ppt_x</p:attrName>
                                        </p:attrNameLst>
                                      </p:cBhvr>
                                      <p:tavLst>
                                        <p:tav tm="0">
                                          <p:val>
                                            <p:strVal val="#ppt_x"/>
                                          </p:val>
                                        </p:tav>
                                        <p:tav tm="100000">
                                          <p:val>
                                            <p:strVal val="#ppt_x"/>
                                          </p:val>
                                        </p:tav>
                                      </p:tavLst>
                                    </p:anim>
                                    <p:anim calcmode="lin" valueType="num">
                                      <p:cBhvr>
                                        <p:cTn id="68" dur="500" fill="hold"/>
                                        <p:tgtEl>
                                          <p:spTgt spid="257"/>
                                        </p:tgtEl>
                                        <p:attrNameLst>
                                          <p:attrName>ppt_y</p:attrName>
                                        </p:attrNameLst>
                                      </p:cBhvr>
                                      <p:tavLst>
                                        <p:tav tm="0">
                                          <p:val>
                                            <p:strVal val="1+#ppt_h/2"/>
                                          </p:val>
                                        </p:tav>
                                        <p:tav tm="100000">
                                          <p:val>
                                            <p:strVal val="#ppt_y"/>
                                          </p:val>
                                        </p:tav>
                                      </p:tavLst>
                                    </p:anim>
                                  </p:childTnLst>
                                </p:cTn>
                              </p:par>
                            </p:childTnLst>
                          </p:cTn>
                        </p:par>
                        <p:par>
                          <p:cTn id="69" fill="hold">
                            <p:stCondLst>
                              <p:cond delay="10500"/>
                            </p:stCondLst>
                            <p:childTnLst>
                              <p:par>
                                <p:cTn id="70" presetClass="entr" nodeType="afterEffect" presetSubtype="8" presetID="22" grpId="16" fill="hold">
                                  <p:stCondLst>
                                    <p:cond delay="0"/>
                                  </p:stCondLst>
                                  <p:iterate type="el" backwards="0">
                                    <p:tmAbs val="0"/>
                                  </p:iterate>
                                  <p:childTnLst>
                                    <p:set>
                                      <p:cBhvr>
                                        <p:cTn id="71" fill="hold"/>
                                        <p:tgtEl>
                                          <p:spTgt spid="236"/>
                                        </p:tgtEl>
                                        <p:attrNameLst>
                                          <p:attrName>style.visibility</p:attrName>
                                        </p:attrNameLst>
                                      </p:cBhvr>
                                      <p:to>
                                        <p:strVal val="visible"/>
                                      </p:to>
                                    </p:set>
                                    <p:animEffect filter="wipe(left)" transition="in">
                                      <p:cBhvr>
                                        <p:cTn id="72" dur="500"/>
                                        <p:tgtEl>
                                          <p:spTgt spid="236"/>
                                        </p:tgtEl>
                                      </p:cBhvr>
                                    </p:animEffect>
                                  </p:childTnLst>
                                </p:cTn>
                              </p:par>
                            </p:childTnLst>
                          </p:cTn>
                        </p:par>
                      </p:childTnLst>
                    </p:cTn>
                  </p:par>
                  <p:par>
                    <p:cTn id="73" fill="hold">
                      <p:stCondLst>
                        <p:cond delay="indefinite"/>
                      </p:stCondLst>
                      <p:childTnLst>
                        <p:par>
                          <p:cTn id="74" fill="hold">
                            <p:stCondLst>
                              <p:cond delay="0"/>
                            </p:stCondLst>
                            <p:childTnLst>
                              <p:par>
                                <p:cTn id="75" presetClass="entr" nodeType="clickEffect" presetSubtype="8" presetID="22" grpId="17" fill="hold">
                                  <p:stCondLst>
                                    <p:cond delay="0"/>
                                  </p:stCondLst>
                                  <p:iterate type="el" backwards="0">
                                    <p:tmAbs val="0"/>
                                  </p:iterate>
                                  <p:childTnLst>
                                    <p:set>
                                      <p:cBhvr>
                                        <p:cTn id="76" fill="hold"/>
                                        <p:tgtEl>
                                          <p:spTgt spid="235"/>
                                        </p:tgtEl>
                                        <p:attrNameLst>
                                          <p:attrName>style.visibility</p:attrName>
                                        </p:attrNameLst>
                                      </p:cBhvr>
                                      <p:to>
                                        <p:strVal val="visible"/>
                                      </p:to>
                                    </p:set>
                                    <p:animEffect filter="wipe(left)" transition="in">
                                      <p:cBhvr>
                                        <p:cTn id="77" dur="500"/>
                                        <p:tgtEl>
                                          <p:spTgt spid="235"/>
                                        </p:tgtEl>
                                      </p:cBhvr>
                                    </p:animEffect>
                                  </p:childTnLst>
                                </p:cTn>
                              </p:par>
                            </p:childTnLst>
                          </p:cTn>
                        </p:par>
                      </p:childTnLst>
                    </p:cTn>
                  </p:par>
                  <p:par>
                    <p:cTn id="78" fill="hold">
                      <p:stCondLst>
                        <p:cond delay="indefinite"/>
                      </p:stCondLst>
                      <p:childTnLst>
                        <p:par>
                          <p:cTn id="79" fill="hold">
                            <p:stCondLst>
                              <p:cond delay="0"/>
                            </p:stCondLst>
                            <p:childTnLst>
                              <p:par>
                                <p:cTn id="80" presetClass="entr" nodeType="clickEffect" presetSubtype="32" presetID="4" grpId="18" fill="hold">
                                  <p:stCondLst>
                                    <p:cond delay="0"/>
                                  </p:stCondLst>
                                  <p:iterate type="el" backwards="0">
                                    <p:tmAbs val="0"/>
                                  </p:iterate>
                                  <p:childTnLst>
                                    <p:set>
                                      <p:cBhvr>
                                        <p:cTn id="81" fill="hold"/>
                                        <p:tgtEl>
                                          <p:spTgt spid="251"/>
                                        </p:tgtEl>
                                        <p:attrNameLst>
                                          <p:attrName>style.visibility</p:attrName>
                                        </p:attrNameLst>
                                      </p:cBhvr>
                                      <p:to>
                                        <p:strVal val="visible"/>
                                      </p:to>
                                    </p:set>
                                    <p:animEffect filter="box(out)" transition="in">
                                      <p:cBhvr>
                                        <p:cTn id="82" dur="1000"/>
                                        <p:tgtEl>
                                          <p:spTgt spid="251"/>
                                        </p:tgtEl>
                                      </p:cBhvr>
                                    </p:animEffect>
                                  </p:childTnLst>
                                </p:cTn>
                              </p:par>
                            </p:childTnLst>
                          </p:cTn>
                        </p:par>
                        <p:par>
                          <p:cTn id="83" fill="hold">
                            <p:stCondLst>
                              <p:cond delay="1000"/>
                            </p:stCondLst>
                            <p:childTnLst>
                              <p:par>
                                <p:cTn id="84" presetClass="entr" nodeType="afterEffect" presetSubtype="32" presetID="4" grpId="19" fill="hold">
                                  <p:stCondLst>
                                    <p:cond delay="0"/>
                                  </p:stCondLst>
                                  <p:iterate type="el" backwards="0">
                                    <p:tmAbs val="0"/>
                                  </p:iterate>
                                  <p:childTnLst>
                                    <p:set>
                                      <p:cBhvr>
                                        <p:cTn id="85" fill="hold"/>
                                        <p:tgtEl>
                                          <p:spTgt spid="252"/>
                                        </p:tgtEl>
                                        <p:attrNameLst>
                                          <p:attrName>style.visibility</p:attrName>
                                        </p:attrNameLst>
                                      </p:cBhvr>
                                      <p:to>
                                        <p:strVal val="visible"/>
                                      </p:to>
                                    </p:set>
                                    <p:animEffect filter="box(out)" transition="in">
                                      <p:cBhvr>
                                        <p:cTn id="86" dur="1000"/>
                                        <p:tgtEl>
                                          <p:spTgt spid="252"/>
                                        </p:tgtEl>
                                      </p:cBhvr>
                                    </p:animEffect>
                                  </p:childTnLst>
                                </p:cTn>
                              </p:par>
                            </p:childTnLst>
                          </p:cTn>
                        </p:par>
                        <p:par>
                          <p:cTn id="87" fill="hold">
                            <p:stCondLst>
                              <p:cond delay="2000"/>
                            </p:stCondLst>
                            <p:childTnLst>
                              <p:par>
                                <p:cTn id="88" presetClass="entr" nodeType="afterEffect" presetSubtype="32" presetID="4" grpId="20" fill="hold">
                                  <p:stCondLst>
                                    <p:cond delay="0"/>
                                  </p:stCondLst>
                                  <p:iterate type="el" backwards="0">
                                    <p:tmAbs val="0"/>
                                  </p:iterate>
                                  <p:childTnLst>
                                    <p:set>
                                      <p:cBhvr>
                                        <p:cTn id="89" fill="hold"/>
                                        <p:tgtEl>
                                          <p:spTgt spid="253"/>
                                        </p:tgtEl>
                                        <p:attrNameLst>
                                          <p:attrName>style.visibility</p:attrName>
                                        </p:attrNameLst>
                                      </p:cBhvr>
                                      <p:to>
                                        <p:strVal val="visible"/>
                                      </p:to>
                                    </p:set>
                                    <p:animEffect filter="box(out)" transition="in">
                                      <p:cBhvr>
                                        <p:cTn id="90" dur="1000"/>
                                        <p:tgtEl>
                                          <p:spTgt spid="253"/>
                                        </p:tgtEl>
                                      </p:cBhvr>
                                    </p:animEffect>
                                  </p:childTnLst>
                                </p:cTn>
                              </p:par>
                            </p:childTnLst>
                          </p:cTn>
                        </p:par>
                        <p:par>
                          <p:cTn id="91" fill="hold">
                            <p:stCondLst>
                              <p:cond delay="3000"/>
                            </p:stCondLst>
                            <p:childTnLst>
                              <p:par>
                                <p:cTn id="92" presetClass="entr" nodeType="afterEffect" presetSubtype="32" presetID="4" grpId="21" fill="hold">
                                  <p:stCondLst>
                                    <p:cond delay="0"/>
                                  </p:stCondLst>
                                  <p:iterate type="el" backwards="0">
                                    <p:tmAbs val="0"/>
                                  </p:iterate>
                                  <p:childTnLst>
                                    <p:set>
                                      <p:cBhvr>
                                        <p:cTn id="93" fill="hold"/>
                                        <p:tgtEl>
                                          <p:spTgt spid="254"/>
                                        </p:tgtEl>
                                        <p:attrNameLst>
                                          <p:attrName>style.visibility</p:attrName>
                                        </p:attrNameLst>
                                      </p:cBhvr>
                                      <p:to>
                                        <p:strVal val="visible"/>
                                      </p:to>
                                    </p:set>
                                    <p:animEffect filter="box(out)" transition="in">
                                      <p:cBhvr>
                                        <p:cTn id="94" dur="1000"/>
                                        <p:tgtEl>
                                          <p:spTgt spid="254"/>
                                        </p:tgtEl>
                                      </p:cBhvr>
                                    </p:animEffect>
                                  </p:childTnLst>
                                </p:cTn>
                              </p:par>
                            </p:childTnLst>
                          </p:cTn>
                        </p:par>
                        <p:par>
                          <p:cTn id="95" fill="hold">
                            <p:stCondLst>
                              <p:cond delay="4000"/>
                            </p:stCondLst>
                            <p:childTnLst>
                              <p:par>
                                <p:cTn id="96" presetClass="entr" nodeType="afterEffect" presetSubtype="32" presetID="4" grpId="22" fill="hold">
                                  <p:stCondLst>
                                    <p:cond delay="0"/>
                                  </p:stCondLst>
                                  <p:iterate type="el" backwards="0">
                                    <p:tmAbs val="0"/>
                                  </p:iterate>
                                  <p:childTnLst>
                                    <p:set>
                                      <p:cBhvr>
                                        <p:cTn id="97" fill="hold"/>
                                        <p:tgtEl>
                                          <p:spTgt spid="256"/>
                                        </p:tgtEl>
                                        <p:attrNameLst>
                                          <p:attrName>style.visibility</p:attrName>
                                        </p:attrNameLst>
                                      </p:cBhvr>
                                      <p:to>
                                        <p:strVal val="visible"/>
                                      </p:to>
                                    </p:set>
                                    <p:animEffect filter="box(out)" transition="in">
                                      <p:cBhvr>
                                        <p:cTn id="98" dur="1000"/>
                                        <p:tgtEl>
                                          <p:spTgt spid="256"/>
                                        </p:tgtEl>
                                      </p:cBhvr>
                                    </p:animEffect>
                                  </p:childTnLst>
                                </p:cTn>
                              </p:par>
                            </p:childTnLst>
                          </p:cTn>
                        </p:par>
                        <p:par>
                          <p:cTn id="99" fill="hold">
                            <p:stCondLst>
                              <p:cond delay="5000"/>
                            </p:stCondLst>
                            <p:childTnLst>
                              <p:par>
                                <p:cTn id="100" presetClass="entr" nodeType="afterEffect" presetSubtype="32" presetID="4" grpId="23" fill="hold">
                                  <p:stCondLst>
                                    <p:cond delay="0"/>
                                  </p:stCondLst>
                                  <p:iterate type="el" backwards="0">
                                    <p:tmAbs val="0"/>
                                  </p:iterate>
                                  <p:childTnLst>
                                    <p:set>
                                      <p:cBhvr>
                                        <p:cTn id="101" fill="hold"/>
                                        <p:tgtEl>
                                          <p:spTgt spid="247"/>
                                        </p:tgtEl>
                                        <p:attrNameLst>
                                          <p:attrName>style.visibility</p:attrName>
                                        </p:attrNameLst>
                                      </p:cBhvr>
                                      <p:to>
                                        <p:strVal val="visible"/>
                                      </p:to>
                                    </p:set>
                                    <p:animEffect filter="box(out)" transition="in">
                                      <p:cBhvr>
                                        <p:cTn id="102" dur="1000"/>
                                        <p:tgtEl>
                                          <p:spTgt spid="247"/>
                                        </p:tgtEl>
                                      </p:cBhvr>
                                    </p:animEffect>
                                  </p:childTnLst>
                                </p:cTn>
                              </p:par>
                            </p:childTnLst>
                          </p:cTn>
                        </p:par>
                        <p:par>
                          <p:cTn id="103" fill="hold">
                            <p:stCondLst>
                              <p:cond delay="6000"/>
                            </p:stCondLst>
                            <p:childTnLst>
                              <p:par>
                                <p:cTn id="104" presetClass="entr" nodeType="afterEffect" presetSubtype="32" presetID="4" grpId="24" fill="hold">
                                  <p:stCondLst>
                                    <p:cond delay="0"/>
                                  </p:stCondLst>
                                  <p:iterate type="el" backwards="0">
                                    <p:tmAbs val="0"/>
                                  </p:iterate>
                                  <p:childTnLst>
                                    <p:set>
                                      <p:cBhvr>
                                        <p:cTn id="105" fill="hold"/>
                                        <p:tgtEl>
                                          <p:spTgt spid="248"/>
                                        </p:tgtEl>
                                        <p:attrNameLst>
                                          <p:attrName>style.visibility</p:attrName>
                                        </p:attrNameLst>
                                      </p:cBhvr>
                                      <p:to>
                                        <p:strVal val="visible"/>
                                      </p:to>
                                    </p:set>
                                    <p:animEffect filter="box(out)" transition="in">
                                      <p:cBhvr>
                                        <p:cTn id="106" dur="1000"/>
                                        <p:tgtEl>
                                          <p:spTgt spid="248"/>
                                        </p:tgtEl>
                                      </p:cBhvr>
                                    </p:animEffect>
                                  </p:childTnLst>
                                </p:cTn>
                              </p:par>
                            </p:childTnLst>
                          </p:cTn>
                        </p:par>
                        <p:par>
                          <p:cTn id="107" fill="hold">
                            <p:stCondLst>
                              <p:cond delay="7000"/>
                            </p:stCondLst>
                            <p:childTnLst>
                              <p:par>
                                <p:cTn id="108" presetClass="entr" nodeType="afterEffect" presetSubtype="32" presetID="4" grpId="25" fill="hold">
                                  <p:stCondLst>
                                    <p:cond delay="0"/>
                                  </p:stCondLst>
                                  <p:iterate type="el" backwards="0">
                                    <p:tmAbs val="0"/>
                                  </p:iterate>
                                  <p:childTnLst>
                                    <p:set>
                                      <p:cBhvr>
                                        <p:cTn id="109" fill="hold"/>
                                        <p:tgtEl>
                                          <p:spTgt spid="249"/>
                                        </p:tgtEl>
                                        <p:attrNameLst>
                                          <p:attrName>style.visibility</p:attrName>
                                        </p:attrNameLst>
                                      </p:cBhvr>
                                      <p:to>
                                        <p:strVal val="visible"/>
                                      </p:to>
                                    </p:set>
                                    <p:animEffect filter="box(out)" transition="in">
                                      <p:cBhvr>
                                        <p:cTn id="110" dur="1000"/>
                                        <p:tgtEl>
                                          <p:spTgt spid="249"/>
                                        </p:tgtEl>
                                      </p:cBhvr>
                                    </p:animEffect>
                                  </p:childTnLst>
                                </p:cTn>
                              </p:par>
                            </p:childTnLst>
                          </p:cTn>
                        </p:par>
                        <p:par>
                          <p:cTn id="111" fill="hold">
                            <p:stCondLst>
                              <p:cond delay="8000"/>
                            </p:stCondLst>
                            <p:childTnLst>
                              <p:par>
                                <p:cTn id="112" presetClass="entr" nodeType="afterEffect" presetSubtype="32" presetID="4" grpId="26" fill="hold">
                                  <p:stCondLst>
                                    <p:cond delay="0"/>
                                  </p:stCondLst>
                                  <p:iterate type="el" backwards="0">
                                    <p:tmAbs val="0"/>
                                  </p:iterate>
                                  <p:childTnLst>
                                    <p:set>
                                      <p:cBhvr>
                                        <p:cTn id="113" fill="hold"/>
                                        <p:tgtEl>
                                          <p:spTgt spid="250"/>
                                        </p:tgtEl>
                                        <p:attrNameLst>
                                          <p:attrName>style.visibility</p:attrName>
                                        </p:attrNameLst>
                                      </p:cBhvr>
                                      <p:to>
                                        <p:strVal val="visible"/>
                                      </p:to>
                                    </p:set>
                                    <p:animEffect filter="box(out)" transition="in">
                                      <p:cBhvr>
                                        <p:cTn id="114" dur="1000"/>
                                        <p:tgtEl>
                                          <p:spTgt spid="250"/>
                                        </p:tgtEl>
                                      </p:cBhvr>
                                    </p:animEffect>
                                  </p:childTnLst>
                                </p:cTn>
                              </p:par>
                            </p:childTnLst>
                          </p:cTn>
                        </p:par>
                        <p:par>
                          <p:cTn id="115" fill="hold">
                            <p:stCondLst>
                              <p:cond delay="9000"/>
                            </p:stCondLst>
                            <p:childTnLst>
                              <p:par>
                                <p:cTn id="116" presetClass="entr" nodeType="afterEffect" presetSubtype="32" presetID="4" grpId="27" fill="hold">
                                  <p:stCondLst>
                                    <p:cond delay="0"/>
                                  </p:stCondLst>
                                  <p:iterate type="el" backwards="0">
                                    <p:tmAbs val="0"/>
                                  </p:iterate>
                                  <p:childTnLst>
                                    <p:set>
                                      <p:cBhvr>
                                        <p:cTn id="117" fill="hold"/>
                                        <p:tgtEl>
                                          <p:spTgt spid="255"/>
                                        </p:tgtEl>
                                        <p:attrNameLst>
                                          <p:attrName>style.visibility</p:attrName>
                                        </p:attrNameLst>
                                      </p:cBhvr>
                                      <p:to>
                                        <p:strVal val="visible"/>
                                      </p:to>
                                    </p:set>
                                    <p:animEffect filter="box(out)" transition="in">
                                      <p:cBhvr>
                                        <p:cTn id="118" dur="1000"/>
                                        <p:tgtEl>
                                          <p:spTgt spid="255"/>
                                        </p:tgtEl>
                                      </p:cBhvr>
                                    </p:animEffect>
                                  </p:childTnLst>
                                </p:cTn>
                              </p:par>
                            </p:childTnLst>
                          </p:cTn>
                        </p:par>
                        <p:par>
                          <p:cTn id="119" fill="hold">
                            <p:stCondLst>
                              <p:cond delay="10000"/>
                            </p:stCondLst>
                            <p:childTnLst>
                              <p:par>
                                <p:cTn id="120" presetClass="entr" nodeType="afterEffect" presetSubtype="4" presetID="2" grpId="28" fill="hold">
                                  <p:stCondLst>
                                    <p:cond delay="0"/>
                                  </p:stCondLst>
                                  <p:iterate type="el" backwards="0">
                                    <p:tmAbs val="0"/>
                                  </p:iterate>
                                  <p:childTnLst>
                                    <p:set>
                                      <p:cBhvr>
                                        <p:cTn id="121" fill="hold"/>
                                        <p:tgtEl>
                                          <p:spTgt spid="259"/>
                                        </p:tgtEl>
                                        <p:attrNameLst>
                                          <p:attrName>style.visibility</p:attrName>
                                        </p:attrNameLst>
                                      </p:cBhvr>
                                      <p:to>
                                        <p:strVal val="visible"/>
                                      </p:to>
                                    </p:set>
                                    <p:anim calcmode="lin" valueType="num">
                                      <p:cBhvr>
                                        <p:cTn id="122" dur="500" fill="hold"/>
                                        <p:tgtEl>
                                          <p:spTgt spid="259"/>
                                        </p:tgtEl>
                                        <p:attrNameLst>
                                          <p:attrName>ppt_x</p:attrName>
                                        </p:attrNameLst>
                                      </p:cBhvr>
                                      <p:tavLst>
                                        <p:tav tm="0">
                                          <p:val>
                                            <p:strVal val="#ppt_x"/>
                                          </p:val>
                                        </p:tav>
                                        <p:tav tm="100000">
                                          <p:val>
                                            <p:strVal val="#ppt_x"/>
                                          </p:val>
                                        </p:tav>
                                      </p:tavLst>
                                    </p:anim>
                                    <p:anim calcmode="lin" valueType="num">
                                      <p:cBhvr>
                                        <p:cTn id="123" dur="500" fill="hold"/>
                                        <p:tgtEl>
                                          <p:spTgt spid="2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6" grpId="14"/>
      <p:bldP build="whole" bldLvl="1" animBg="1" rev="0" advAuto="0" spid="258" grpId="4"/>
      <p:bldP build="whole" bldLvl="1" animBg="1" rev="0" advAuto="0" spid="260" grpId="1"/>
      <p:bldP build="whole" bldLvl="1" animBg="1" rev="0" advAuto="0" spid="237" grpId="5"/>
      <p:bldP build="whole" bldLvl="1" animBg="1" rev="0" advAuto="0" spid="257" grpId="15"/>
      <p:bldP build="whole" bldLvl="1" animBg="1" rev="0" advAuto="0" spid="254" grpId="21"/>
      <p:bldP build="whole" bldLvl="1" animBg="1" rev="0" advAuto="0" spid="238" grpId="6"/>
      <p:bldP build="whole" bldLvl="1" animBg="1" rev="0" advAuto="0" spid="256" grpId="22"/>
      <p:bldP build="whole" bldLvl="1" animBg="1" rev="0" advAuto="0" spid="252" grpId="19"/>
      <p:bldP build="whole" bldLvl="1" animBg="1" rev="0" advAuto="0" spid="255" grpId="27"/>
      <p:bldP build="whole" bldLvl="1" animBg="1" rev="0" advAuto="0" spid="239" grpId="7"/>
      <p:bldP build="whole" bldLvl="1" animBg="1" rev="0" advAuto="0" spid="240" grpId="8"/>
      <p:bldP build="whole" bldLvl="1" animBg="1" rev="0" advAuto="0" spid="247" grpId="23"/>
      <p:bldP build="whole" bldLvl="1" animBg="1" rev="0" advAuto="0" spid="234" grpId="3"/>
      <p:bldP build="whole" bldLvl="1" animBg="1" rev="0" advAuto="0" spid="241" grpId="9"/>
      <p:bldP build="whole" bldLvl="1" animBg="1" rev="0" advAuto="0" spid="235" grpId="17"/>
      <p:bldP build="whole" bldLvl="1" animBg="1" rev="0" advAuto="0" spid="253" grpId="20"/>
      <p:bldP build="whole" bldLvl="1" animBg="1" rev="0" advAuto="0" spid="242" grpId="10"/>
      <p:bldP build="whole" bldLvl="1" animBg="1" rev="0" advAuto="0" spid="236" grpId="16"/>
      <p:bldP build="whole" bldLvl="1" animBg="1" rev="0" advAuto="0" spid="251" grpId="18"/>
      <p:bldP build="whole" bldLvl="1" animBg="1" rev="0" advAuto="0" spid="243" grpId="11"/>
      <p:bldP build="whole" bldLvl="1" animBg="1" rev="0" advAuto="0" spid="233" grpId="2"/>
      <p:bldP build="whole" bldLvl="1" animBg="1" rev="0" advAuto="0" spid="248" grpId="24"/>
      <p:bldP build="whole" bldLvl="1" animBg="1" rev="0" advAuto="0" spid="244" grpId="12"/>
      <p:bldP build="whole" bldLvl="1" animBg="1" rev="0" advAuto="0" spid="249" grpId="25"/>
      <p:bldP build="whole" bldLvl="1" animBg="1" rev="0" advAuto="0" spid="250" grpId="26"/>
      <p:bldP build="whole" bldLvl="1" animBg="1" rev="0" advAuto="0" spid="245" grpId="13"/>
      <p:bldP build="whole" bldLvl="1" animBg="1" rev="0" advAuto="0" spid="259" grpId="28"/>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Title 1"/>
          <p:cNvSpPr txBox="1"/>
          <p:nvPr>
            <p:ph type="title"/>
          </p:nvPr>
        </p:nvSpPr>
        <p:spPr>
          <a:xfrm>
            <a:off x="1097280" y="286603"/>
            <a:ext cx="10058401" cy="702304"/>
          </a:xfrm>
          <a:prstGeom prst="rect">
            <a:avLst/>
          </a:prstGeom>
        </p:spPr>
        <p:txBody>
          <a:bodyPr/>
          <a:lstStyle>
            <a:lvl1pPr>
              <a:defRPr b="1" spc="-100" sz="4300">
                <a:solidFill>
                  <a:srgbClr val="FFFF00"/>
                </a:solidFill>
                <a:latin typeface="+mn-lt"/>
                <a:ea typeface="+mn-ea"/>
                <a:cs typeface="+mn-cs"/>
                <a:sym typeface="Calibri"/>
              </a:defRPr>
            </a:lvl1pPr>
          </a:lstStyle>
          <a:p>
            <a:pPr/>
            <a:r>
              <a:t>Content</a:t>
            </a:r>
          </a:p>
        </p:txBody>
      </p:sp>
      <p:sp>
        <p:nvSpPr>
          <p:cNvPr id="264" name="Slide Number Placeholder 3"/>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5" name="Content Placeholder 8"/>
          <p:cNvSpPr txBox="1"/>
          <p:nvPr>
            <p:ph type="body" idx="1"/>
          </p:nvPr>
        </p:nvSpPr>
        <p:spPr>
          <a:xfrm>
            <a:off x="1097280" y="1829901"/>
            <a:ext cx="10058401" cy="4057090"/>
          </a:xfrm>
          <a:prstGeom prst="rect">
            <a:avLst/>
          </a:prstGeom>
        </p:spPr>
        <p:txBody>
          <a:bodyPr/>
          <a:lstStyle/>
          <a:p>
            <a:pPr>
              <a:lnSpc>
                <a:spcPct val="100000"/>
              </a:lnSpc>
              <a:buFontTx/>
              <a:buChar char="➢"/>
              <a:defRPr b="1" strike="sngStrike" sz="2800"/>
            </a:pPr>
            <a:r>
              <a:t>What is Machine Learning?</a:t>
            </a:r>
          </a:p>
          <a:p>
            <a:pPr>
              <a:lnSpc>
                <a:spcPct val="100000"/>
              </a:lnSpc>
              <a:buFontTx/>
              <a:buChar char="➢"/>
              <a:defRPr b="1" strike="sngStrike" sz="2800"/>
            </a:pPr>
            <a:r>
              <a:t>Supervised Learning </a:t>
            </a:r>
          </a:p>
          <a:p>
            <a:pPr>
              <a:lnSpc>
                <a:spcPct val="100000"/>
              </a:lnSpc>
              <a:buFontTx/>
              <a:buChar char="➢"/>
              <a:defRPr b="1" strike="sngStrike" sz="2800"/>
            </a:pPr>
            <a:r>
              <a:t>Unsupervised Learning</a:t>
            </a:r>
          </a:p>
          <a:p>
            <a:pPr>
              <a:lnSpc>
                <a:spcPct val="100000"/>
              </a:lnSpc>
              <a:buFontTx/>
              <a:buChar char="➢"/>
              <a:defRPr b="1" sz="2800"/>
            </a:pPr>
            <a:r>
              <a:t>Linear Regression with One Variable</a:t>
            </a:r>
          </a:p>
          <a:p>
            <a:pPr>
              <a:lnSpc>
                <a:spcPct val="100000"/>
              </a:lnSpc>
              <a:buFontTx/>
              <a:buChar char="➢"/>
              <a:defRPr b="1" sz="2800"/>
            </a:pPr>
            <a:r>
              <a:t>Linear Regression with Multiple Variables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67" name="Table 12"/>
          <p:cNvGraphicFramePr/>
          <p:nvPr/>
        </p:nvGraphicFramePr>
        <p:xfrm>
          <a:off x="857755" y="2159842"/>
          <a:ext cx="2625606" cy="292561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12802"/>
                <a:gridCol w="1312802"/>
              </a:tblGrid>
              <a:tr h="660621">
                <a:tc>
                  <a:txBody>
                    <a:bodyPr/>
                    <a:lstStyle/>
                    <a:p>
                      <a:pPr algn="ctr"/>
                      <a:r>
                        <a:t>Temp  (°C) (</a:t>
                      </a:r>
                      <a:r>
                        <a:rPr b="1">
                          <a:solidFill>
                            <a:srgbClr val="FFFF00"/>
                          </a:solidFill>
                        </a:rPr>
                        <a:t>x</a:t>
                      </a:r>
                      <a:r>
                        <a:t>)</a:t>
                      </a:r>
                    </a:p>
                  </a:txBody>
                  <a:tcPr marL="45720" marR="45720" marT="45720" marB="45720" anchor="t" anchorCtr="0" horzOverflow="overflow"/>
                </a:tc>
                <a:tc>
                  <a:txBody>
                    <a:bodyPr/>
                    <a:lstStyle/>
                    <a:p>
                      <a:pPr algn="ctr"/>
                      <a:r>
                        <a:t> Temp (F) (</a:t>
                      </a:r>
                      <a:r>
                        <a:rPr b="1">
                          <a:solidFill>
                            <a:srgbClr val="FFFF00"/>
                          </a:solidFill>
                        </a:rPr>
                        <a:t>y</a:t>
                      </a:r>
                      <a:r>
                        <a:t>)</a:t>
                      </a:r>
                    </a:p>
                  </a:txBody>
                  <a:tcPr marL="45720" marR="45720" marT="45720" marB="45720" anchor="t" anchorCtr="0" horzOverflow="overflow"/>
                </a:tc>
              </a:tr>
              <a:tr h="377498">
                <a:tc>
                  <a:txBody>
                    <a:bodyPr/>
                    <a:lstStyle/>
                    <a:p>
                      <a:pPr algn="ctr">
                        <a:defRPr>
                          <a:solidFill>
                            <a:srgbClr val="000000"/>
                          </a:solidFill>
                        </a:defRPr>
                      </a:pPr>
                      <a:r>
                        <a:rPr>
                          <a:solidFill>
                            <a:srgbClr val="FFFFFF"/>
                          </a:solidFill>
                        </a:rPr>
                        <a:t>10</a:t>
                      </a:r>
                    </a:p>
                  </a:txBody>
                  <a:tcPr marL="45720" marR="45720" marT="45720" marB="45720" anchor="t" anchorCtr="0" horzOverflow="overflow"/>
                </a:tc>
                <a:tc>
                  <a:txBody>
                    <a:bodyPr/>
                    <a:lstStyle/>
                    <a:p>
                      <a:pPr algn="ctr">
                        <a:defRPr>
                          <a:solidFill>
                            <a:srgbClr val="000000"/>
                          </a:solidFill>
                        </a:defRPr>
                      </a:pPr>
                      <a:r>
                        <a:rPr>
                          <a:solidFill>
                            <a:srgbClr val="FFFFFF"/>
                          </a:solidFill>
                        </a:rPr>
                        <a:t>50</a:t>
                      </a:r>
                    </a:p>
                  </a:txBody>
                  <a:tcPr marL="45720" marR="45720" marT="45720" marB="45720" anchor="t" anchorCtr="0" horzOverflow="overflow"/>
                </a:tc>
              </a:tr>
              <a:tr h="377498">
                <a:tc>
                  <a:txBody>
                    <a:bodyPr/>
                    <a:lstStyle/>
                    <a:p>
                      <a:pPr algn="ctr">
                        <a:defRPr>
                          <a:solidFill>
                            <a:srgbClr val="000000"/>
                          </a:solidFill>
                        </a:defRPr>
                      </a:pPr>
                      <a:r>
                        <a:rPr>
                          <a:solidFill>
                            <a:srgbClr val="FFFFFF"/>
                          </a:solidFill>
                        </a:rPr>
                        <a:t>15</a:t>
                      </a:r>
                    </a:p>
                  </a:txBody>
                  <a:tcPr marL="45720" marR="45720" marT="45720" marB="45720" anchor="t" anchorCtr="0" horzOverflow="overflow"/>
                </a:tc>
                <a:tc>
                  <a:txBody>
                    <a:bodyPr/>
                    <a:lstStyle/>
                    <a:p>
                      <a:pPr algn="ctr">
                        <a:defRPr>
                          <a:solidFill>
                            <a:srgbClr val="000000"/>
                          </a:solidFill>
                        </a:defRPr>
                      </a:pPr>
                      <a:r>
                        <a:rPr>
                          <a:solidFill>
                            <a:srgbClr val="FFFFFF"/>
                          </a:solidFill>
                        </a:rPr>
                        <a:t>59</a:t>
                      </a:r>
                    </a:p>
                  </a:txBody>
                  <a:tcPr marL="45720" marR="45720" marT="45720" marB="45720" anchor="t" anchorCtr="0" horzOverflow="overflow"/>
                </a:tc>
              </a:tr>
              <a:tr h="377498">
                <a:tc>
                  <a:txBody>
                    <a:bodyPr/>
                    <a:lstStyle/>
                    <a:p>
                      <a:pPr algn="ctr">
                        <a:defRPr>
                          <a:solidFill>
                            <a:srgbClr val="000000"/>
                          </a:solidFill>
                        </a:defRPr>
                      </a:pPr>
                      <a:r>
                        <a:rPr>
                          <a:solidFill>
                            <a:srgbClr val="FFFFFF"/>
                          </a:solidFill>
                        </a:rPr>
                        <a:t>20</a:t>
                      </a:r>
                    </a:p>
                  </a:txBody>
                  <a:tcPr marL="45720" marR="45720" marT="45720" marB="45720" anchor="t" anchorCtr="0" horzOverflow="overflow"/>
                </a:tc>
                <a:tc>
                  <a:txBody>
                    <a:bodyPr/>
                    <a:lstStyle/>
                    <a:p>
                      <a:pPr algn="ctr">
                        <a:defRPr>
                          <a:solidFill>
                            <a:srgbClr val="000000"/>
                          </a:solidFill>
                        </a:defRPr>
                      </a:pPr>
                      <a:r>
                        <a:rPr>
                          <a:solidFill>
                            <a:srgbClr val="FFFFFF"/>
                          </a:solidFill>
                        </a:rPr>
                        <a:t>68</a:t>
                      </a:r>
                    </a:p>
                  </a:txBody>
                  <a:tcPr marL="45720" marR="45720" marT="45720" marB="45720" anchor="t" anchorCtr="0" horzOverflow="overflow"/>
                </a:tc>
              </a:tr>
              <a:tr h="377498">
                <a:tc>
                  <a:txBody>
                    <a:bodyPr/>
                    <a:lstStyle/>
                    <a:p>
                      <a:pPr algn="ctr">
                        <a:defRPr>
                          <a:solidFill>
                            <a:srgbClr val="000000"/>
                          </a:solidFill>
                        </a:defRPr>
                      </a:pPr>
                      <a:r>
                        <a:rPr>
                          <a:solidFill>
                            <a:srgbClr val="FFFFFF"/>
                          </a:solidFill>
                        </a:rPr>
                        <a:t>25</a:t>
                      </a:r>
                    </a:p>
                  </a:txBody>
                  <a:tcPr marL="45720" marR="45720" marT="45720" marB="45720" anchor="t" anchorCtr="0" horzOverflow="overflow"/>
                </a:tc>
                <a:tc>
                  <a:txBody>
                    <a:bodyPr/>
                    <a:lstStyle/>
                    <a:p>
                      <a:pPr algn="ctr">
                        <a:defRPr>
                          <a:solidFill>
                            <a:srgbClr val="000000"/>
                          </a:solidFill>
                        </a:defRPr>
                      </a:pPr>
                      <a:r>
                        <a:rPr>
                          <a:solidFill>
                            <a:srgbClr val="FFFFFF"/>
                          </a:solidFill>
                        </a:rPr>
                        <a:t>77</a:t>
                      </a:r>
                    </a:p>
                  </a:txBody>
                  <a:tcPr marL="45720" marR="45720" marT="45720" marB="45720" anchor="t" anchorCtr="0" horzOverflow="overflow"/>
                </a:tc>
              </a:tr>
              <a:tr h="377498">
                <a:tc>
                  <a:txBody>
                    <a:bodyPr/>
                    <a:lstStyle/>
                    <a:p>
                      <a:pPr algn="ctr">
                        <a:defRPr>
                          <a:solidFill>
                            <a:srgbClr val="000000"/>
                          </a:solidFill>
                        </a:defRPr>
                      </a:pPr>
                      <a:r>
                        <a:rPr>
                          <a:solidFill>
                            <a:srgbClr val="FFFFFF"/>
                          </a:solidFill>
                        </a:rPr>
                        <a:t>30</a:t>
                      </a:r>
                    </a:p>
                  </a:txBody>
                  <a:tcPr marL="45720" marR="45720" marT="45720" marB="45720" anchor="t" anchorCtr="0" horzOverflow="overflow"/>
                </a:tc>
                <a:tc>
                  <a:txBody>
                    <a:bodyPr/>
                    <a:lstStyle/>
                    <a:p>
                      <a:pPr algn="ctr">
                        <a:defRPr>
                          <a:solidFill>
                            <a:srgbClr val="000000"/>
                          </a:solidFill>
                        </a:defRPr>
                      </a:pPr>
                      <a:r>
                        <a:rPr>
                          <a:solidFill>
                            <a:srgbClr val="FFFFFF"/>
                          </a:solidFill>
                        </a:rPr>
                        <a:t>86</a:t>
                      </a:r>
                    </a:p>
                  </a:txBody>
                  <a:tcPr marL="45720" marR="45720" marT="45720" marB="45720" anchor="t" anchorCtr="0" horzOverflow="overflow"/>
                </a:tc>
              </a:tr>
              <a:tr h="377498">
                <a:tc>
                  <a:txBody>
                    <a:bodyPr/>
                    <a:lstStyle/>
                    <a:p>
                      <a:pPr algn="ctr">
                        <a:defRPr>
                          <a:solidFill>
                            <a:srgbClr val="000000"/>
                          </a:solidFill>
                        </a:defRPr>
                      </a:pPr>
                      <a:r>
                        <a:rPr>
                          <a:solidFill>
                            <a:srgbClr val="92D050"/>
                          </a:solidFill>
                        </a:rPr>
                        <a:t>35</a:t>
                      </a:r>
                    </a:p>
                  </a:txBody>
                  <a:tcPr marL="45720" marR="45720" marT="45720" marB="45720" anchor="t" anchorCtr="0" horzOverflow="overflow"/>
                </a:tc>
                <a:tc>
                  <a:txBody>
                    <a:bodyPr/>
                    <a:lstStyle/>
                    <a:p>
                      <a:pPr algn="ctr">
                        <a:defRPr>
                          <a:solidFill>
                            <a:srgbClr val="000000"/>
                          </a:solidFill>
                        </a:defRPr>
                      </a:pPr>
                      <a:r>
                        <a:rPr>
                          <a:solidFill>
                            <a:srgbClr val="92D050"/>
                          </a:solidFill>
                        </a:rPr>
                        <a:t>?</a:t>
                      </a:r>
                    </a:p>
                  </a:txBody>
                  <a:tcPr marL="45720" marR="45720" marT="45720" marB="45720" anchor="t" anchorCtr="0" horzOverflow="overflow"/>
                </a:tc>
              </a:tr>
            </a:tbl>
          </a:graphicData>
        </a:graphic>
      </p:graphicFrame>
      <p:sp>
        <p:nvSpPr>
          <p:cNvPr id="268" name="TextBox 34"/>
          <p:cNvSpPr txBox="1"/>
          <p:nvPr/>
        </p:nvSpPr>
        <p:spPr>
          <a:xfrm>
            <a:off x="2095399" y="2168116"/>
            <a:ext cx="1202771"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Temp (F)</a:t>
            </a:r>
          </a:p>
        </p:txBody>
      </p:sp>
      <p:sp>
        <p:nvSpPr>
          <p:cNvPr id="269" name="TextBox 35"/>
          <p:cNvSpPr txBox="1"/>
          <p:nvPr/>
        </p:nvSpPr>
        <p:spPr>
          <a:xfrm>
            <a:off x="915122" y="2159561"/>
            <a:ext cx="1202770"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Temp  (°C)</a:t>
            </a:r>
          </a:p>
        </p:txBody>
      </p:sp>
      <p:sp>
        <p:nvSpPr>
          <p:cNvPr id="270"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271" name="Straight Arrow Connector 5"/>
          <p:cNvSpPr/>
          <p:nvPr/>
        </p:nvSpPr>
        <p:spPr>
          <a:xfrm flipV="1">
            <a:off x="5625290" y="361950"/>
            <a:ext cx="1" cy="330522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272" name="Straight Arrow Connector 6"/>
          <p:cNvSpPr/>
          <p:nvPr/>
        </p:nvSpPr>
        <p:spPr>
          <a:xfrm>
            <a:off x="5501311" y="3504789"/>
            <a:ext cx="5928689"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273" name="Flowchart: Connector 7"/>
          <p:cNvSpPr/>
          <p:nvPr/>
        </p:nvSpPr>
        <p:spPr>
          <a:xfrm>
            <a:off x="7167443" y="262658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74" name="Flowchart: Connector 8"/>
          <p:cNvSpPr/>
          <p:nvPr/>
        </p:nvSpPr>
        <p:spPr>
          <a:xfrm>
            <a:off x="7897173" y="229425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75" name="Flowchart: Connector 10"/>
          <p:cNvSpPr/>
          <p:nvPr/>
        </p:nvSpPr>
        <p:spPr>
          <a:xfrm>
            <a:off x="6353905" y="301943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76" name="Flowchart: Connector 11"/>
          <p:cNvSpPr/>
          <p:nvPr/>
        </p:nvSpPr>
        <p:spPr>
          <a:xfrm>
            <a:off x="8736658" y="189690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77" name="Straight Connector 50"/>
          <p:cNvSpPr/>
          <p:nvPr/>
        </p:nvSpPr>
        <p:spPr>
          <a:xfrm>
            <a:off x="5501311" y="30765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78" name="Straight Connector 52"/>
          <p:cNvSpPr/>
          <p:nvPr/>
        </p:nvSpPr>
        <p:spPr>
          <a:xfrm>
            <a:off x="5520361" y="26574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79" name="Straight Connector 53"/>
          <p:cNvSpPr/>
          <p:nvPr/>
        </p:nvSpPr>
        <p:spPr>
          <a:xfrm>
            <a:off x="5510836" y="22383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80" name="Straight Connector 54"/>
          <p:cNvSpPr/>
          <p:nvPr/>
        </p:nvSpPr>
        <p:spPr>
          <a:xfrm>
            <a:off x="5529886" y="18192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81" name="Straight Connector 55"/>
          <p:cNvSpPr/>
          <p:nvPr/>
        </p:nvSpPr>
        <p:spPr>
          <a:xfrm>
            <a:off x="5529886" y="1466850"/>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82" name="Straight Connector 56"/>
          <p:cNvSpPr/>
          <p:nvPr/>
        </p:nvSpPr>
        <p:spPr>
          <a:xfrm>
            <a:off x="5548936" y="1047750"/>
            <a:ext cx="5882966" cy="0"/>
          </a:xfrm>
          <a:prstGeom prst="line">
            <a:avLst/>
          </a:prstGeom>
          <a:ln w="12700">
            <a:solidFill>
              <a:schemeClr val="accent1"/>
            </a:solidFill>
          </a:ln>
        </p:spPr>
        <p:txBody>
          <a:bodyPr lIns="45719" rIns="45719"/>
          <a:lstStyle/>
          <a:p>
            <a:pPr>
              <a:defRPr>
                <a:solidFill>
                  <a:srgbClr val="FFFFFF"/>
                </a:solidFill>
              </a:defRPr>
            </a:pPr>
          </a:p>
        </p:txBody>
      </p:sp>
      <p:sp>
        <p:nvSpPr>
          <p:cNvPr id="283" name="Straight Connector 67"/>
          <p:cNvSpPr/>
          <p:nvPr/>
        </p:nvSpPr>
        <p:spPr>
          <a:xfrm flipV="1">
            <a:off x="6406185" y="3415816"/>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4" name="Straight Connector 70"/>
          <p:cNvSpPr/>
          <p:nvPr/>
        </p:nvSpPr>
        <p:spPr>
          <a:xfrm flipV="1">
            <a:off x="7253910" y="3429000"/>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5" name="Straight Connector 71"/>
          <p:cNvSpPr/>
          <p:nvPr/>
        </p:nvSpPr>
        <p:spPr>
          <a:xfrm flipV="1">
            <a:off x="7958760" y="3429000"/>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6" name="Straight Connector 72"/>
          <p:cNvSpPr/>
          <p:nvPr/>
        </p:nvSpPr>
        <p:spPr>
          <a:xfrm flipV="1">
            <a:off x="8806485" y="3442184"/>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7" name="Straight Connector 73"/>
          <p:cNvSpPr/>
          <p:nvPr/>
        </p:nvSpPr>
        <p:spPr>
          <a:xfrm flipV="1">
            <a:off x="9587535" y="3442184"/>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8" name="Straight Connector 74"/>
          <p:cNvSpPr/>
          <p:nvPr/>
        </p:nvSpPr>
        <p:spPr>
          <a:xfrm flipV="1">
            <a:off x="10360620" y="3455368"/>
            <a:ext cx="1" cy="177948"/>
          </a:xfrm>
          <a:prstGeom prst="line">
            <a:avLst/>
          </a:prstGeom>
          <a:ln w="12700">
            <a:solidFill>
              <a:schemeClr val="accent1"/>
            </a:solidFill>
          </a:ln>
        </p:spPr>
        <p:txBody>
          <a:bodyPr lIns="45719" rIns="45719"/>
          <a:lstStyle/>
          <a:p>
            <a:pPr>
              <a:defRPr>
                <a:solidFill>
                  <a:srgbClr val="FFFFFF"/>
                </a:solidFill>
              </a:defRPr>
            </a:pPr>
          </a:p>
        </p:txBody>
      </p:sp>
      <p:sp>
        <p:nvSpPr>
          <p:cNvPr id="289" name="Flowchart: Connector 84"/>
          <p:cNvSpPr/>
          <p:nvPr/>
        </p:nvSpPr>
        <p:spPr>
          <a:xfrm>
            <a:off x="9445701" y="156084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90" name="TextBox 128"/>
          <p:cNvSpPr txBox="1"/>
          <p:nvPr/>
        </p:nvSpPr>
        <p:spPr>
          <a:xfrm>
            <a:off x="662065" y="1016882"/>
            <a:ext cx="3284947"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FFFF00"/>
                </a:solidFill>
              </a:defRPr>
            </a:lvl1pPr>
          </a:lstStyle>
          <a:p>
            <a:pPr/>
            <a:r>
              <a:t>Dataset</a:t>
            </a:r>
          </a:p>
        </p:txBody>
      </p:sp>
      <p:sp>
        <p:nvSpPr>
          <p:cNvPr id="291" name="Straight Connector 129"/>
          <p:cNvSpPr/>
          <p:nvPr/>
        </p:nvSpPr>
        <p:spPr>
          <a:xfrm flipV="1">
            <a:off x="6002174" y="864621"/>
            <a:ext cx="5112118" cy="2409023"/>
          </a:xfrm>
          <a:prstGeom prst="line">
            <a:avLst/>
          </a:prstGeom>
          <a:ln w="28575">
            <a:solidFill>
              <a:srgbClr val="92D050"/>
            </a:solidFill>
          </a:ln>
        </p:spPr>
        <p:txBody>
          <a:bodyPr lIns="45719" rIns="45719"/>
          <a:lstStyle/>
          <a:p>
            <a:pPr>
              <a:defRPr>
                <a:solidFill>
                  <a:srgbClr val="FFFFFF"/>
                </a:solidFill>
              </a:defRPr>
            </a:pPr>
          </a:p>
        </p:txBody>
      </p:sp>
      <p:sp>
        <p:nvSpPr>
          <p:cNvPr id="292" name="Straight Connector 132"/>
          <p:cNvSpPr/>
          <p:nvPr/>
        </p:nvSpPr>
        <p:spPr>
          <a:xfrm flipH="1">
            <a:off x="10364924" y="1236434"/>
            <a:ext cx="16866" cy="2251069"/>
          </a:xfrm>
          <a:prstGeom prst="line">
            <a:avLst/>
          </a:prstGeom>
          <a:ln w="28575">
            <a:solidFill>
              <a:srgbClr val="92D050"/>
            </a:solidFill>
            <a:prstDash val="sysDot"/>
          </a:ln>
        </p:spPr>
        <p:txBody>
          <a:bodyPr lIns="45719" rIns="45719"/>
          <a:lstStyle/>
          <a:p>
            <a:pPr>
              <a:defRPr>
                <a:solidFill>
                  <a:srgbClr val="FFFFFF"/>
                </a:solidFill>
              </a:defRPr>
            </a:pPr>
          </a:p>
        </p:txBody>
      </p:sp>
      <p:sp>
        <p:nvSpPr>
          <p:cNvPr id="293" name="Straight Connector 137"/>
          <p:cNvSpPr/>
          <p:nvPr/>
        </p:nvSpPr>
        <p:spPr>
          <a:xfrm flipH="1" flipV="1">
            <a:off x="5625289" y="1211868"/>
            <a:ext cx="4676214" cy="1"/>
          </a:xfrm>
          <a:prstGeom prst="line">
            <a:avLst/>
          </a:prstGeom>
          <a:ln w="28575">
            <a:solidFill>
              <a:srgbClr val="92D050"/>
            </a:solidFill>
            <a:prstDash val="sysDot"/>
          </a:ln>
        </p:spPr>
        <p:txBody>
          <a:bodyPr lIns="45719" rIns="45719"/>
          <a:lstStyle/>
          <a:p>
            <a:pPr>
              <a:defRPr>
                <a:solidFill>
                  <a:srgbClr val="FFFFFF"/>
                </a:solidFill>
              </a:defRPr>
            </a:pPr>
          </a:p>
        </p:txBody>
      </p:sp>
      <p:sp>
        <p:nvSpPr>
          <p:cNvPr id="294" name="TextBox 144"/>
          <p:cNvSpPr txBox="1"/>
          <p:nvPr/>
        </p:nvSpPr>
        <p:spPr>
          <a:xfrm>
            <a:off x="5220635" y="1062855"/>
            <a:ext cx="284372" cy="28080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92D050"/>
                </a:solidFill>
              </a:defRPr>
            </a:lvl1pPr>
          </a:lstStyle>
          <a:p>
            <a:pPr/>
            <a:r>
              <a:t>95</a:t>
            </a:r>
          </a:p>
        </p:txBody>
      </p:sp>
      <p:sp>
        <p:nvSpPr>
          <p:cNvPr id="295" name="Flowchart: Connector 17"/>
          <p:cNvSpPr/>
          <p:nvPr/>
        </p:nvSpPr>
        <p:spPr>
          <a:xfrm>
            <a:off x="10309617" y="1139342"/>
            <a:ext cx="144344" cy="14248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296" name="TextBox 24"/>
          <p:cNvSpPr txBox="1"/>
          <p:nvPr/>
        </p:nvSpPr>
        <p:spPr>
          <a:xfrm>
            <a:off x="1404840" y="5359827"/>
            <a:ext cx="1697347"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F = 32 + 1.8·t</a:t>
            </a:r>
          </a:p>
        </p:txBody>
      </p:sp>
      <p:sp>
        <p:nvSpPr>
          <p:cNvPr id="297" name="TextBox 37"/>
          <p:cNvSpPr txBox="1"/>
          <p:nvPr/>
        </p:nvSpPr>
        <p:spPr>
          <a:xfrm>
            <a:off x="1415006" y="2433272"/>
            <a:ext cx="151847"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x</a:t>
            </a:r>
          </a:p>
        </p:txBody>
      </p:sp>
      <p:sp>
        <p:nvSpPr>
          <p:cNvPr id="298" name="TextBox 38"/>
          <p:cNvSpPr txBox="1"/>
          <p:nvPr/>
        </p:nvSpPr>
        <p:spPr>
          <a:xfrm>
            <a:off x="2737554" y="2432395"/>
            <a:ext cx="151847"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y</a:t>
            </a:r>
          </a:p>
        </p:txBody>
      </p:sp>
      <p:sp>
        <p:nvSpPr>
          <p:cNvPr id="299" name="TextBox 40"/>
          <p:cNvSpPr txBox="1"/>
          <p:nvPr/>
        </p:nvSpPr>
        <p:spPr>
          <a:xfrm>
            <a:off x="1200328" y="2828378"/>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10</a:t>
            </a:r>
          </a:p>
        </p:txBody>
      </p:sp>
      <p:sp>
        <p:nvSpPr>
          <p:cNvPr id="300" name="TextBox 41"/>
          <p:cNvSpPr txBox="1"/>
          <p:nvPr/>
        </p:nvSpPr>
        <p:spPr>
          <a:xfrm>
            <a:off x="1200327" y="3204105"/>
            <a:ext cx="63235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15</a:t>
            </a:r>
          </a:p>
        </p:txBody>
      </p:sp>
      <p:sp>
        <p:nvSpPr>
          <p:cNvPr id="301" name="TextBox 42"/>
          <p:cNvSpPr txBox="1"/>
          <p:nvPr/>
        </p:nvSpPr>
        <p:spPr>
          <a:xfrm>
            <a:off x="1200705" y="3586429"/>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20</a:t>
            </a:r>
          </a:p>
        </p:txBody>
      </p:sp>
      <p:sp>
        <p:nvSpPr>
          <p:cNvPr id="302" name="TextBox 43"/>
          <p:cNvSpPr txBox="1"/>
          <p:nvPr/>
        </p:nvSpPr>
        <p:spPr>
          <a:xfrm>
            <a:off x="1200327" y="3972562"/>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25</a:t>
            </a:r>
          </a:p>
        </p:txBody>
      </p:sp>
      <p:sp>
        <p:nvSpPr>
          <p:cNvPr id="303" name="TextBox 44"/>
          <p:cNvSpPr txBox="1"/>
          <p:nvPr/>
        </p:nvSpPr>
        <p:spPr>
          <a:xfrm>
            <a:off x="1202877" y="4348064"/>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30</a:t>
            </a:r>
          </a:p>
        </p:txBody>
      </p:sp>
      <p:sp>
        <p:nvSpPr>
          <p:cNvPr id="304" name="TextBox 45"/>
          <p:cNvSpPr txBox="1"/>
          <p:nvPr/>
        </p:nvSpPr>
        <p:spPr>
          <a:xfrm>
            <a:off x="1200327" y="4716116"/>
            <a:ext cx="63235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92D050"/>
                </a:solidFill>
              </a:defRPr>
            </a:lvl1pPr>
          </a:lstStyle>
          <a:p>
            <a:pPr/>
            <a:r>
              <a:t>35</a:t>
            </a:r>
          </a:p>
        </p:txBody>
      </p:sp>
      <p:sp>
        <p:nvSpPr>
          <p:cNvPr id="305" name="TextBox 46"/>
          <p:cNvSpPr txBox="1"/>
          <p:nvPr/>
        </p:nvSpPr>
        <p:spPr>
          <a:xfrm>
            <a:off x="2516511" y="2827322"/>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50</a:t>
            </a:r>
          </a:p>
        </p:txBody>
      </p:sp>
      <p:sp>
        <p:nvSpPr>
          <p:cNvPr id="306" name="TextBox 47"/>
          <p:cNvSpPr txBox="1"/>
          <p:nvPr/>
        </p:nvSpPr>
        <p:spPr>
          <a:xfrm>
            <a:off x="2516508" y="3203049"/>
            <a:ext cx="63235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59</a:t>
            </a:r>
          </a:p>
        </p:txBody>
      </p:sp>
      <p:sp>
        <p:nvSpPr>
          <p:cNvPr id="307" name="TextBox 49"/>
          <p:cNvSpPr txBox="1"/>
          <p:nvPr/>
        </p:nvSpPr>
        <p:spPr>
          <a:xfrm>
            <a:off x="2516887" y="3585374"/>
            <a:ext cx="63235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68</a:t>
            </a:r>
          </a:p>
        </p:txBody>
      </p:sp>
      <p:sp>
        <p:nvSpPr>
          <p:cNvPr id="308" name="TextBox 51"/>
          <p:cNvSpPr txBox="1"/>
          <p:nvPr/>
        </p:nvSpPr>
        <p:spPr>
          <a:xfrm>
            <a:off x="2516510" y="3971506"/>
            <a:ext cx="63235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77</a:t>
            </a:r>
          </a:p>
        </p:txBody>
      </p:sp>
      <p:sp>
        <p:nvSpPr>
          <p:cNvPr id="309" name="TextBox 58"/>
          <p:cNvSpPr txBox="1"/>
          <p:nvPr/>
        </p:nvSpPr>
        <p:spPr>
          <a:xfrm>
            <a:off x="2519059" y="4347009"/>
            <a:ext cx="632357"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86</a:t>
            </a:r>
          </a:p>
        </p:txBody>
      </p:sp>
      <p:sp>
        <p:nvSpPr>
          <p:cNvPr id="310" name="Rectangle 66"/>
          <p:cNvSpPr/>
          <p:nvPr/>
        </p:nvSpPr>
        <p:spPr>
          <a:xfrm>
            <a:off x="5014257" y="1360015"/>
            <a:ext cx="371318" cy="2059960"/>
          </a:xfrm>
          <a:prstGeom prst="rect">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311" name="TextBox 60"/>
          <p:cNvSpPr txBox="1"/>
          <p:nvPr/>
        </p:nvSpPr>
        <p:spPr>
          <a:xfrm>
            <a:off x="5020831" y="2472808"/>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60</a:t>
            </a:r>
          </a:p>
        </p:txBody>
      </p:sp>
      <p:sp>
        <p:nvSpPr>
          <p:cNvPr id="312" name="TextBox 61"/>
          <p:cNvSpPr txBox="1"/>
          <p:nvPr/>
        </p:nvSpPr>
        <p:spPr>
          <a:xfrm>
            <a:off x="5011306" y="2072758"/>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70</a:t>
            </a:r>
          </a:p>
        </p:txBody>
      </p:sp>
      <p:sp>
        <p:nvSpPr>
          <p:cNvPr id="313" name="TextBox 62"/>
          <p:cNvSpPr txBox="1"/>
          <p:nvPr/>
        </p:nvSpPr>
        <p:spPr>
          <a:xfrm>
            <a:off x="5020831" y="1653658"/>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80</a:t>
            </a:r>
          </a:p>
        </p:txBody>
      </p:sp>
      <p:sp>
        <p:nvSpPr>
          <p:cNvPr id="314" name="TextBox 63"/>
          <p:cNvSpPr txBox="1"/>
          <p:nvPr/>
        </p:nvSpPr>
        <p:spPr>
          <a:xfrm>
            <a:off x="5030356" y="1253609"/>
            <a:ext cx="335867"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90</a:t>
            </a:r>
          </a:p>
        </p:txBody>
      </p:sp>
      <p:sp>
        <p:nvSpPr>
          <p:cNvPr id="315" name="TextBox 64"/>
          <p:cNvSpPr txBox="1"/>
          <p:nvPr/>
        </p:nvSpPr>
        <p:spPr>
          <a:xfrm>
            <a:off x="5039881" y="834509"/>
            <a:ext cx="451729"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100</a:t>
            </a:r>
          </a:p>
        </p:txBody>
      </p:sp>
      <p:sp>
        <p:nvSpPr>
          <p:cNvPr id="316" name="TextBox 4"/>
          <p:cNvSpPr txBox="1"/>
          <p:nvPr/>
        </p:nvSpPr>
        <p:spPr>
          <a:xfrm>
            <a:off x="5030356" y="2891907"/>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50</a:t>
            </a:r>
          </a:p>
        </p:txBody>
      </p:sp>
      <p:sp>
        <p:nvSpPr>
          <p:cNvPr id="317" name="Rectangle 68"/>
          <p:cNvSpPr/>
          <p:nvPr/>
        </p:nvSpPr>
        <p:spPr>
          <a:xfrm>
            <a:off x="2638973" y="4785042"/>
            <a:ext cx="387425" cy="253042"/>
          </a:xfrm>
          <a:prstGeom prst="rect">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318" name="TextBox 69"/>
          <p:cNvSpPr txBox="1"/>
          <p:nvPr/>
        </p:nvSpPr>
        <p:spPr>
          <a:xfrm>
            <a:off x="5218288" y="1067542"/>
            <a:ext cx="284371" cy="28079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92D050"/>
                </a:solidFill>
              </a:defRPr>
            </a:lvl1pPr>
          </a:lstStyle>
          <a:p>
            <a:pPr/>
            <a:r>
              <a:t>95</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290"/>
                                        </p:tgtEl>
                                        <p:attrNameLst>
                                          <p:attrName>style.visibility</p:attrName>
                                        </p:attrNameLst>
                                      </p:cBhvr>
                                      <p:to>
                                        <p:strVal val="visible"/>
                                      </p:to>
                                    </p:set>
                                    <p:anim calcmode="lin" valueType="num">
                                      <p:cBhvr>
                                        <p:cTn id="7" dur="500" fill="hold"/>
                                        <p:tgtEl>
                                          <p:spTgt spid="290"/>
                                        </p:tgtEl>
                                        <p:attrNameLst>
                                          <p:attrName>ppt_x</p:attrName>
                                        </p:attrNameLst>
                                      </p:cBhvr>
                                      <p:tavLst>
                                        <p:tav tm="0">
                                          <p:val>
                                            <p:strVal val="#ppt_x"/>
                                          </p:val>
                                        </p:tav>
                                        <p:tav tm="100000">
                                          <p:val>
                                            <p:strVal val="#ppt_x"/>
                                          </p:val>
                                        </p:tav>
                                      </p:tavLst>
                                    </p:anim>
                                    <p:anim calcmode="lin" valueType="num">
                                      <p:cBhvr>
                                        <p:cTn id="8" dur="500" fill="hold"/>
                                        <p:tgtEl>
                                          <p:spTgt spid="2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267"/>
                                        </p:tgtEl>
                                        <p:attrNameLst>
                                          <p:attrName>style.visibility</p:attrName>
                                        </p:attrNameLst>
                                      </p:cBhvr>
                                      <p:to>
                                        <p:strVal val="visible"/>
                                      </p:to>
                                    </p:set>
                                    <p:animEffect filter="fade" transition="in">
                                      <p:cBhvr>
                                        <p:cTn id="13" dur="1000"/>
                                        <p:tgtEl>
                                          <p:spTgt spid="267"/>
                                        </p:tgtEl>
                                      </p:cBhvr>
                                    </p:animEffect>
                                  </p:childTnLst>
                                </p:cTn>
                              </p:par>
                            </p:childTnLst>
                          </p:cTn>
                        </p:par>
                        <p:par>
                          <p:cTn id="14" fill="hold">
                            <p:stCondLst>
                              <p:cond delay="1000"/>
                            </p:stCondLst>
                            <p:childTnLst>
                              <p:par>
                                <p:cTn id="15" presetClass="entr" nodeType="afterEffect" presetSubtype="0" presetID="1" grpId="3" fill="hold">
                                  <p:stCondLst>
                                    <p:cond delay="0"/>
                                  </p:stCondLst>
                                  <p:iterate type="el" backwards="0">
                                    <p:tmAbs val="0"/>
                                  </p:iterate>
                                  <p:childTnLst>
                                    <p:set>
                                      <p:cBhvr>
                                        <p:cTn id="16" fill="hold"/>
                                        <p:tgtEl>
                                          <p:spTgt spid="268"/>
                                        </p:tgtEl>
                                        <p:attrNameLst>
                                          <p:attrName>style.visibility</p:attrName>
                                        </p:attrNameLst>
                                      </p:cBhvr>
                                      <p:to>
                                        <p:strVal val="visible"/>
                                      </p:to>
                                    </p:set>
                                  </p:childTnLst>
                                </p:cTn>
                              </p:par>
                            </p:childTnLst>
                          </p:cTn>
                        </p:par>
                        <p:par>
                          <p:cTn id="17" fill="hold">
                            <p:stCondLst>
                              <p:cond delay="1000"/>
                            </p:stCondLst>
                            <p:childTnLst>
                              <p:par>
                                <p:cTn id="18" presetClass="entr" nodeType="afterEffect" presetSubtype="0" presetID="1" grpId="4" fill="hold">
                                  <p:stCondLst>
                                    <p:cond delay="0"/>
                                  </p:stCondLst>
                                  <p:iterate type="el" backwards="0">
                                    <p:tmAbs val="0"/>
                                  </p:iterate>
                                  <p:childTnLst>
                                    <p:set>
                                      <p:cBhvr>
                                        <p:cTn id="19" fill="hold"/>
                                        <p:tgtEl>
                                          <p:spTgt spid="297"/>
                                        </p:tgtEl>
                                        <p:attrNameLst>
                                          <p:attrName>style.visibility</p:attrName>
                                        </p:attrNameLst>
                                      </p:cBhvr>
                                      <p:to>
                                        <p:strVal val="visible"/>
                                      </p:to>
                                    </p:set>
                                  </p:childTnLst>
                                </p:cTn>
                              </p:par>
                            </p:childTnLst>
                          </p:cTn>
                        </p:par>
                        <p:par>
                          <p:cTn id="20" fill="hold">
                            <p:stCondLst>
                              <p:cond delay="1000"/>
                            </p:stCondLst>
                            <p:childTnLst>
                              <p:par>
                                <p:cTn id="21" presetClass="entr" nodeType="afterEffect" presetSubtype="0" presetID="1" grpId="5" fill="hold">
                                  <p:stCondLst>
                                    <p:cond delay="0"/>
                                  </p:stCondLst>
                                  <p:iterate type="el" backwards="0">
                                    <p:tmAbs val="0"/>
                                  </p:iterate>
                                  <p:childTnLst>
                                    <p:set>
                                      <p:cBhvr>
                                        <p:cTn id="22" fill="hold"/>
                                        <p:tgtEl>
                                          <p:spTgt spid="269"/>
                                        </p:tgtEl>
                                        <p:attrNameLst>
                                          <p:attrName>style.visibility</p:attrName>
                                        </p:attrNameLst>
                                      </p:cBhvr>
                                      <p:to>
                                        <p:strVal val="visible"/>
                                      </p:to>
                                    </p:set>
                                  </p:childTnLst>
                                </p:cTn>
                              </p:par>
                            </p:childTnLst>
                          </p:cTn>
                        </p:par>
                        <p:par>
                          <p:cTn id="23" fill="hold">
                            <p:stCondLst>
                              <p:cond delay="1000"/>
                            </p:stCondLst>
                            <p:childTnLst>
                              <p:par>
                                <p:cTn id="24" presetClass="entr" nodeType="afterEffect" presetSubtype="0" presetID="1" grpId="6" fill="hold">
                                  <p:stCondLst>
                                    <p:cond delay="0"/>
                                  </p:stCondLst>
                                  <p:iterate type="el" backwards="0">
                                    <p:tmAbs val="0"/>
                                  </p:iterate>
                                  <p:childTnLst>
                                    <p:set>
                                      <p:cBhvr>
                                        <p:cTn id="25" fill="hold"/>
                                        <p:tgtEl>
                                          <p:spTgt spid="298"/>
                                        </p:tgtEl>
                                        <p:attrNameLst>
                                          <p:attrName>style.visibility</p:attrName>
                                        </p:attrNameLst>
                                      </p:cBhvr>
                                      <p:to>
                                        <p:strVal val="visible"/>
                                      </p:to>
                                    </p:set>
                                  </p:childTnLst>
                                </p:cTn>
                              </p:par>
                            </p:childTnLst>
                          </p:cTn>
                        </p:par>
                        <p:par>
                          <p:cTn id="26" fill="hold">
                            <p:stCondLst>
                              <p:cond delay="1000"/>
                            </p:stCondLst>
                            <p:childTnLst>
                              <p:par>
                                <p:cTn id="27" presetClass="entr" nodeType="afterEffect" presetSubtype="0" presetID="1" grpId="7" fill="hold">
                                  <p:stCondLst>
                                    <p:cond delay="0"/>
                                  </p:stCondLst>
                                  <p:iterate type="el" backwards="0">
                                    <p:tmAbs val="0"/>
                                  </p:iterate>
                                  <p:childTnLst>
                                    <p:set>
                                      <p:cBhvr>
                                        <p:cTn id="28" fill="hold"/>
                                        <p:tgtEl>
                                          <p:spTgt spid="299"/>
                                        </p:tgtEl>
                                        <p:attrNameLst>
                                          <p:attrName>style.visibility</p:attrName>
                                        </p:attrNameLst>
                                      </p:cBhvr>
                                      <p:to>
                                        <p:strVal val="visible"/>
                                      </p:to>
                                    </p:set>
                                  </p:childTnLst>
                                </p:cTn>
                              </p:par>
                            </p:childTnLst>
                          </p:cTn>
                        </p:par>
                        <p:par>
                          <p:cTn id="29" fill="hold">
                            <p:stCondLst>
                              <p:cond delay="1000"/>
                            </p:stCondLst>
                            <p:childTnLst>
                              <p:par>
                                <p:cTn id="30" presetClass="entr" nodeType="afterEffect" presetSubtype="0" presetID="1" grpId="8" fill="hold">
                                  <p:stCondLst>
                                    <p:cond delay="0"/>
                                  </p:stCondLst>
                                  <p:iterate type="el" backwards="0">
                                    <p:tmAbs val="0"/>
                                  </p:iterate>
                                  <p:childTnLst>
                                    <p:set>
                                      <p:cBhvr>
                                        <p:cTn id="31" fill="hold"/>
                                        <p:tgtEl>
                                          <p:spTgt spid="305"/>
                                        </p:tgtEl>
                                        <p:attrNameLst>
                                          <p:attrName>style.visibility</p:attrName>
                                        </p:attrNameLst>
                                      </p:cBhvr>
                                      <p:to>
                                        <p:strVal val="visible"/>
                                      </p:to>
                                    </p:set>
                                  </p:childTnLst>
                                </p:cTn>
                              </p:par>
                            </p:childTnLst>
                          </p:cTn>
                        </p:par>
                        <p:par>
                          <p:cTn id="32" fill="hold">
                            <p:stCondLst>
                              <p:cond delay="1000"/>
                            </p:stCondLst>
                            <p:childTnLst>
                              <p:par>
                                <p:cTn id="33" presetClass="entr" nodeType="afterEffect" presetSubtype="0" presetID="1" grpId="9" fill="hold">
                                  <p:stCondLst>
                                    <p:cond delay="0"/>
                                  </p:stCondLst>
                                  <p:iterate type="el" backwards="0">
                                    <p:tmAbs val="0"/>
                                  </p:iterate>
                                  <p:childTnLst>
                                    <p:set>
                                      <p:cBhvr>
                                        <p:cTn id="34" fill="hold"/>
                                        <p:tgtEl>
                                          <p:spTgt spid="306"/>
                                        </p:tgtEl>
                                        <p:attrNameLst>
                                          <p:attrName>style.visibility</p:attrName>
                                        </p:attrNameLst>
                                      </p:cBhvr>
                                      <p:to>
                                        <p:strVal val="visible"/>
                                      </p:to>
                                    </p:set>
                                  </p:childTnLst>
                                </p:cTn>
                              </p:par>
                            </p:childTnLst>
                          </p:cTn>
                        </p:par>
                        <p:par>
                          <p:cTn id="35" fill="hold">
                            <p:stCondLst>
                              <p:cond delay="1000"/>
                            </p:stCondLst>
                            <p:childTnLst>
                              <p:par>
                                <p:cTn id="36" presetClass="entr" nodeType="afterEffect" presetSubtype="0" presetID="1" grpId="10" fill="hold">
                                  <p:stCondLst>
                                    <p:cond delay="0"/>
                                  </p:stCondLst>
                                  <p:iterate type="el" backwards="0">
                                    <p:tmAbs val="0"/>
                                  </p:iterate>
                                  <p:childTnLst>
                                    <p:set>
                                      <p:cBhvr>
                                        <p:cTn id="37" fill="hold"/>
                                        <p:tgtEl>
                                          <p:spTgt spid="300"/>
                                        </p:tgtEl>
                                        <p:attrNameLst>
                                          <p:attrName>style.visibility</p:attrName>
                                        </p:attrNameLst>
                                      </p:cBhvr>
                                      <p:to>
                                        <p:strVal val="visible"/>
                                      </p:to>
                                    </p:set>
                                  </p:childTnLst>
                                </p:cTn>
                              </p:par>
                            </p:childTnLst>
                          </p:cTn>
                        </p:par>
                        <p:par>
                          <p:cTn id="38" fill="hold">
                            <p:stCondLst>
                              <p:cond delay="1000"/>
                            </p:stCondLst>
                            <p:childTnLst>
                              <p:par>
                                <p:cTn id="39" presetClass="entr" nodeType="afterEffect" presetSubtype="0" presetID="1" grpId="11" fill="hold">
                                  <p:stCondLst>
                                    <p:cond delay="0"/>
                                  </p:stCondLst>
                                  <p:iterate type="el" backwards="0">
                                    <p:tmAbs val="0"/>
                                  </p:iterate>
                                  <p:childTnLst>
                                    <p:set>
                                      <p:cBhvr>
                                        <p:cTn id="40" fill="hold"/>
                                        <p:tgtEl>
                                          <p:spTgt spid="301"/>
                                        </p:tgtEl>
                                        <p:attrNameLst>
                                          <p:attrName>style.visibility</p:attrName>
                                        </p:attrNameLst>
                                      </p:cBhvr>
                                      <p:to>
                                        <p:strVal val="visible"/>
                                      </p:to>
                                    </p:set>
                                  </p:childTnLst>
                                </p:cTn>
                              </p:par>
                            </p:childTnLst>
                          </p:cTn>
                        </p:par>
                        <p:par>
                          <p:cTn id="41" fill="hold">
                            <p:stCondLst>
                              <p:cond delay="1000"/>
                            </p:stCondLst>
                            <p:childTnLst>
                              <p:par>
                                <p:cTn id="42" presetClass="entr" nodeType="afterEffect" presetSubtype="0" presetID="1" grpId="12" fill="hold">
                                  <p:stCondLst>
                                    <p:cond delay="0"/>
                                  </p:stCondLst>
                                  <p:iterate type="el" backwards="0">
                                    <p:tmAbs val="0"/>
                                  </p:iterate>
                                  <p:childTnLst>
                                    <p:set>
                                      <p:cBhvr>
                                        <p:cTn id="43" fill="hold"/>
                                        <p:tgtEl>
                                          <p:spTgt spid="307"/>
                                        </p:tgtEl>
                                        <p:attrNameLst>
                                          <p:attrName>style.visibility</p:attrName>
                                        </p:attrNameLst>
                                      </p:cBhvr>
                                      <p:to>
                                        <p:strVal val="visible"/>
                                      </p:to>
                                    </p:set>
                                  </p:childTnLst>
                                </p:cTn>
                              </p:par>
                            </p:childTnLst>
                          </p:cTn>
                        </p:par>
                        <p:par>
                          <p:cTn id="44" fill="hold">
                            <p:stCondLst>
                              <p:cond delay="1000"/>
                            </p:stCondLst>
                            <p:childTnLst>
                              <p:par>
                                <p:cTn id="45" presetClass="entr" nodeType="afterEffect" presetSubtype="0" presetID="1" grpId="13" fill="hold">
                                  <p:stCondLst>
                                    <p:cond delay="0"/>
                                  </p:stCondLst>
                                  <p:iterate type="el" backwards="0">
                                    <p:tmAbs val="0"/>
                                  </p:iterate>
                                  <p:childTnLst>
                                    <p:set>
                                      <p:cBhvr>
                                        <p:cTn id="46" fill="hold"/>
                                        <p:tgtEl>
                                          <p:spTgt spid="308"/>
                                        </p:tgtEl>
                                        <p:attrNameLst>
                                          <p:attrName>style.visibility</p:attrName>
                                        </p:attrNameLst>
                                      </p:cBhvr>
                                      <p:to>
                                        <p:strVal val="visible"/>
                                      </p:to>
                                    </p:set>
                                  </p:childTnLst>
                                </p:cTn>
                              </p:par>
                            </p:childTnLst>
                          </p:cTn>
                        </p:par>
                        <p:par>
                          <p:cTn id="47" fill="hold">
                            <p:stCondLst>
                              <p:cond delay="1000"/>
                            </p:stCondLst>
                            <p:childTnLst>
                              <p:par>
                                <p:cTn id="48" presetClass="entr" nodeType="afterEffect" presetSubtype="0" presetID="1" grpId="14" fill="hold">
                                  <p:stCondLst>
                                    <p:cond delay="0"/>
                                  </p:stCondLst>
                                  <p:iterate type="el" backwards="0">
                                    <p:tmAbs val="0"/>
                                  </p:iterate>
                                  <p:childTnLst>
                                    <p:set>
                                      <p:cBhvr>
                                        <p:cTn id="49" fill="hold"/>
                                        <p:tgtEl>
                                          <p:spTgt spid="302"/>
                                        </p:tgtEl>
                                        <p:attrNameLst>
                                          <p:attrName>style.visibility</p:attrName>
                                        </p:attrNameLst>
                                      </p:cBhvr>
                                      <p:to>
                                        <p:strVal val="visible"/>
                                      </p:to>
                                    </p:set>
                                  </p:childTnLst>
                                </p:cTn>
                              </p:par>
                            </p:childTnLst>
                          </p:cTn>
                        </p:par>
                        <p:par>
                          <p:cTn id="50" fill="hold">
                            <p:stCondLst>
                              <p:cond delay="1000"/>
                            </p:stCondLst>
                            <p:childTnLst>
                              <p:par>
                                <p:cTn id="51" presetClass="entr" nodeType="afterEffect" presetSubtype="0" presetID="1" grpId="15" fill="hold">
                                  <p:stCondLst>
                                    <p:cond delay="0"/>
                                  </p:stCondLst>
                                  <p:iterate type="el" backwards="0">
                                    <p:tmAbs val="0"/>
                                  </p:iterate>
                                  <p:childTnLst>
                                    <p:set>
                                      <p:cBhvr>
                                        <p:cTn id="52" fill="hold"/>
                                        <p:tgtEl>
                                          <p:spTgt spid="303"/>
                                        </p:tgtEl>
                                        <p:attrNameLst>
                                          <p:attrName>style.visibility</p:attrName>
                                        </p:attrNameLst>
                                      </p:cBhvr>
                                      <p:to>
                                        <p:strVal val="visible"/>
                                      </p:to>
                                    </p:set>
                                  </p:childTnLst>
                                </p:cTn>
                              </p:par>
                            </p:childTnLst>
                          </p:cTn>
                        </p:par>
                        <p:par>
                          <p:cTn id="53" fill="hold">
                            <p:stCondLst>
                              <p:cond delay="1000"/>
                            </p:stCondLst>
                            <p:childTnLst>
                              <p:par>
                                <p:cTn id="54" presetClass="entr" nodeType="afterEffect" presetSubtype="0" presetID="1" grpId="16" fill="hold">
                                  <p:stCondLst>
                                    <p:cond delay="0"/>
                                  </p:stCondLst>
                                  <p:iterate type="el" backwards="0">
                                    <p:tmAbs val="0"/>
                                  </p:iterate>
                                  <p:childTnLst>
                                    <p:set>
                                      <p:cBhvr>
                                        <p:cTn id="55" fill="hold"/>
                                        <p:tgtEl>
                                          <p:spTgt spid="309"/>
                                        </p:tgtEl>
                                        <p:attrNameLst>
                                          <p:attrName>style.visibility</p:attrName>
                                        </p:attrNameLst>
                                      </p:cBhvr>
                                      <p:to>
                                        <p:strVal val="visible"/>
                                      </p:to>
                                    </p:set>
                                  </p:childTnLst>
                                </p:cTn>
                              </p:par>
                            </p:childTnLst>
                          </p:cTn>
                        </p:par>
                        <p:par>
                          <p:cTn id="56" fill="hold">
                            <p:stCondLst>
                              <p:cond delay="1000"/>
                            </p:stCondLst>
                            <p:childTnLst>
                              <p:par>
                                <p:cTn id="57" presetClass="entr" nodeType="afterEffect" presetSubtype="0" presetID="1" grpId="17" fill="hold">
                                  <p:stCondLst>
                                    <p:cond delay="0"/>
                                  </p:stCondLst>
                                  <p:iterate type="el" backwards="0">
                                    <p:tmAbs val="0"/>
                                  </p:iterate>
                                  <p:childTnLst>
                                    <p:set>
                                      <p:cBhvr>
                                        <p:cTn id="58" fill="hold"/>
                                        <p:tgtEl>
                                          <p:spTgt spid="30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Class="entr" nodeType="clickEffect" presetSubtype="4" presetID="2" grpId="18" fill="hold">
                                  <p:stCondLst>
                                    <p:cond delay="0"/>
                                  </p:stCondLst>
                                  <p:iterate type="el" backwards="0">
                                    <p:tmAbs val="0"/>
                                  </p:iterate>
                                  <p:childTnLst>
                                    <p:set>
                                      <p:cBhvr>
                                        <p:cTn id="62" fill="hold"/>
                                        <p:tgtEl>
                                          <p:spTgt spid="296"/>
                                        </p:tgtEl>
                                        <p:attrNameLst>
                                          <p:attrName>style.visibility</p:attrName>
                                        </p:attrNameLst>
                                      </p:cBhvr>
                                      <p:to>
                                        <p:strVal val="visible"/>
                                      </p:to>
                                    </p:set>
                                    <p:anim calcmode="lin" valueType="num">
                                      <p:cBhvr>
                                        <p:cTn id="63" dur="500" fill="hold"/>
                                        <p:tgtEl>
                                          <p:spTgt spid="296"/>
                                        </p:tgtEl>
                                        <p:attrNameLst>
                                          <p:attrName>ppt_x</p:attrName>
                                        </p:attrNameLst>
                                      </p:cBhvr>
                                      <p:tavLst>
                                        <p:tav tm="0">
                                          <p:val>
                                            <p:strVal val="#ppt_x"/>
                                          </p:val>
                                        </p:tav>
                                        <p:tav tm="100000">
                                          <p:val>
                                            <p:strVal val="#ppt_x"/>
                                          </p:val>
                                        </p:tav>
                                      </p:tavLst>
                                    </p:anim>
                                    <p:anim calcmode="lin" valueType="num">
                                      <p:cBhvr>
                                        <p:cTn id="64" dur="500" fill="hold"/>
                                        <p:tgtEl>
                                          <p:spTgt spid="296"/>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Class="entr" nodeType="clickEffect" presetSubtype="8" presetID="22" grpId="19" fill="hold">
                                  <p:stCondLst>
                                    <p:cond delay="0"/>
                                  </p:stCondLst>
                                  <p:iterate type="el" backwards="0">
                                    <p:tmAbs val="0"/>
                                  </p:iterate>
                                  <p:childTnLst>
                                    <p:set>
                                      <p:cBhvr>
                                        <p:cTn id="68" fill="hold"/>
                                        <p:tgtEl>
                                          <p:spTgt spid="272"/>
                                        </p:tgtEl>
                                        <p:attrNameLst>
                                          <p:attrName>style.visibility</p:attrName>
                                        </p:attrNameLst>
                                      </p:cBhvr>
                                      <p:to>
                                        <p:strVal val="visible"/>
                                      </p:to>
                                    </p:set>
                                    <p:animEffect filter="wipe(left)" transition="in">
                                      <p:cBhvr>
                                        <p:cTn id="69" dur="1000"/>
                                        <p:tgtEl>
                                          <p:spTgt spid="272"/>
                                        </p:tgtEl>
                                      </p:cBhvr>
                                    </p:animEffect>
                                  </p:childTnLst>
                                </p:cTn>
                              </p:par>
                            </p:childTnLst>
                          </p:cTn>
                        </p:par>
                        <p:par>
                          <p:cTn id="70" fill="hold">
                            <p:stCondLst>
                              <p:cond delay="1000"/>
                            </p:stCondLst>
                            <p:childTnLst>
                              <p:par>
                                <p:cTn id="71" presetClass="entr" nodeType="afterEffect" presetSubtype="4" presetID="22" grpId="20" fill="hold">
                                  <p:stCondLst>
                                    <p:cond delay="0"/>
                                  </p:stCondLst>
                                  <p:iterate type="el" backwards="0">
                                    <p:tmAbs val="0"/>
                                  </p:iterate>
                                  <p:childTnLst>
                                    <p:set>
                                      <p:cBhvr>
                                        <p:cTn id="72" fill="hold"/>
                                        <p:tgtEl>
                                          <p:spTgt spid="271"/>
                                        </p:tgtEl>
                                        <p:attrNameLst>
                                          <p:attrName>style.visibility</p:attrName>
                                        </p:attrNameLst>
                                      </p:cBhvr>
                                      <p:to>
                                        <p:strVal val="visible"/>
                                      </p:to>
                                    </p:set>
                                    <p:animEffect filter="wipe(down)" transition="in">
                                      <p:cBhvr>
                                        <p:cTn id="73" dur="1000"/>
                                        <p:tgtEl>
                                          <p:spTgt spid="271"/>
                                        </p:tgtEl>
                                      </p:cBhvr>
                                    </p:animEffect>
                                  </p:childTnLst>
                                </p:cTn>
                              </p:par>
                            </p:childTnLst>
                          </p:cTn>
                        </p:par>
                        <p:par>
                          <p:cTn id="74" fill="hold">
                            <p:stCondLst>
                              <p:cond delay="2000"/>
                            </p:stCondLst>
                            <p:childTnLst>
                              <p:par>
                                <p:cTn id="75" presetClass="entr" nodeType="afterEffect" presetSubtype="8" presetID="22" grpId="21" fill="hold">
                                  <p:stCondLst>
                                    <p:cond delay="0"/>
                                  </p:stCondLst>
                                  <p:iterate type="el" backwards="0">
                                    <p:tmAbs val="0"/>
                                  </p:iterate>
                                  <p:childTnLst>
                                    <p:set>
                                      <p:cBhvr>
                                        <p:cTn id="76" fill="hold"/>
                                        <p:tgtEl>
                                          <p:spTgt spid="277"/>
                                        </p:tgtEl>
                                        <p:attrNameLst>
                                          <p:attrName>style.visibility</p:attrName>
                                        </p:attrNameLst>
                                      </p:cBhvr>
                                      <p:to>
                                        <p:strVal val="visible"/>
                                      </p:to>
                                    </p:set>
                                    <p:animEffect filter="wipe(left)" transition="in">
                                      <p:cBhvr>
                                        <p:cTn id="77" dur="500"/>
                                        <p:tgtEl>
                                          <p:spTgt spid="277"/>
                                        </p:tgtEl>
                                      </p:cBhvr>
                                    </p:animEffect>
                                  </p:childTnLst>
                                </p:cTn>
                              </p:par>
                            </p:childTnLst>
                          </p:cTn>
                        </p:par>
                        <p:par>
                          <p:cTn id="78" fill="hold">
                            <p:stCondLst>
                              <p:cond delay="2500"/>
                            </p:stCondLst>
                            <p:childTnLst>
                              <p:par>
                                <p:cTn id="79" presetClass="entr" nodeType="afterEffect" presetSubtype="8" presetID="22" grpId="22" fill="hold">
                                  <p:stCondLst>
                                    <p:cond delay="0"/>
                                  </p:stCondLst>
                                  <p:iterate type="el" backwards="0">
                                    <p:tmAbs val="0"/>
                                  </p:iterate>
                                  <p:childTnLst>
                                    <p:set>
                                      <p:cBhvr>
                                        <p:cTn id="80" fill="hold"/>
                                        <p:tgtEl>
                                          <p:spTgt spid="278"/>
                                        </p:tgtEl>
                                        <p:attrNameLst>
                                          <p:attrName>style.visibility</p:attrName>
                                        </p:attrNameLst>
                                      </p:cBhvr>
                                      <p:to>
                                        <p:strVal val="visible"/>
                                      </p:to>
                                    </p:set>
                                    <p:animEffect filter="wipe(left)" transition="in">
                                      <p:cBhvr>
                                        <p:cTn id="81" dur="500"/>
                                        <p:tgtEl>
                                          <p:spTgt spid="278"/>
                                        </p:tgtEl>
                                      </p:cBhvr>
                                    </p:animEffect>
                                  </p:childTnLst>
                                </p:cTn>
                              </p:par>
                            </p:childTnLst>
                          </p:cTn>
                        </p:par>
                        <p:par>
                          <p:cTn id="82" fill="hold">
                            <p:stCondLst>
                              <p:cond delay="3000"/>
                            </p:stCondLst>
                            <p:childTnLst>
                              <p:par>
                                <p:cTn id="83" presetClass="entr" nodeType="afterEffect" presetSubtype="8" presetID="22" grpId="23" fill="hold">
                                  <p:stCondLst>
                                    <p:cond delay="0"/>
                                  </p:stCondLst>
                                  <p:iterate type="el" backwards="0">
                                    <p:tmAbs val="0"/>
                                  </p:iterate>
                                  <p:childTnLst>
                                    <p:set>
                                      <p:cBhvr>
                                        <p:cTn id="84" fill="hold"/>
                                        <p:tgtEl>
                                          <p:spTgt spid="279"/>
                                        </p:tgtEl>
                                        <p:attrNameLst>
                                          <p:attrName>style.visibility</p:attrName>
                                        </p:attrNameLst>
                                      </p:cBhvr>
                                      <p:to>
                                        <p:strVal val="visible"/>
                                      </p:to>
                                    </p:set>
                                    <p:animEffect filter="wipe(left)" transition="in">
                                      <p:cBhvr>
                                        <p:cTn id="85" dur="500"/>
                                        <p:tgtEl>
                                          <p:spTgt spid="279"/>
                                        </p:tgtEl>
                                      </p:cBhvr>
                                    </p:animEffect>
                                  </p:childTnLst>
                                </p:cTn>
                              </p:par>
                            </p:childTnLst>
                          </p:cTn>
                        </p:par>
                        <p:par>
                          <p:cTn id="86" fill="hold">
                            <p:stCondLst>
                              <p:cond delay="3500"/>
                            </p:stCondLst>
                            <p:childTnLst>
                              <p:par>
                                <p:cTn id="87" presetClass="entr" nodeType="afterEffect" presetSubtype="8" presetID="22" grpId="24" fill="hold">
                                  <p:stCondLst>
                                    <p:cond delay="0"/>
                                  </p:stCondLst>
                                  <p:iterate type="el" backwards="0">
                                    <p:tmAbs val="0"/>
                                  </p:iterate>
                                  <p:childTnLst>
                                    <p:set>
                                      <p:cBhvr>
                                        <p:cTn id="88" fill="hold"/>
                                        <p:tgtEl>
                                          <p:spTgt spid="280"/>
                                        </p:tgtEl>
                                        <p:attrNameLst>
                                          <p:attrName>style.visibility</p:attrName>
                                        </p:attrNameLst>
                                      </p:cBhvr>
                                      <p:to>
                                        <p:strVal val="visible"/>
                                      </p:to>
                                    </p:set>
                                    <p:animEffect filter="wipe(left)" transition="in">
                                      <p:cBhvr>
                                        <p:cTn id="89" dur="500"/>
                                        <p:tgtEl>
                                          <p:spTgt spid="280"/>
                                        </p:tgtEl>
                                      </p:cBhvr>
                                    </p:animEffect>
                                  </p:childTnLst>
                                </p:cTn>
                              </p:par>
                            </p:childTnLst>
                          </p:cTn>
                        </p:par>
                        <p:par>
                          <p:cTn id="90" fill="hold">
                            <p:stCondLst>
                              <p:cond delay="4000"/>
                            </p:stCondLst>
                            <p:childTnLst>
                              <p:par>
                                <p:cTn id="91" presetClass="entr" nodeType="afterEffect" presetSubtype="8" presetID="22" grpId="25" fill="hold">
                                  <p:stCondLst>
                                    <p:cond delay="0"/>
                                  </p:stCondLst>
                                  <p:iterate type="el" backwards="0">
                                    <p:tmAbs val="0"/>
                                  </p:iterate>
                                  <p:childTnLst>
                                    <p:set>
                                      <p:cBhvr>
                                        <p:cTn id="92" fill="hold"/>
                                        <p:tgtEl>
                                          <p:spTgt spid="281"/>
                                        </p:tgtEl>
                                        <p:attrNameLst>
                                          <p:attrName>style.visibility</p:attrName>
                                        </p:attrNameLst>
                                      </p:cBhvr>
                                      <p:to>
                                        <p:strVal val="visible"/>
                                      </p:to>
                                    </p:set>
                                    <p:animEffect filter="wipe(left)" transition="in">
                                      <p:cBhvr>
                                        <p:cTn id="93" dur="500"/>
                                        <p:tgtEl>
                                          <p:spTgt spid="281"/>
                                        </p:tgtEl>
                                      </p:cBhvr>
                                    </p:animEffect>
                                  </p:childTnLst>
                                </p:cTn>
                              </p:par>
                            </p:childTnLst>
                          </p:cTn>
                        </p:par>
                        <p:par>
                          <p:cTn id="94" fill="hold">
                            <p:stCondLst>
                              <p:cond delay="4500"/>
                            </p:stCondLst>
                            <p:childTnLst>
                              <p:par>
                                <p:cTn id="95" presetClass="entr" nodeType="afterEffect" presetSubtype="8" presetID="22" grpId="26" fill="hold">
                                  <p:stCondLst>
                                    <p:cond delay="0"/>
                                  </p:stCondLst>
                                  <p:iterate type="el" backwards="0">
                                    <p:tmAbs val="0"/>
                                  </p:iterate>
                                  <p:childTnLst>
                                    <p:set>
                                      <p:cBhvr>
                                        <p:cTn id="96" fill="hold"/>
                                        <p:tgtEl>
                                          <p:spTgt spid="282"/>
                                        </p:tgtEl>
                                        <p:attrNameLst>
                                          <p:attrName>style.visibility</p:attrName>
                                        </p:attrNameLst>
                                      </p:cBhvr>
                                      <p:to>
                                        <p:strVal val="visible"/>
                                      </p:to>
                                    </p:set>
                                    <p:animEffect filter="wipe(left)" transition="in">
                                      <p:cBhvr>
                                        <p:cTn id="97" dur="500"/>
                                        <p:tgtEl>
                                          <p:spTgt spid="282"/>
                                        </p:tgtEl>
                                      </p:cBhvr>
                                    </p:animEffect>
                                  </p:childTnLst>
                                </p:cTn>
                              </p:par>
                            </p:childTnLst>
                          </p:cTn>
                        </p:par>
                        <p:par>
                          <p:cTn id="98" fill="hold">
                            <p:stCondLst>
                              <p:cond delay="5000"/>
                            </p:stCondLst>
                            <p:childTnLst>
                              <p:par>
                                <p:cTn id="99" presetClass="entr" nodeType="afterEffect" presetSubtype="1" presetID="22" grpId="27" fill="hold">
                                  <p:stCondLst>
                                    <p:cond delay="0"/>
                                  </p:stCondLst>
                                  <p:iterate type="el" backwards="0">
                                    <p:tmAbs val="0"/>
                                  </p:iterate>
                                  <p:childTnLst>
                                    <p:set>
                                      <p:cBhvr>
                                        <p:cTn id="100" fill="hold"/>
                                        <p:tgtEl>
                                          <p:spTgt spid="283"/>
                                        </p:tgtEl>
                                        <p:attrNameLst>
                                          <p:attrName>style.visibility</p:attrName>
                                        </p:attrNameLst>
                                      </p:cBhvr>
                                      <p:to>
                                        <p:strVal val="visible"/>
                                      </p:to>
                                    </p:set>
                                    <p:animEffect filter="wipe(up)" transition="in">
                                      <p:cBhvr>
                                        <p:cTn id="101" dur="500"/>
                                        <p:tgtEl>
                                          <p:spTgt spid="283"/>
                                        </p:tgtEl>
                                      </p:cBhvr>
                                    </p:animEffect>
                                  </p:childTnLst>
                                </p:cTn>
                              </p:par>
                            </p:childTnLst>
                          </p:cTn>
                        </p:par>
                        <p:par>
                          <p:cTn id="102" fill="hold">
                            <p:stCondLst>
                              <p:cond delay="5500"/>
                            </p:stCondLst>
                            <p:childTnLst>
                              <p:par>
                                <p:cTn id="103" presetClass="entr" nodeType="afterEffect" presetSubtype="1" presetID="22" grpId="28" fill="hold">
                                  <p:stCondLst>
                                    <p:cond delay="0"/>
                                  </p:stCondLst>
                                  <p:iterate type="el" backwards="0">
                                    <p:tmAbs val="0"/>
                                  </p:iterate>
                                  <p:childTnLst>
                                    <p:set>
                                      <p:cBhvr>
                                        <p:cTn id="104" fill="hold"/>
                                        <p:tgtEl>
                                          <p:spTgt spid="284"/>
                                        </p:tgtEl>
                                        <p:attrNameLst>
                                          <p:attrName>style.visibility</p:attrName>
                                        </p:attrNameLst>
                                      </p:cBhvr>
                                      <p:to>
                                        <p:strVal val="visible"/>
                                      </p:to>
                                    </p:set>
                                    <p:animEffect filter="wipe(up)" transition="in">
                                      <p:cBhvr>
                                        <p:cTn id="105" dur="500"/>
                                        <p:tgtEl>
                                          <p:spTgt spid="284"/>
                                        </p:tgtEl>
                                      </p:cBhvr>
                                    </p:animEffect>
                                  </p:childTnLst>
                                </p:cTn>
                              </p:par>
                            </p:childTnLst>
                          </p:cTn>
                        </p:par>
                        <p:par>
                          <p:cTn id="106" fill="hold">
                            <p:stCondLst>
                              <p:cond delay="6000"/>
                            </p:stCondLst>
                            <p:childTnLst>
                              <p:par>
                                <p:cTn id="107" presetClass="entr" nodeType="afterEffect" presetSubtype="1" presetID="22" grpId="29" fill="hold">
                                  <p:stCondLst>
                                    <p:cond delay="0"/>
                                  </p:stCondLst>
                                  <p:iterate type="el" backwards="0">
                                    <p:tmAbs val="0"/>
                                  </p:iterate>
                                  <p:childTnLst>
                                    <p:set>
                                      <p:cBhvr>
                                        <p:cTn id="108" fill="hold"/>
                                        <p:tgtEl>
                                          <p:spTgt spid="285"/>
                                        </p:tgtEl>
                                        <p:attrNameLst>
                                          <p:attrName>style.visibility</p:attrName>
                                        </p:attrNameLst>
                                      </p:cBhvr>
                                      <p:to>
                                        <p:strVal val="visible"/>
                                      </p:to>
                                    </p:set>
                                    <p:animEffect filter="wipe(up)" transition="in">
                                      <p:cBhvr>
                                        <p:cTn id="109" dur="500"/>
                                        <p:tgtEl>
                                          <p:spTgt spid="285"/>
                                        </p:tgtEl>
                                      </p:cBhvr>
                                    </p:animEffect>
                                  </p:childTnLst>
                                </p:cTn>
                              </p:par>
                            </p:childTnLst>
                          </p:cTn>
                        </p:par>
                        <p:par>
                          <p:cTn id="110" fill="hold">
                            <p:stCondLst>
                              <p:cond delay="6500"/>
                            </p:stCondLst>
                            <p:childTnLst>
                              <p:par>
                                <p:cTn id="111" presetClass="entr" nodeType="afterEffect" presetSubtype="1" presetID="22" grpId="30" fill="hold">
                                  <p:stCondLst>
                                    <p:cond delay="0"/>
                                  </p:stCondLst>
                                  <p:iterate type="el" backwards="0">
                                    <p:tmAbs val="0"/>
                                  </p:iterate>
                                  <p:childTnLst>
                                    <p:set>
                                      <p:cBhvr>
                                        <p:cTn id="112" fill="hold"/>
                                        <p:tgtEl>
                                          <p:spTgt spid="286"/>
                                        </p:tgtEl>
                                        <p:attrNameLst>
                                          <p:attrName>style.visibility</p:attrName>
                                        </p:attrNameLst>
                                      </p:cBhvr>
                                      <p:to>
                                        <p:strVal val="visible"/>
                                      </p:to>
                                    </p:set>
                                    <p:animEffect filter="wipe(up)" transition="in">
                                      <p:cBhvr>
                                        <p:cTn id="113" dur="500"/>
                                        <p:tgtEl>
                                          <p:spTgt spid="286"/>
                                        </p:tgtEl>
                                      </p:cBhvr>
                                    </p:animEffect>
                                  </p:childTnLst>
                                </p:cTn>
                              </p:par>
                            </p:childTnLst>
                          </p:cTn>
                        </p:par>
                        <p:par>
                          <p:cTn id="114" fill="hold">
                            <p:stCondLst>
                              <p:cond delay="7000"/>
                            </p:stCondLst>
                            <p:childTnLst>
                              <p:par>
                                <p:cTn id="115" presetClass="entr" nodeType="afterEffect" presetSubtype="1" presetID="22" grpId="31" fill="hold">
                                  <p:stCondLst>
                                    <p:cond delay="0"/>
                                  </p:stCondLst>
                                  <p:iterate type="el" backwards="0">
                                    <p:tmAbs val="0"/>
                                  </p:iterate>
                                  <p:childTnLst>
                                    <p:set>
                                      <p:cBhvr>
                                        <p:cTn id="116" fill="hold"/>
                                        <p:tgtEl>
                                          <p:spTgt spid="287"/>
                                        </p:tgtEl>
                                        <p:attrNameLst>
                                          <p:attrName>style.visibility</p:attrName>
                                        </p:attrNameLst>
                                      </p:cBhvr>
                                      <p:to>
                                        <p:strVal val="visible"/>
                                      </p:to>
                                    </p:set>
                                    <p:animEffect filter="wipe(up)" transition="in">
                                      <p:cBhvr>
                                        <p:cTn id="117" dur="500"/>
                                        <p:tgtEl>
                                          <p:spTgt spid="287"/>
                                        </p:tgtEl>
                                      </p:cBhvr>
                                    </p:animEffect>
                                  </p:childTnLst>
                                </p:cTn>
                              </p:par>
                            </p:childTnLst>
                          </p:cTn>
                        </p:par>
                        <p:par>
                          <p:cTn id="118" fill="hold">
                            <p:stCondLst>
                              <p:cond delay="7500"/>
                            </p:stCondLst>
                            <p:childTnLst>
                              <p:par>
                                <p:cTn id="119" presetClass="entr" nodeType="afterEffect" presetSubtype="1" presetID="22" grpId="32" fill="hold">
                                  <p:stCondLst>
                                    <p:cond delay="0"/>
                                  </p:stCondLst>
                                  <p:iterate type="el" backwards="0">
                                    <p:tmAbs val="0"/>
                                  </p:iterate>
                                  <p:childTnLst>
                                    <p:set>
                                      <p:cBhvr>
                                        <p:cTn id="120" fill="hold"/>
                                        <p:tgtEl>
                                          <p:spTgt spid="288"/>
                                        </p:tgtEl>
                                        <p:attrNameLst>
                                          <p:attrName>style.visibility</p:attrName>
                                        </p:attrNameLst>
                                      </p:cBhvr>
                                      <p:to>
                                        <p:strVal val="visible"/>
                                      </p:to>
                                    </p:set>
                                    <p:animEffect filter="wipe(up)" transition="in">
                                      <p:cBhvr>
                                        <p:cTn id="121" dur="500"/>
                                        <p:tgtEl>
                                          <p:spTgt spid="288"/>
                                        </p:tgtEl>
                                      </p:cBhvr>
                                    </p:animEffect>
                                  </p:childTnLst>
                                </p:cTn>
                              </p:par>
                            </p:childTnLst>
                          </p:cTn>
                        </p:par>
                      </p:childTnLst>
                    </p:cTn>
                  </p:par>
                  <p:par>
                    <p:cTn id="122" fill="hold">
                      <p:stCondLst>
                        <p:cond delay="indefinite"/>
                      </p:stCondLst>
                      <p:childTnLst>
                        <p:par>
                          <p:cTn id="123" fill="hold">
                            <p:stCondLst>
                              <p:cond delay="0"/>
                            </p:stCondLst>
                            <p:childTnLst>
                              <p:par>
                                <p:cTn id="124" presetClass="path" nodeType="clickEffect" presetSubtype="0" presetID="-1" grpId="33" accel="50000" decel="50000" fill="hold">
                                  <p:stCondLst>
                                    <p:cond delay="0"/>
                                  </p:stCondLst>
                                  <p:childTnLst>
                                    <p:animMotion path="M 0.000000 0.000000 L 0.811446 0.178243" origin="layout" pathEditMode="relative">
                                      <p:cBhvr>
                                        <p:cTn id="125" dur="2000" fill="hold"/>
                                        <p:tgtEl>
                                          <p:spTgt spid="297"/>
                                        </p:tgtEl>
                                        <p:attrNameLst>
                                          <p:attrName>ppt_x</p:attrName>
                                          <p:attrName>ppt_y</p:attrName>
                                        </p:attrNameLst>
                                      </p:cBhvr>
                                    </p:animMotion>
                                  </p:childTnLst>
                                </p:cTn>
                              </p:par>
                            </p:childTnLst>
                          </p:cTn>
                        </p:par>
                        <p:par>
                          <p:cTn id="126" fill="hold">
                            <p:stCondLst>
                              <p:cond delay="0"/>
                            </p:stCondLst>
                            <p:childTnLst>
                              <p:par>
                                <p:cTn id="127" presetClass="path" nodeType="afterEffect" presetSubtype="0" presetID="-1" grpId="34" accel="50000" decel="50000" fill="hold">
                                  <p:stCondLst>
                                    <p:cond delay="0"/>
                                  </p:stCondLst>
                                  <p:childTnLst>
                                    <p:animMotion path="M 0.000000 0.000000 L 0.556379 0.289117" origin="layout" pathEditMode="relative">
                                      <p:cBhvr>
                                        <p:cTn id="128" dur="2000" fill="hold"/>
                                        <p:tgtEl>
                                          <p:spTgt spid="269"/>
                                        </p:tgtEl>
                                        <p:attrNameLst>
                                          <p:attrName>ppt_x</p:attrName>
                                          <p:attrName>ppt_y</p:attrName>
                                        </p:attrNameLst>
                                      </p:cBhvr>
                                    </p:animMotion>
                                  </p:childTnLst>
                                </p:cTn>
                              </p:par>
                            </p:childTnLst>
                          </p:cTn>
                        </p:par>
                        <p:par>
                          <p:cTn id="129" fill="hold">
                            <p:stCondLst>
                              <p:cond delay="0"/>
                            </p:stCondLst>
                            <p:childTnLst>
                              <p:par>
                                <p:cTn id="130" presetClass="path" nodeType="afterEffect" presetSubtype="0" presetID="-1" grpId="35" accel="50000" decel="50000" fill="hold">
                                  <p:stCondLst>
                                    <p:cond delay="0"/>
                                  </p:stCondLst>
                                  <p:childTnLst>
                                    <p:animMotion path="M 0.000000 0.000000 L 0.401039 0.114352" origin="layout" pathEditMode="relative">
                                      <p:cBhvr>
                                        <p:cTn id="131" dur="2000" fill="hold"/>
                                        <p:tgtEl>
                                          <p:spTgt spid="299"/>
                                        </p:tgtEl>
                                        <p:attrNameLst>
                                          <p:attrName>ppt_x</p:attrName>
                                          <p:attrName>ppt_y</p:attrName>
                                        </p:attrNameLst>
                                      </p:cBhvr>
                                    </p:animMotion>
                                  </p:childTnLst>
                                </p:cTn>
                              </p:par>
                            </p:childTnLst>
                          </p:cTn>
                        </p:par>
                        <p:par>
                          <p:cTn id="132" fill="hold">
                            <p:stCondLst>
                              <p:cond delay="0"/>
                            </p:stCondLst>
                            <p:childTnLst>
                              <p:par>
                                <p:cTn id="133" presetClass="path" nodeType="afterEffect" presetSubtype="0" presetID="-1" grpId="36" accel="50000" decel="50000" fill="hold">
                                  <p:stCondLst>
                                    <p:cond delay="0"/>
                                  </p:stCondLst>
                                  <p:childTnLst>
                                    <p:animMotion path="M 0.000000 0.000000 L 0.469529 0.063891" origin="layout" pathEditMode="relative">
                                      <p:cBhvr>
                                        <p:cTn id="134" dur="2000" fill="hold"/>
                                        <p:tgtEl>
                                          <p:spTgt spid="300"/>
                                        </p:tgtEl>
                                        <p:attrNameLst>
                                          <p:attrName>ppt_x</p:attrName>
                                          <p:attrName>ppt_y</p:attrName>
                                        </p:attrNameLst>
                                      </p:cBhvr>
                                    </p:animMotion>
                                  </p:childTnLst>
                                </p:cTn>
                              </p:par>
                            </p:childTnLst>
                          </p:cTn>
                        </p:par>
                        <p:par>
                          <p:cTn id="135" fill="hold">
                            <p:stCondLst>
                              <p:cond delay="0"/>
                            </p:stCondLst>
                            <p:childTnLst>
                              <p:par>
                                <p:cTn id="136" presetClass="path" nodeType="afterEffect" presetSubtype="0" presetID="-1" grpId="37" accel="50000" decel="50000" fill="hold">
                                  <p:stCondLst>
                                    <p:cond delay="0"/>
                                  </p:stCondLst>
                                  <p:childTnLst>
                                    <p:animMotion path="M 0.000000 0.000000 L 0.528379 0.008789" origin="layout" pathEditMode="relative">
                                      <p:cBhvr>
                                        <p:cTn id="137" dur="2000" fill="hold"/>
                                        <p:tgtEl>
                                          <p:spTgt spid="301"/>
                                        </p:tgtEl>
                                        <p:attrNameLst>
                                          <p:attrName>ppt_x</p:attrName>
                                          <p:attrName>ppt_y</p:attrName>
                                        </p:attrNameLst>
                                      </p:cBhvr>
                                    </p:animMotion>
                                  </p:childTnLst>
                                </p:cTn>
                              </p:par>
                            </p:childTnLst>
                          </p:cTn>
                        </p:par>
                        <p:par>
                          <p:cTn id="138" fill="hold">
                            <p:stCondLst>
                              <p:cond delay="0"/>
                            </p:stCondLst>
                            <p:childTnLst>
                              <p:par>
                                <p:cTn id="139" presetClass="path" nodeType="afterEffect" presetSubtype="0" presetID="-1" grpId="38" accel="50000" decel="50000" fill="hold">
                                  <p:stCondLst>
                                    <p:cond delay="0"/>
                                  </p:stCondLst>
                                  <p:childTnLst>
                                    <p:animMotion path="M 0.000000 0.000000 L 0.597919 -0.048611" origin="layout" pathEditMode="relative">
                                      <p:cBhvr>
                                        <p:cTn id="140" dur="2000" fill="hold"/>
                                        <p:tgtEl>
                                          <p:spTgt spid="302"/>
                                        </p:tgtEl>
                                        <p:attrNameLst>
                                          <p:attrName>ppt_x</p:attrName>
                                          <p:attrName>ppt_y</p:attrName>
                                        </p:attrNameLst>
                                      </p:cBhvr>
                                    </p:animMotion>
                                  </p:childTnLst>
                                </p:cTn>
                              </p:par>
                            </p:childTnLst>
                          </p:cTn>
                        </p:par>
                        <p:par>
                          <p:cTn id="141" fill="hold">
                            <p:stCondLst>
                              <p:cond delay="0"/>
                            </p:stCondLst>
                            <p:childTnLst>
                              <p:par>
                                <p:cTn id="142" presetClass="path" nodeType="afterEffect" presetSubtype="0" presetID="-1" grpId="39" accel="50000" decel="50000" fill="hold">
                                  <p:stCondLst>
                                    <p:cond delay="0"/>
                                  </p:stCondLst>
                                  <p:childTnLst>
                                    <p:animMotion path="M 0.000000 0.000000 L 0.661719 -0.103470" origin="layout" pathEditMode="relative">
                                      <p:cBhvr>
                                        <p:cTn id="143" dur="2000" fill="hold"/>
                                        <p:tgtEl>
                                          <p:spTgt spid="303"/>
                                        </p:tgtEl>
                                        <p:attrNameLst>
                                          <p:attrName>ppt_x</p:attrName>
                                          <p:attrName>ppt_y</p:attrName>
                                        </p:attrNameLst>
                                      </p:cBhvr>
                                    </p:animMotion>
                                  </p:childTnLst>
                                </p:cTn>
                              </p:par>
                            </p:childTnLst>
                          </p:cTn>
                        </p:par>
                      </p:childTnLst>
                    </p:cTn>
                  </p:par>
                  <p:par>
                    <p:cTn id="144" fill="hold">
                      <p:stCondLst>
                        <p:cond delay="indefinite"/>
                      </p:stCondLst>
                      <p:childTnLst>
                        <p:par>
                          <p:cTn id="145" fill="hold">
                            <p:stCondLst>
                              <p:cond delay="0"/>
                            </p:stCondLst>
                            <p:childTnLst>
                              <p:par>
                                <p:cTn id="146" presetClass="path" nodeType="clickEffect" presetSubtype="0" presetID="-1" grpId="40" accel="50000" decel="50000" fill="hold">
                                  <p:stCondLst>
                                    <p:cond delay="0"/>
                                  </p:stCondLst>
                                  <p:childTnLst>
                                    <p:animMotion path="M 0.000000 0.000000 L 0.105345 -0.076622" origin="layout" pathEditMode="relative">
                                      <p:cBhvr>
                                        <p:cTn id="147" dur="2000" fill="hold"/>
                                        <p:tgtEl>
                                          <p:spTgt spid="268"/>
                                        </p:tgtEl>
                                        <p:attrNameLst>
                                          <p:attrName>ppt_x</p:attrName>
                                          <p:attrName>ppt_y</p:attrName>
                                        </p:attrNameLst>
                                      </p:cBhvr>
                                    </p:animMotion>
                                  </p:childTnLst>
                                </p:cTn>
                              </p:par>
                            </p:childTnLst>
                          </p:cTn>
                        </p:par>
                        <p:par>
                          <p:cTn id="148" fill="hold">
                            <p:stCondLst>
                              <p:cond delay="0"/>
                            </p:stCondLst>
                            <p:childTnLst>
                              <p:par>
                                <p:cTn id="149" presetClass="path" nodeType="afterEffect" presetSubtype="0" presetID="-1" grpId="41" accel="50000" decel="50000" fill="hold">
                                  <p:stCondLst>
                                    <p:cond delay="0"/>
                                  </p:stCondLst>
                                  <p:childTnLst>
                                    <p:animMotion path="M 0.000000 0.000000 L 0.252339 -0.316429" origin="layout" pathEditMode="relative">
                                      <p:cBhvr>
                                        <p:cTn id="150" dur="2000" fill="hold"/>
                                        <p:tgtEl>
                                          <p:spTgt spid="298"/>
                                        </p:tgtEl>
                                        <p:attrNameLst>
                                          <p:attrName>ppt_x</p:attrName>
                                          <p:attrName>ppt_y</p:attrName>
                                        </p:attrNameLst>
                                      </p:cBhvr>
                                    </p:animMotion>
                                  </p:childTnLst>
                                </p:cTn>
                              </p:par>
                            </p:childTnLst>
                          </p:cTn>
                        </p:par>
                        <p:par>
                          <p:cTn id="151" fill="hold">
                            <p:stCondLst>
                              <p:cond delay="0"/>
                            </p:stCondLst>
                            <p:childTnLst>
                              <p:par>
                                <p:cTn id="152" presetClass="path" nodeType="afterEffect" presetSubtype="0" presetID="-1" grpId="42" accel="50000" decel="50000" fill="hold">
                                  <p:stCondLst>
                                    <p:cond delay="0"/>
                                  </p:stCondLst>
                                  <p:childTnLst>
                                    <p:animMotion path="M 0.000000 0.000000 L 0.192842 0.009260" origin="layout" pathEditMode="relative">
                                      <p:cBhvr>
                                        <p:cTn id="153" dur="2000" fill="hold"/>
                                        <p:tgtEl>
                                          <p:spTgt spid="305"/>
                                        </p:tgtEl>
                                        <p:attrNameLst>
                                          <p:attrName>ppt_x</p:attrName>
                                          <p:attrName>ppt_y</p:attrName>
                                        </p:attrNameLst>
                                      </p:cBhvr>
                                    </p:animMotion>
                                  </p:childTnLst>
                                </p:cTn>
                              </p:par>
                            </p:childTnLst>
                          </p:cTn>
                        </p:par>
                        <p:par>
                          <p:cTn id="154" fill="hold">
                            <p:stCondLst>
                              <p:cond delay="0"/>
                            </p:stCondLst>
                            <p:childTnLst>
                              <p:par>
                                <p:cTn id="155" presetClass="path" nodeType="afterEffect" presetSubtype="0" presetID="-1" grpId="43" accel="50000" decel="50000" fill="hold">
                                  <p:stCondLst>
                                    <p:cond delay="0"/>
                                  </p:stCondLst>
                                  <p:childTnLst>
                                    <p:animMotion path="M 0.000000 0.000000 L 0.192842 -0.106479" origin="layout" pathEditMode="relative">
                                      <p:cBhvr>
                                        <p:cTn id="156" dur="2000" fill="hold"/>
                                        <p:tgtEl>
                                          <p:spTgt spid="306"/>
                                        </p:tgtEl>
                                        <p:attrNameLst>
                                          <p:attrName>ppt_x</p:attrName>
                                          <p:attrName>ppt_y</p:attrName>
                                        </p:attrNameLst>
                                      </p:cBhvr>
                                    </p:animMotion>
                                  </p:childTnLst>
                                </p:cTn>
                              </p:par>
                            </p:childTnLst>
                          </p:cTn>
                        </p:par>
                        <p:par>
                          <p:cTn id="157" fill="hold">
                            <p:stCondLst>
                              <p:cond delay="0"/>
                            </p:stCondLst>
                            <p:childTnLst>
                              <p:par>
                                <p:cTn id="158" presetClass="path" nodeType="afterEffect" presetSubtype="0" presetID="-1" grpId="44" accel="50000" decel="50000" fill="hold">
                                  <p:stCondLst>
                                    <p:cond delay="0"/>
                                  </p:stCondLst>
                                  <p:childTnLst>
                                    <p:animMotion path="M 0.000000 0.000000 L 0.192062 -0.223381" origin="layout" pathEditMode="relative">
                                      <p:cBhvr>
                                        <p:cTn id="159" dur="2000" fill="hold"/>
                                        <p:tgtEl>
                                          <p:spTgt spid="307"/>
                                        </p:tgtEl>
                                        <p:attrNameLst>
                                          <p:attrName>ppt_x</p:attrName>
                                          <p:attrName>ppt_y</p:attrName>
                                        </p:attrNameLst>
                                      </p:cBhvr>
                                    </p:animMotion>
                                  </p:childTnLst>
                                </p:cTn>
                              </p:par>
                            </p:childTnLst>
                          </p:cTn>
                        </p:par>
                        <p:par>
                          <p:cTn id="160" fill="hold">
                            <p:stCondLst>
                              <p:cond delay="0"/>
                            </p:stCondLst>
                            <p:childTnLst>
                              <p:par>
                                <p:cTn id="161" presetClass="path" nodeType="afterEffect" presetSubtype="0" presetID="-1" grpId="45" accel="50000" decel="50000" fill="hold">
                                  <p:stCondLst>
                                    <p:cond delay="0"/>
                                  </p:stCondLst>
                                  <p:childTnLst>
                                    <p:animMotion path="M 0.000000 0.000000 L 0.194142 -0.340741" origin="layout" pathEditMode="relative">
                                      <p:cBhvr>
                                        <p:cTn id="162" dur="2000" fill="hold"/>
                                        <p:tgtEl>
                                          <p:spTgt spid="308"/>
                                        </p:tgtEl>
                                        <p:attrNameLst>
                                          <p:attrName>ppt_x</p:attrName>
                                          <p:attrName>ppt_y</p:attrName>
                                        </p:attrNameLst>
                                      </p:cBhvr>
                                    </p:animMotion>
                                  </p:childTnLst>
                                </p:cTn>
                              </p:par>
                            </p:childTnLst>
                          </p:cTn>
                        </p:par>
                        <p:par>
                          <p:cTn id="163" fill="hold">
                            <p:stCondLst>
                              <p:cond delay="0"/>
                            </p:stCondLst>
                            <p:childTnLst>
                              <p:par>
                                <p:cTn id="164" presetClass="path" nodeType="afterEffect" presetSubtype="0" presetID="-1" grpId="46" accel="50000" decel="50000" fill="hold">
                                  <p:stCondLst>
                                    <p:cond delay="0"/>
                                  </p:stCondLst>
                                  <p:childTnLst>
                                    <p:animMotion path="M 0.000000 0.000000 L 0.193882 -0.451852" origin="layout" pathEditMode="relative">
                                      <p:cBhvr>
                                        <p:cTn id="165" dur="2000" fill="hold"/>
                                        <p:tgtEl>
                                          <p:spTgt spid="309"/>
                                        </p:tgtEl>
                                        <p:attrNameLst>
                                          <p:attrName>ppt_x</p:attrName>
                                          <p:attrName>ppt_y</p:attrName>
                                        </p:attrNameLst>
                                      </p:cBhvr>
                                    </p:animMotion>
                                  </p:childTnLst>
                                </p:cTn>
                              </p:par>
                            </p:childTnLst>
                          </p:cTn>
                        </p:par>
                      </p:childTnLst>
                    </p:cTn>
                  </p:par>
                  <p:par>
                    <p:cTn id="166" fill="hold">
                      <p:stCondLst>
                        <p:cond delay="indefinite"/>
                      </p:stCondLst>
                      <p:childTnLst>
                        <p:par>
                          <p:cTn id="167" fill="hold">
                            <p:stCondLst>
                              <p:cond delay="0"/>
                            </p:stCondLst>
                            <p:childTnLst>
                              <p:par>
                                <p:cTn id="168" presetClass="entr" nodeType="clickEffect" presetSubtype="0" presetID="1" grpId="47" fill="hold">
                                  <p:stCondLst>
                                    <p:cond delay="0"/>
                                  </p:stCondLst>
                                  <p:iterate type="el" backwards="0">
                                    <p:tmAbs val="0"/>
                                  </p:iterate>
                                  <p:childTnLst>
                                    <p:set>
                                      <p:cBhvr>
                                        <p:cTn id="169" fill="hold"/>
                                        <p:tgtEl>
                                          <p:spTgt spid="310"/>
                                        </p:tgtEl>
                                        <p:attrNameLst>
                                          <p:attrName>style.visibility</p:attrName>
                                        </p:attrNameLst>
                                      </p:cBhvr>
                                      <p:to>
                                        <p:strVal val="visible"/>
                                      </p:to>
                                    </p:set>
                                  </p:childTnLst>
                                </p:cTn>
                              </p:par>
                            </p:childTnLst>
                          </p:cTn>
                        </p:par>
                        <p:par>
                          <p:cTn id="170" fill="hold">
                            <p:stCondLst>
                              <p:cond delay="0"/>
                            </p:stCondLst>
                            <p:childTnLst>
                              <p:par>
                                <p:cTn id="171" presetClass="entr" nodeType="afterEffect" presetID="10" grpId="48" fill="hold">
                                  <p:stCondLst>
                                    <p:cond delay="0"/>
                                  </p:stCondLst>
                                  <p:iterate type="el" backwards="0">
                                    <p:tmAbs val="0"/>
                                  </p:iterate>
                                  <p:childTnLst>
                                    <p:set>
                                      <p:cBhvr>
                                        <p:cTn id="172" fill="hold"/>
                                        <p:tgtEl>
                                          <p:spTgt spid="315"/>
                                        </p:tgtEl>
                                        <p:attrNameLst>
                                          <p:attrName>style.visibility</p:attrName>
                                        </p:attrNameLst>
                                      </p:cBhvr>
                                      <p:to>
                                        <p:strVal val="visible"/>
                                      </p:to>
                                    </p:set>
                                    <p:animEffect filter="fade" transition="in">
                                      <p:cBhvr>
                                        <p:cTn id="173" dur="500"/>
                                        <p:tgtEl>
                                          <p:spTgt spid="315"/>
                                        </p:tgtEl>
                                      </p:cBhvr>
                                    </p:animEffect>
                                  </p:childTnLst>
                                </p:cTn>
                              </p:par>
                            </p:childTnLst>
                          </p:cTn>
                        </p:par>
                        <p:par>
                          <p:cTn id="174" fill="hold">
                            <p:stCondLst>
                              <p:cond delay="500"/>
                            </p:stCondLst>
                            <p:childTnLst>
                              <p:par>
                                <p:cTn id="175" presetClass="entr" nodeType="afterEffect" presetID="10" grpId="49" fill="hold">
                                  <p:stCondLst>
                                    <p:cond delay="0"/>
                                  </p:stCondLst>
                                  <p:iterate type="el" backwards="0">
                                    <p:tmAbs val="0"/>
                                  </p:iterate>
                                  <p:childTnLst>
                                    <p:set>
                                      <p:cBhvr>
                                        <p:cTn id="176" fill="hold"/>
                                        <p:tgtEl>
                                          <p:spTgt spid="314"/>
                                        </p:tgtEl>
                                        <p:attrNameLst>
                                          <p:attrName>style.visibility</p:attrName>
                                        </p:attrNameLst>
                                      </p:cBhvr>
                                      <p:to>
                                        <p:strVal val="visible"/>
                                      </p:to>
                                    </p:set>
                                    <p:animEffect filter="fade" transition="in">
                                      <p:cBhvr>
                                        <p:cTn id="177" dur="500"/>
                                        <p:tgtEl>
                                          <p:spTgt spid="314"/>
                                        </p:tgtEl>
                                      </p:cBhvr>
                                    </p:animEffect>
                                  </p:childTnLst>
                                </p:cTn>
                              </p:par>
                            </p:childTnLst>
                          </p:cTn>
                        </p:par>
                        <p:par>
                          <p:cTn id="178" fill="hold">
                            <p:stCondLst>
                              <p:cond delay="1000"/>
                            </p:stCondLst>
                            <p:childTnLst>
                              <p:par>
                                <p:cTn id="179" presetClass="entr" nodeType="afterEffect" presetID="10" grpId="50" fill="hold">
                                  <p:stCondLst>
                                    <p:cond delay="0"/>
                                  </p:stCondLst>
                                  <p:iterate type="el" backwards="0">
                                    <p:tmAbs val="0"/>
                                  </p:iterate>
                                  <p:childTnLst>
                                    <p:set>
                                      <p:cBhvr>
                                        <p:cTn id="180" fill="hold"/>
                                        <p:tgtEl>
                                          <p:spTgt spid="313"/>
                                        </p:tgtEl>
                                        <p:attrNameLst>
                                          <p:attrName>style.visibility</p:attrName>
                                        </p:attrNameLst>
                                      </p:cBhvr>
                                      <p:to>
                                        <p:strVal val="visible"/>
                                      </p:to>
                                    </p:set>
                                    <p:animEffect filter="fade" transition="in">
                                      <p:cBhvr>
                                        <p:cTn id="181" dur="500"/>
                                        <p:tgtEl>
                                          <p:spTgt spid="313"/>
                                        </p:tgtEl>
                                      </p:cBhvr>
                                    </p:animEffect>
                                  </p:childTnLst>
                                </p:cTn>
                              </p:par>
                            </p:childTnLst>
                          </p:cTn>
                        </p:par>
                        <p:par>
                          <p:cTn id="182" fill="hold">
                            <p:stCondLst>
                              <p:cond delay="1500"/>
                            </p:stCondLst>
                            <p:childTnLst>
                              <p:par>
                                <p:cTn id="183" presetClass="entr" nodeType="afterEffect" presetID="10" grpId="51" fill="hold">
                                  <p:stCondLst>
                                    <p:cond delay="0"/>
                                  </p:stCondLst>
                                  <p:iterate type="el" backwards="0">
                                    <p:tmAbs val="0"/>
                                  </p:iterate>
                                  <p:childTnLst>
                                    <p:set>
                                      <p:cBhvr>
                                        <p:cTn id="184" fill="hold"/>
                                        <p:tgtEl>
                                          <p:spTgt spid="312"/>
                                        </p:tgtEl>
                                        <p:attrNameLst>
                                          <p:attrName>style.visibility</p:attrName>
                                        </p:attrNameLst>
                                      </p:cBhvr>
                                      <p:to>
                                        <p:strVal val="visible"/>
                                      </p:to>
                                    </p:set>
                                    <p:animEffect filter="fade" transition="in">
                                      <p:cBhvr>
                                        <p:cTn id="185" dur="500"/>
                                        <p:tgtEl>
                                          <p:spTgt spid="312"/>
                                        </p:tgtEl>
                                      </p:cBhvr>
                                    </p:animEffect>
                                  </p:childTnLst>
                                </p:cTn>
                              </p:par>
                            </p:childTnLst>
                          </p:cTn>
                        </p:par>
                        <p:par>
                          <p:cTn id="186" fill="hold">
                            <p:stCondLst>
                              <p:cond delay="2000"/>
                            </p:stCondLst>
                            <p:childTnLst>
                              <p:par>
                                <p:cTn id="187" presetClass="entr" nodeType="afterEffect" presetID="10" grpId="52" fill="hold">
                                  <p:stCondLst>
                                    <p:cond delay="0"/>
                                  </p:stCondLst>
                                  <p:iterate type="el" backwards="0">
                                    <p:tmAbs val="0"/>
                                  </p:iterate>
                                  <p:childTnLst>
                                    <p:set>
                                      <p:cBhvr>
                                        <p:cTn id="188" fill="hold"/>
                                        <p:tgtEl>
                                          <p:spTgt spid="311"/>
                                        </p:tgtEl>
                                        <p:attrNameLst>
                                          <p:attrName>style.visibility</p:attrName>
                                        </p:attrNameLst>
                                      </p:cBhvr>
                                      <p:to>
                                        <p:strVal val="visible"/>
                                      </p:to>
                                    </p:set>
                                    <p:animEffect filter="fade" transition="in">
                                      <p:cBhvr>
                                        <p:cTn id="189" dur="500"/>
                                        <p:tgtEl>
                                          <p:spTgt spid="311"/>
                                        </p:tgtEl>
                                      </p:cBhvr>
                                    </p:animEffect>
                                  </p:childTnLst>
                                </p:cTn>
                              </p:par>
                            </p:childTnLst>
                          </p:cTn>
                        </p:par>
                        <p:par>
                          <p:cTn id="190" fill="hold">
                            <p:stCondLst>
                              <p:cond delay="2500"/>
                            </p:stCondLst>
                            <p:childTnLst>
                              <p:par>
                                <p:cTn id="191" presetClass="entr" nodeType="afterEffect" presetID="10" grpId="53" fill="hold">
                                  <p:stCondLst>
                                    <p:cond delay="0"/>
                                  </p:stCondLst>
                                  <p:iterate type="el" backwards="0">
                                    <p:tmAbs val="0"/>
                                  </p:iterate>
                                  <p:childTnLst>
                                    <p:set>
                                      <p:cBhvr>
                                        <p:cTn id="192" fill="hold"/>
                                        <p:tgtEl>
                                          <p:spTgt spid="316"/>
                                        </p:tgtEl>
                                        <p:attrNameLst>
                                          <p:attrName>style.visibility</p:attrName>
                                        </p:attrNameLst>
                                      </p:cBhvr>
                                      <p:to>
                                        <p:strVal val="visible"/>
                                      </p:to>
                                    </p:set>
                                    <p:animEffect filter="fade" transition="in">
                                      <p:cBhvr>
                                        <p:cTn id="193" dur="500"/>
                                        <p:tgtEl>
                                          <p:spTgt spid="316"/>
                                        </p:tgtEl>
                                      </p:cBhvr>
                                    </p:animEffect>
                                  </p:childTnLst>
                                </p:cTn>
                              </p:par>
                            </p:childTnLst>
                          </p:cTn>
                        </p:par>
                      </p:childTnLst>
                    </p:cTn>
                  </p:par>
                  <p:par>
                    <p:cTn id="194" fill="hold">
                      <p:stCondLst>
                        <p:cond delay="indefinite"/>
                      </p:stCondLst>
                      <p:childTnLst>
                        <p:par>
                          <p:cTn id="195" fill="hold">
                            <p:stCondLst>
                              <p:cond delay="0"/>
                            </p:stCondLst>
                            <p:childTnLst>
                              <p:par>
                                <p:cTn id="196" presetClass="entr" nodeType="clickEffect" presetID="10" grpId="54" fill="hold">
                                  <p:stCondLst>
                                    <p:cond delay="0"/>
                                  </p:stCondLst>
                                  <p:iterate type="el" backwards="0">
                                    <p:tmAbs val="0"/>
                                  </p:iterate>
                                  <p:childTnLst>
                                    <p:set>
                                      <p:cBhvr>
                                        <p:cTn id="197" fill="hold"/>
                                        <p:tgtEl>
                                          <p:spTgt spid="275"/>
                                        </p:tgtEl>
                                        <p:attrNameLst>
                                          <p:attrName>style.visibility</p:attrName>
                                        </p:attrNameLst>
                                      </p:cBhvr>
                                      <p:to>
                                        <p:strVal val="visible"/>
                                      </p:to>
                                    </p:set>
                                    <p:animEffect filter="fade" transition="in">
                                      <p:cBhvr>
                                        <p:cTn id="198" dur="2000"/>
                                        <p:tgtEl>
                                          <p:spTgt spid="275"/>
                                        </p:tgtEl>
                                      </p:cBhvr>
                                    </p:animEffect>
                                  </p:childTnLst>
                                </p:cTn>
                              </p:par>
                            </p:childTnLst>
                          </p:cTn>
                        </p:par>
                        <p:par>
                          <p:cTn id="199" fill="hold">
                            <p:stCondLst>
                              <p:cond delay="2000"/>
                            </p:stCondLst>
                            <p:childTnLst>
                              <p:par>
                                <p:cTn id="200" presetClass="entr" nodeType="afterEffect" presetID="10" grpId="55" fill="hold">
                                  <p:stCondLst>
                                    <p:cond delay="0"/>
                                  </p:stCondLst>
                                  <p:iterate type="el" backwards="0">
                                    <p:tmAbs val="0"/>
                                  </p:iterate>
                                  <p:childTnLst>
                                    <p:set>
                                      <p:cBhvr>
                                        <p:cTn id="201" fill="hold"/>
                                        <p:tgtEl>
                                          <p:spTgt spid="273"/>
                                        </p:tgtEl>
                                        <p:attrNameLst>
                                          <p:attrName>style.visibility</p:attrName>
                                        </p:attrNameLst>
                                      </p:cBhvr>
                                      <p:to>
                                        <p:strVal val="visible"/>
                                      </p:to>
                                    </p:set>
                                    <p:animEffect filter="fade" transition="in">
                                      <p:cBhvr>
                                        <p:cTn id="202" dur="2000"/>
                                        <p:tgtEl>
                                          <p:spTgt spid="273"/>
                                        </p:tgtEl>
                                      </p:cBhvr>
                                    </p:animEffect>
                                  </p:childTnLst>
                                </p:cTn>
                              </p:par>
                            </p:childTnLst>
                          </p:cTn>
                        </p:par>
                        <p:par>
                          <p:cTn id="203" fill="hold">
                            <p:stCondLst>
                              <p:cond delay="4000"/>
                            </p:stCondLst>
                            <p:childTnLst>
                              <p:par>
                                <p:cTn id="204" presetClass="entr" nodeType="afterEffect" presetID="10" grpId="56" fill="hold">
                                  <p:stCondLst>
                                    <p:cond delay="0"/>
                                  </p:stCondLst>
                                  <p:iterate type="el" backwards="0">
                                    <p:tmAbs val="0"/>
                                  </p:iterate>
                                  <p:childTnLst>
                                    <p:set>
                                      <p:cBhvr>
                                        <p:cTn id="205" fill="hold"/>
                                        <p:tgtEl>
                                          <p:spTgt spid="274"/>
                                        </p:tgtEl>
                                        <p:attrNameLst>
                                          <p:attrName>style.visibility</p:attrName>
                                        </p:attrNameLst>
                                      </p:cBhvr>
                                      <p:to>
                                        <p:strVal val="visible"/>
                                      </p:to>
                                    </p:set>
                                    <p:animEffect filter="fade" transition="in">
                                      <p:cBhvr>
                                        <p:cTn id="206" dur="2000"/>
                                        <p:tgtEl>
                                          <p:spTgt spid="274"/>
                                        </p:tgtEl>
                                      </p:cBhvr>
                                    </p:animEffect>
                                  </p:childTnLst>
                                </p:cTn>
                              </p:par>
                            </p:childTnLst>
                          </p:cTn>
                        </p:par>
                        <p:par>
                          <p:cTn id="207" fill="hold">
                            <p:stCondLst>
                              <p:cond delay="6000"/>
                            </p:stCondLst>
                            <p:childTnLst>
                              <p:par>
                                <p:cTn id="208" presetClass="entr" nodeType="afterEffect" presetID="10" grpId="57" fill="hold">
                                  <p:stCondLst>
                                    <p:cond delay="0"/>
                                  </p:stCondLst>
                                  <p:iterate type="el" backwards="0">
                                    <p:tmAbs val="0"/>
                                  </p:iterate>
                                  <p:childTnLst>
                                    <p:set>
                                      <p:cBhvr>
                                        <p:cTn id="209" fill="hold"/>
                                        <p:tgtEl>
                                          <p:spTgt spid="276"/>
                                        </p:tgtEl>
                                        <p:attrNameLst>
                                          <p:attrName>style.visibility</p:attrName>
                                        </p:attrNameLst>
                                      </p:cBhvr>
                                      <p:to>
                                        <p:strVal val="visible"/>
                                      </p:to>
                                    </p:set>
                                    <p:animEffect filter="fade" transition="in">
                                      <p:cBhvr>
                                        <p:cTn id="210" dur="2000"/>
                                        <p:tgtEl>
                                          <p:spTgt spid="276"/>
                                        </p:tgtEl>
                                      </p:cBhvr>
                                    </p:animEffect>
                                  </p:childTnLst>
                                </p:cTn>
                              </p:par>
                            </p:childTnLst>
                          </p:cTn>
                        </p:par>
                        <p:par>
                          <p:cTn id="211" fill="hold">
                            <p:stCondLst>
                              <p:cond delay="8000"/>
                            </p:stCondLst>
                            <p:childTnLst>
                              <p:par>
                                <p:cTn id="212" presetClass="entr" nodeType="afterEffect" presetID="10" grpId="58" fill="hold">
                                  <p:stCondLst>
                                    <p:cond delay="0"/>
                                  </p:stCondLst>
                                  <p:iterate type="el" backwards="0">
                                    <p:tmAbs val="0"/>
                                  </p:iterate>
                                  <p:childTnLst>
                                    <p:set>
                                      <p:cBhvr>
                                        <p:cTn id="213" fill="hold"/>
                                        <p:tgtEl>
                                          <p:spTgt spid="289"/>
                                        </p:tgtEl>
                                        <p:attrNameLst>
                                          <p:attrName>style.visibility</p:attrName>
                                        </p:attrNameLst>
                                      </p:cBhvr>
                                      <p:to>
                                        <p:strVal val="visible"/>
                                      </p:to>
                                    </p:set>
                                    <p:animEffect filter="fade" transition="in">
                                      <p:cBhvr>
                                        <p:cTn id="214" dur="2000"/>
                                        <p:tgtEl>
                                          <p:spTgt spid="289"/>
                                        </p:tgtEl>
                                      </p:cBhvr>
                                    </p:animEffect>
                                  </p:childTnLst>
                                </p:cTn>
                              </p:par>
                            </p:childTnLst>
                          </p:cTn>
                        </p:par>
                      </p:childTnLst>
                    </p:cTn>
                  </p:par>
                  <p:par>
                    <p:cTn id="215" fill="hold">
                      <p:stCondLst>
                        <p:cond delay="indefinite"/>
                      </p:stCondLst>
                      <p:childTnLst>
                        <p:par>
                          <p:cTn id="216" fill="hold">
                            <p:stCondLst>
                              <p:cond delay="0"/>
                            </p:stCondLst>
                            <p:childTnLst>
                              <p:par>
                                <p:cTn id="217" presetClass="entr" nodeType="clickEffect" presetSubtype="4" presetID="22" grpId="59" fill="hold">
                                  <p:stCondLst>
                                    <p:cond delay="0"/>
                                  </p:stCondLst>
                                  <p:iterate type="el" backwards="0">
                                    <p:tmAbs val="0"/>
                                  </p:iterate>
                                  <p:childTnLst>
                                    <p:set>
                                      <p:cBhvr>
                                        <p:cTn id="218" fill="hold"/>
                                        <p:tgtEl>
                                          <p:spTgt spid="291"/>
                                        </p:tgtEl>
                                        <p:attrNameLst>
                                          <p:attrName>style.visibility</p:attrName>
                                        </p:attrNameLst>
                                      </p:cBhvr>
                                      <p:to>
                                        <p:strVal val="visible"/>
                                      </p:to>
                                    </p:set>
                                    <p:animEffect filter="wipe(down)" transition="in">
                                      <p:cBhvr>
                                        <p:cTn id="219" dur="1000"/>
                                        <p:tgtEl>
                                          <p:spTgt spid="291"/>
                                        </p:tgtEl>
                                      </p:cBhvr>
                                    </p:animEffect>
                                  </p:childTnLst>
                                </p:cTn>
                              </p:par>
                            </p:childTnLst>
                          </p:cTn>
                        </p:par>
                      </p:childTnLst>
                    </p:cTn>
                  </p:par>
                  <p:par>
                    <p:cTn id="220" fill="hold">
                      <p:stCondLst>
                        <p:cond delay="indefinite"/>
                      </p:stCondLst>
                      <p:childTnLst>
                        <p:par>
                          <p:cTn id="221" fill="hold">
                            <p:stCondLst>
                              <p:cond delay="0"/>
                            </p:stCondLst>
                            <p:childTnLst>
                              <p:par>
                                <p:cTn id="222" presetClass="path" nodeType="clickEffect" presetSubtype="0" presetID="-1" grpId="60" accel="50000" decel="50000" fill="hold">
                                  <p:stCondLst>
                                    <p:cond delay="0"/>
                                  </p:stCondLst>
                                  <p:childTnLst>
                                    <p:animMotion path="M 0.000000 0.000000 L 0.725389 -0.155317" origin="layout" pathEditMode="relative">
                                      <p:cBhvr>
                                        <p:cTn id="223" dur="2000" fill="hold"/>
                                        <p:tgtEl>
                                          <p:spTgt spid="304"/>
                                        </p:tgtEl>
                                        <p:attrNameLst>
                                          <p:attrName>ppt_x</p:attrName>
                                          <p:attrName>ppt_y</p:attrName>
                                        </p:attrNameLst>
                                      </p:cBhvr>
                                    </p:animMotion>
                                  </p:childTnLst>
                                </p:cTn>
                              </p:par>
                            </p:childTnLst>
                          </p:cTn>
                        </p:par>
                      </p:childTnLst>
                    </p:cTn>
                  </p:par>
                  <p:par>
                    <p:cTn id="224" fill="hold">
                      <p:stCondLst>
                        <p:cond delay="indefinite"/>
                      </p:stCondLst>
                      <p:childTnLst>
                        <p:par>
                          <p:cTn id="225" fill="hold">
                            <p:stCondLst>
                              <p:cond delay="0"/>
                            </p:stCondLst>
                            <p:childTnLst>
                              <p:par>
                                <p:cTn id="226" presetClass="entr" nodeType="clickEffect" presetSubtype="4" presetID="22" grpId="61" fill="hold">
                                  <p:stCondLst>
                                    <p:cond delay="0"/>
                                  </p:stCondLst>
                                  <p:iterate type="el" backwards="0">
                                    <p:tmAbs val="0"/>
                                  </p:iterate>
                                  <p:childTnLst>
                                    <p:set>
                                      <p:cBhvr>
                                        <p:cTn id="227" fill="hold"/>
                                        <p:tgtEl>
                                          <p:spTgt spid="292"/>
                                        </p:tgtEl>
                                        <p:attrNameLst>
                                          <p:attrName>style.visibility</p:attrName>
                                        </p:attrNameLst>
                                      </p:cBhvr>
                                      <p:to>
                                        <p:strVal val="visible"/>
                                      </p:to>
                                    </p:set>
                                    <p:animEffect filter="wipe(down)" transition="in">
                                      <p:cBhvr>
                                        <p:cTn id="228" dur="1000"/>
                                        <p:tgtEl>
                                          <p:spTgt spid="292"/>
                                        </p:tgtEl>
                                      </p:cBhvr>
                                    </p:animEffect>
                                  </p:childTnLst>
                                </p:cTn>
                              </p:par>
                            </p:childTnLst>
                          </p:cTn>
                        </p:par>
                      </p:childTnLst>
                    </p:cTn>
                  </p:par>
                  <p:par>
                    <p:cTn id="229" fill="hold">
                      <p:stCondLst>
                        <p:cond delay="indefinite"/>
                      </p:stCondLst>
                      <p:childTnLst>
                        <p:par>
                          <p:cTn id="230" fill="hold">
                            <p:stCondLst>
                              <p:cond delay="0"/>
                            </p:stCondLst>
                            <p:childTnLst>
                              <p:par>
                                <p:cTn id="231" presetClass="entr" nodeType="clickEffect" presetSubtype="0" presetID="1" grpId="62" fill="hold">
                                  <p:stCondLst>
                                    <p:cond delay="0"/>
                                  </p:stCondLst>
                                  <p:iterate type="el" backwards="0">
                                    <p:tmAbs val="0"/>
                                  </p:iterate>
                                  <p:childTnLst>
                                    <p:set>
                                      <p:cBhvr>
                                        <p:cTn id="232" fill="hold"/>
                                        <p:tgtEl>
                                          <p:spTgt spid="295"/>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Class="entr" nodeType="clickEffect" presetSubtype="2" presetID="22" grpId="63" fill="hold">
                                  <p:stCondLst>
                                    <p:cond delay="0"/>
                                  </p:stCondLst>
                                  <p:iterate type="el" backwards="0">
                                    <p:tmAbs val="0"/>
                                  </p:iterate>
                                  <p:childTnLst>
                                    <p:set>
                                      <p:cBhvr>
                                        <p:cTn id="236" fill="hold"/>
                                        <p:tgtEl>
                                          <p:spTgt spid="293"/>
                                        </p:tgtEl>
                                        <p:attrNameLst>
                                          <p:attrName>style.visibility</p:attrName>
                                        </p:attrNameLst>
                                      </p:cBhvr>
                                      <p:to>
                                        <p:strVal val="visible"/>
                                      </p:to>
                                    </p:set>
                                    <p:animEffect filter="wipe(right)" transition="in">
                                      <p:cBhvr>
                                        <p:cTn id="237" dur="500"/>
                                        <p:tgtEl>
                                          <p:spTgt spid="293"/>
                                        </p:tgtEl>
                                      </p:cBhvr>
                                    </p:animEffect>
                                  </p:childTnLst>
                                </p:cTn>
                              </p:par>
                            </p:childTnLst>
                          </p:cTn>
                        </p:par>
                        <p:par>
                          <p:cTn id="238" fill="hold">
                            <p:stCondLst>
                              <p:cond delay="500"/>
                            </p:stCondLst>
                            <p:childTnLst>
                              <p:par>
                                <p:cTn id="239" presetClass="entr" nodeType="afterEffect" presetSubtype="0" presetID="1" grpId="64" fill="hold">
                                  <p:stCondLst>
                                    <p:cond delay="0"/>
                                  </p:stCondLst>
                                  <p:iterate type="el" backwards="0">
                                    <p:tmAbs val="0"/>
                                  </p:iterate>
                                  <p:childTnLst>
                                    <p:set>
                                      <p:cBhvr>
                                        <p:cTn id="240" fill="hold"/>
                                        <p:tgtEl>
                                          <p:spTgt spid="294"/>
                                        </p:tgtEl>
                                        <p:attrNameLst>
                                          <p:attrName>style.visibility</p:attrName>
                                        </p:attrNameLst>
                                      </p:cBhvr>
                                      <p:to>
                                        <p:strVal val="visible"/>
                                      </p:to>
                                    </p:set>
                                  </p:childTnLst>
                                </p:cTn>
                              </p:par>
                            </p:childTnLst>
                          </p:cTn>
                        </p:par>
                        <p:par>
                          <p:cTn id="241" fill="hold">
                            <p:stCondLst>
                              <p:cond delay="500"/>
                            </p:stCondLst>
                            <p:childTnLst>
                              <p:par>
                                <p:cTn id="242" presetClass="entr" nodeType="afterEffect" presetSubtype="0" presetID="1" grpId="65" fill="hold">
                                  <p:stCondLst>
                                    <p:cond delay="0"/>
                                  </p:stCondLst>
                                  <p:iterate type="el" backwards="0">
                                    <p:tmAbs val="0"/>
                                  </p:iterate>
                                  <p:childTnLst>
                                    <p:set>
                                      <p:cBhvr>
                                        <p:cTn id="243" fill="hold"/>
                                        <p:tgtEl>
                                          <p:spTgt spid="317"/>
                                        </p:tgtEl>
                                        <p:attrNameLst>
                                          <p:attrName>style.visibility</p:attrName>
                                        </p:attrNameLst>
                                      </p:cBhvr>
                                      <p:to>
                                        <p:strVal val="visible"/>
                                      </p:to>
                                    </p:set>
                                  </p:childTnLst>
                                </p:cTn>
                              </p:par>
                            </p:childTnLst>
                          </p:cTn>
                        </p:par>
                        <p:par>
                          <p:cTn id="244" fill="hold">
                            <p:stCondLst>
                              <p:cond delay="500"/>
                            </p:stCondLst>
                            <p:childTnLst>
                              <p:par>
                                <p:cTn id="245" presetClass="entr" nodeType="afterEffect" presetSubtype="0" presetID="1" grpId="66" fill="hold">
                                  <p:stCondLst>
                                    <p:cond delay="0"/>
                                  </p:stCondLst>
                                  <p:iterate type="el" backwards="0">
                                    <p:tmAbs val="0"/>
                                  </p:iterate>
                                  <p:childTnLst>
                                    <p:set>
                                      <p:cBhvr>
                                        <p:cTn id="246" fill="hold"/>
                                        <p:tgtEl>
                                          <p:spTgt spid="318"/>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Class="path" nodeType="clickEffect" presetSubtype="0" presetID="-1" grpId="67" accel="50000" decel="50000" fill="hold">
                                  <p:stCondLst>
                                    <p:cond delay="0"/>
                                  </p:stCondLst>
                                  <p:childTnLst>
                                    <p:animMotion path="M 0.000000 0.000000 L -0.206507 0.534719" origin="layout" pathEditMode="relative">
                                      <p:cBhvr>
                                        <p:cTn id="250" dur="2000" fill="hold"/>
                                        <p:tgtEl>
                                          <p:spTgt spid="318"/>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9" grpId="7"/>
      <p:bldP build="whole" bldLvl="1" animBg="1" rev="0" advAuto="0" spid="314" grpId="49"/>
      <p:bldP build="whole" bldLvl="1" animBg="1" rev="0" advAuto="0" spid="312" grpId="51"/>
      <p:bldP build="whole" bldLvl="1" animBg="1" rev="0" advAuto="0" spid="273" grpId="55"/>
      <p:bldP build="whole" bldLvl="1" animBg="1" rev="0" advAuto="0" spid="293" grpId="63"/>
      <p:bldP build="whole" bldLvl="1" animBg="1" rev="0" advAuto="0" spid="307" grpId="12"/>
      <p:bldP build="whole" bldLvl="1" animBg="1" rev="0" advAuto="0" spid="289" grpId="58"/>
      <p:bldP build="whole" bldLvl="1" animBg="1" rev="0" advAuto="0" spid="283" grpId="27"/>
      <p:bldP build="whole" bldLvl="1" animBg="1" rev="0" advAuto="0" spid="297" grpId="4"/>
      <p:bldP build="whole" bldLvl="1" animBg="1" rev="0" advAuto="0" spid="306" grpId="9"/>
      <p:bldP build="whole" bldLvl="1" animBg="1" rev="0" advAuto="0" spid="267" grpId="2"/>
      <p:bldP build="whole" bldLvl="1" animBg="1" rev="0" advAuto="0" spid="311" grpId="52"/>
      <p:bldP build="whole" bldLvl="1" animBg="1" rev="0" advAuto="0" spid="310" grpId="47"/>
      <p:bldP build="whole" bldLvl="1" animBg="1" rev="0" advAuto="0" spid="291" grpId="59"/>
      <p:bldP build="whole" bldLvl="1" animBg="1" rev="0" advAuto="0" spid="284" grpId="28"/>
      <p:bldP build="whole" bldLvl="1" animBg="1" rev="0" advAuto="0" spid="279" grpId="23"/>
      <p:bldP build="whole" bldLvl="1" animBg="1" rev="0" advAuto="0" spid="305" grpId="8"/>
      <p:bldP build="whole" bldLvl="1" animBg="1" rev="0" advAuto="0" spid="294" grpId="64"/>
      <p:bldP build="whole" bldLvl="1" animBg="1" rev="0" advAuto="0" spid="298" grpId="6"/>
      <p:bldP build="whole" bldLvl="1" animBg="1" rev="0" advAuto="0" spid="287" grpId="31"/>
      <p:bldP build="whole" bldLvl="1" animBg="1" rev="0" advAuto="0" spid="281" grpId="25"/>
      <p:bldP build="whole" bldLvl="1" animBg="1" rev="0" advAuto="0" spid="275" grpId="54"/>
      <p:bldP build="whole" bldLvl="1" animBg="1" rev="0" advAuto="0" spid="301" grpId="11"/>
      <p:bldP build="whole" bldLvl="1" animBg="1" rev="0" advAuto="0" spid="274" grpId="56"/>
      <p:bldP build="whole" bldLvl="1" animBg="1" rev="0" advAuto="0" spid="286" grpId="30"/>
      <p:bldP build="whole" bldLvl="1" animBg="1" rev="0" advAuto="0" spid="292" grpId="61"/>
      <p:bldP build="whole" bldLvl="1" animBg="1" rev="0" advAuto="0" spid="269" grpId="5"/>
      <p:bldP build="whole" bldLvl="1" animBg="1" rev="0" advAuto="0" spid="318" grpId="66"/>
      <p:bldP build="whole" bldLvl="1" animBg="1" rev="0" advAuto="0" spid="285" grpId="29"/>
      <p:bldP build="whole" bldLvl="1" animBg="1" rev="0" advAuto="0" spid="272" grpId="19"/>
      <p:bldP build="whole" bldLvl="1" animBg="1" rev="0" advAuto="0" spid="278" grpId="22"/>
      <p:bldP build="whole" bldLvl="1" animBg="1" rev="0" advAuto="0" spid="302" grpId="14"/>
      <p:bldP build="whole" bldLvl="1" animBg="1" rev="0" advAuto="0" spid="290" grpId="1"/>
      <p:bldP build="whole" bldLvl="1" animBg="1" rev="0" advAuto="0" spid="315" grpId="48"/>
      <p:bldP build="whole" bldLvl="1" animBg="1" rev="0" advAuto="0" spid="313" grpId="50"/>
      <p:bldP build="whole" bldLvl="1" animBg="1" rev="0" advAuto="0" spid="316" grpId="53"/>
      <p:bldP build="whole" bldLvl="1" animBg="1" rev="0" advAuto="0" spid="295" grpId="62"/>
      <p:bldP build="whole" bldLvl="1" animBg="1" rev="0" advAuto="0" spid="268" grpId="3"/>
      <p:bldP build="whole" bldLvl="1" animBg="1" rev="0" advAuto="0" spid="271" grpId="20"/>
      <p:bldP build="whole" bldLvl="1" animBg="1" rev="0" advAuto="0" spid="317" grpId="65"/>
      <p:bldP build="whole" bldLvl="1" animBg="1" rev="0" advAuto="0" spid="303" grpId="15"/>
      <p:bldP build="whole" bldLvl="1" animBg="1" rev="0" advAuto="0" spid="300" grpId="10"/>
      <p:bldP build="whole" bldLvl="1" animBg="1" rev="0" advAuto="0" spid="276" grpId="57"/>
      <p:bldP build="whole" bldLvl="1" animBg="1" rev="0" advAuto="0" spid="280" grpId="24"/>
      <p:bldP build="whole" bldLvl="1" animBg="1" rev="0" advAuto="0" spid="288" grpId="32"/>
      <p:bldP build="whole" bldLvl="1" animBg="1" rev="0" advAuto="0" spid="282" grpId="26"/>
      <p:bldP build="whole" bldLvl="1" animBg="1" rev="0" advAuto="0" spid="304" grpId="17"/>
      <p:bldP build="whole" bldLvl="1" animBg="1" rev="0" advAuto="0" spid="309" grpId="16"/>
      <p:bldP build="whole" bldLvl="1" animBg="1" rev="0" advAuto="0" spid="296" grpId="18"/>
      <p:bldP build="whole" bldLvl="1" animBg="1" rev="0" advAuto="0" spid="277" grpId="21"/>
      <p:bldP build="whole" bldLvl="1" animBg="1" rev="0" advAuto="0" spid="308" grpId="13"/>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321" name="Straight Arrow Connector 5"/>
          <p:cNvSpPr/>
          <p:nvPr/>
        </p:nvSpPr>
        <p:spPr>
          <a:xfrm flipV="1">
            <a:off x="5625290" y="361950"/>
            <a:ext cx="1" cy="330522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322" name="Straight Arrow Connector 6"/>
          <p:cNvSpPr/>
          <p:nvPr/>
        </p:nvSpPr>
        <p:spPr>
          <a:xfrm>
            <a:off x="5501311" y="3504789"/>
            <a:ext cx="5928689"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323" name="Flowchart: Connector 7"/>
          <p:cNvSpPr/>
          <p:nvPr/>
        </p:nvSpPr>
        <p:spPr>
          <a:xfrm>
            <a:off x="7348597" y="236502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4" name="Flowchart: Connector 8"/>
          <p:cNvSpPr/>
          <p:nvPr/>
        </p:nvSpPr>
        <p:spPr>
          <a:xfrm>
            <a:off x="7563563" y="2300846"/>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5" name="Flowchart: Connector 9"/>
          <p:cNvSpPr/>
          <p:nvPr/>
        </p:nvSpPr>
        <p:spPr>
          <a:xfrm>
            <a:off x="7867384" y="2294976"/>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6" name="Flowchart: Connector 10"/>
          <p:cNvSpPr/>
          <p:nvPr/>
        </p:nvSpPr>
        <p:spPr>
          <a:xfrm>
            <a:off x="7333050" y="265929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7" name="Flowchart: Connector 11"/>
          <p:cNvSpPr/>
          <p:nvPr/>
        </p:nvSpPr>
        <p:spPr>
          <a:xfrm>
            <a:off x="7753880" y="2131285"/>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8" name="Flowchart: Connector 13"/>
          <p:cNvSpPr/>
          <p:nvPr/>
        </p:nvSpPr>
        <p:spPr>
          <a:xfrm>
            <a:off x="7968845" y="206710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29" name="Flowchart: Connector 15"/>
          <p:cNvSpPr/>
          <p:nvPr/>
        </p:nvSpPr>
        <p:spPr>
          <a:xfrm>
            <a:off x="8272667" y="2061236"/>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0" name="Flowchart: Connector 17"/>
          <p:cNvSpPr/>
          <p:nvPr/>
        </p:nvSpPr>
        <p:spPr>
          <a:xfrm>
            <a:off x="7738332" y="242555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1" name="Flowchart: Connector 25"/>
          <p:cNvSpPr/>
          <p:nvPr/>
        </p:nvSpPr>
        <p:spPr>
          <a:xfrm>
            <a:off x="8240038" y="194253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2" name="Flowchart: Connector 26"/>
          <p:cNvSpPr/>
          <p:nvPr/>
        </p:nvSpPr>
        <p:spPr>
          <a:xfrm>
            <a:off x="8455004" y="187836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3" name="Flowchart: Connector 27"/>
          <p:cNvSpPr/>
          <p:nvPr/>
        </p:nvSpPr>
        <p:spPr>
          <a:xfrm>
            <a:off x="8758825" y="187248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4" name="Flowchart: Connector 29"/>
          <p:cNvSpPr/>
          <p:nvPr/>
        </p:nvSpPr>
        <p:spPr>
          <a:xfrm>
            <a:off x="8224491" y="2236811"/>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5" name="Flowchart: Connector 30"/>
          <p:cNvSpPr/>
          <p:nvPr/>
        </p:nvSpPr>
        <p:spPr>
          <a:xfrm>
            <a:off x="8645321" y="170879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6" name="Flowchart: Connector 31"/>
          <p:cNvSpPr/>
          <p:nvPr/>
        </p:nvSpPr>
        <p:spPr>
          <a:xfrm>
            <a:off x="8860286" y="1644622"/>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7" name="Flowchart: Connector 32"/>
          <p:cNvSpPr/>
          <p:nvPr/>
        </p:nvSpPr>
        <p:spPr>
          <a:xfrm>
            <a:off x="9164108" y="163875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8" name="Flowchart: Connector 33"/>
          <p:cNvSpPr/>
          <p:nvPr/>
        </p:nvSpPr>
        <p:spPr>
          <a:xfrm>
            <a:off x="8629773" y="200307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39" name="TextBox 48"/>
          <p:cNvSpPr txBox="1"/>
          <p:nvPr/>
        </p:nvSpPr>
        <p:spPr>
          <a:xfrm rot="16200000">
            <a:off x="4213458" y="1816375"/>
            <a:ext cx="852151"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FF"/>
                </a:solidFill>
              </a:defRPr>
            </a:lvl1pPr>
          </a:lstStyle>
          <a:p>
            <a:pPr/>
            <a:r>
              <a:t>Prices</a:t>
            </a:r>
          </a:p>
        </p:txBody>
      </p:sp>
      <p:sp>
        <p:nvSpPr>
          <p:cNvPr id="340" name="Straight Connector 50"/>
          <p:cNvSpPr/>
          <p:nvPr/>
        </p:nvSpPr>
        <p:spPr>
          <a:xfrm>
            <a:off x="5501311" y="30765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1" name="Straight Connector 52"/>
          <p:cNvSpPr/>
          <p:nvPr/>
        </p:nvSpPr>
        <p:spPr>
          <a:xfrm>
            <a:off x="5520361" y="26574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2" name="Straight Connector 53"/>
          <p:cNvSpPr/>
          <p:nvPr/>
        </p:nvSpPr>
        <p:spPr>
          <a:xfrm>
            <a:off x="5510836" y="22383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3" name="Straight Connector 54"/>
          <p:cNvSpPr/>
          <p:nvPr/>
        </p:nvSpPr>
        <p:spPr>
          <a:xfrm>
            <a:off x="5529886" y="1819275"/>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4" name="Straight Connector 55"/>
          <p:cNvSpPr/>
          <p:nvPr/>
        </p:nvSpPr>
        <p:spPr>
          <a:xfrm>
            <a:off x="5529886" y="1466850"/>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5" name="Straight Connector 56"/>
          <p:cNvSpPr/>
          <p:nvPr/>
        </p:nvSpPr>
        <p:spPr>
          <a:xfrm>
            <a:off x="5548936" y="1047750"/>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6" name="Straight Connector 57"/>
          <p:cNvSpPr/>
          <p:nvPr/>
        </p:nvSpPr>
        <p:spPr>
          <a:xfrm>
            <a:off x="5539411" y="628650"/>
            <a:ext cx="5882966" cy="0"/>
          </a:xfrm>
          <a:prstGeom prst="line">
            <a:avLst/>
          </a:prstGeom>
          <a:ln w="12700">
            <a:solidFill>
              <a:schemeClr val="accent1"/>
            </a:solidFill>
          </a:ln>
        </p:spPr>
        <p:txBody>
          <a:bodyPr lIns="45719" rIns="45719"/>
          <a:lstStyle/>
          <a:p>
            <a:pPr>
              <a:defRPr>
                <a:solidFill>
                  <a:srgbClr val="FFFFFF"/>
                </a:solidFill>
              </a:defRPr>
            </a:pPr>
          </a:p>
        </p:txBody>
      </p:sp>
      <p:sp>
        <p:nvSpPr>
          <p:cNvPr id="347" name="TextBox 59"/>
          <p:cNvSpPr txBox="1"/>
          <p:nvPr/>
        </p:nvSpPr>
        <p:spPr>
          <a:xfrm>
            <a:off x="6169700" y="3687907"/>
            <a:ext cx="451730"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500</a:t>
            </a:r>
          </a:p>
        </p:txBody>
      </p:sp>
      <p:sp>
        <p:nvSpPr>
          <p:cNvPr id="348" name="TextBox 60"/>
          <p:cNvSpPr txBox="1"/>
          <p:nvPr/>
        </p:nvSpPr>
        <p:spPr>
          <a:xfrm>
            <a:off x="5020831" y="2472808"/>
            <a:ext cx="451729"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200</a:t>
            </a:r>
          </a:p>
        </p:txBody>
      </p:sp>
      <p:sp>
        <p:nvSpPr>
          <p:cNvPr id="349" name="TextBox 61"/>
          <p:cNvSpPr txBox="1"/>
          <p:nvPr/>
        </p:nvSpPr>
        <p:spPr>
          <a:xfrm>
            <a:off x="5011306" y="2072758"/>
            <a:ext cx="451729"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300</a:t>
            </a:r>
          </a:p>
        </p:txBody>
      </p:sp>
      <p:sp>
        <p:nvSpPr>
          <p:cNvPr id="350" name="TextBox 62"/>
          <p:cNvSpPr txBox="1"/>
          <p:nvPr/>
        </p:nvSpPr>
        <p:spPr>
          <a:xfrm>
            <a:off x="5020831" y="1653658"/>
            <a:ext cx="451729"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500</a:t>
            </a:r>
          </a:p>
        </p:txBody>
      </p:sp>
      <p:sp>
        <p:nvSpPr>
          <p:cNvPr id="351" name="TextBox 63"/>
          <p:cNvSpPr txBox="1"/>
          <p:nvPr/>
        </p:nvSpPr>
        <p:spPr>
          <a:xfrm>
            <a:off x="5030356" y="1253609"/>
            <a:ext cx="451729"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600</a:t>
            </a:r>
          </a:p>
        </p:txBody>
      </p:sp>
      <p:sp>
        <p:nvSpPr>
          <p:cNvPr id="352" name="TextBox 64"/>
          <p:cNvSpPr txBox="1"/>
          <p:nvPr/>
        </p:nvSpPr>
        <p:spPr>
          <a:xfrm>
            <a:off x="5039881" y="834509"/>
            <a:ext cx="451729"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700</a:t>
            </a:r>
          </a:p>
        </p:txBody>
      </p:sp>
      <p:sp>
        <p:nvSpPr>
          <p:cNvPr id="353" name="TextBox 65"/>
          <p:cNvSpPr txBox="1"/>
          <p:nvPr/>
        </p:nvSpPr>
        <p:spPr>
          <a:xfrm>
            <a:off x="5030356" y="434458"/>
            <a:ext cx="451729"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800</a:t>
            </a:r>
          </a:p>
        </p:txBody>
      </p:sp>
      <p:sp>
        <p:nvSpPr>
          <p:cNvPr id="354" name="Straight Connector 67"/>
          <p:cNvSpPr/>
          <p:nvPr/>
        </p:nvSpPr>
        <p:spPr>
          <a:xfrm flipV="1">
            <a:off x="6406185" y="3415816"/>
            <a:ext cx="1" cy="177948"/>
          </a:xfrm>
          <a:prstGeom prst="line">
            <a:avLst/>
          </a:prstGeom>
          <a:ln w="12700">
            <a:solidFill>
              <a:schemeClr val="accent1"/>
            </a:solidFill>
          </a:ln>
        </p:spPr>
        <p:txBody>
          <a:bodyPr lIns="45719" rIns="45719"/>
          <a:lstStyle/>
          <a:p>
            <a:pPr>
              <a:defRPr>
                <a:solidFill>
                  <a:srgbClr val="FFFFFF"/>
                </a:solidFill>
              </a:defRPr>
            </a:pPr>
          </a:p>
        </p:txBody>
      </p:sp>
      <p:sp>
        <p:nvSpPr>
          <p:cNvPr id="355" name="Straight Connector 70"/>
          <p:cNvSpPr/>
          <p:nvPr/>
        </p:nvSpPr>
        <p:spPr>
          <a:xfrm flipV="1">
            <a:off x="7253910" y="3429000"/>
            <a:ext cx="1" cy="177948"/>
          </a:xfrm>
          <a:prstGeom prst="line">
            <a:avLst/>
          </a:prstGeom>
          <a:ln w="12700">
            <a:solidFill>
              <a:schemeClr val="accent1"/>
            </a:solidFill>
          </a:ln>
        </p:spPr>
        <p:txBody>
          <a:bodyPr lIns="45719" rIns="45719"/>
          <a:lstStyle/>
          <a:p>
            <a:pPr>
              <a:defRPr>
                <a:solidFill>
                  <a:srgbClr val="FFFFFF"/>
                </a:solidFill>
              </a:defRPr>
            </a:pPr>
          </a:p>
        </p:txBody>
      </p:sp>
      <p:sp>
        <p:nvSpPr>
          <p:cNvPr id="356" name="Straight Connector 71"/>
          <p:cNvSpPr/>
          <p:nvPr/>
        </p:nvSpPr>
        <p:spPr>
          <a:xfrm flipV="1">
            <a:off x="7958760" y="3429000"/>
            <a:ext cx="1" cy="177948"/>
          </a:xfrm>
          <a:prstGeom prst="line">
            <a:avLst/>
          </a:prstGeom>
          <a:ln w="12700">
            <a:solidFill>
              <a:schemeClr val="accent1"/>
            </a:solidFill>
          </a:ln>
        </p:spPr>
        <p:txBody>
          <a:bodyPr lIns="45719" rIns="45719"/>
          <a:lstStyle/>
          <a:p>
            <a:pPr>
              <a:defRPr>
                <a:solidFill>
                  <a:srgbClr val="FFFFFF"/>
                </a:solidFill>
              </a:defRPr>
            </a:pPr>
          </a:p>
        </p:txBody>
      </p:sp>
      <p:sp>
        <p:nvSpPr>
          <p:cNvPr id="357" name="Straight Connector 72"/>
          <p:cNvSpPr/>
          <p:nvPr/>
        </p:nvSpPr>
        <p:spPr>
          <a:xfrm flipV="1">
            <a:off x="8806485" y="3442184"/>
            <a:ext cx="1" cy="177948"/>
          </a:xfrm>
          <a:prstGeom prst="line">
            <a:avLst/>
          </a:prstGeom>
          <a:ln w="12700">
            <a:solidFill>
              <a:schemeClr val="accent1"/>
            </a:solidFill>
          </a:ln>
        </p:spPr>
        <p:txBody>
          <a:bodyPr lIns="45719" rIns="45719"/>
          <a:lstStyle/>
          <a:p>
            <a:pPr>
              <a:defRPr>
                <a:solidFill>
                  <a:srgbClr val="FFFFFF"/>
                </a:solidFill>
              </a:defRPr>
            </a:pPr>
          </a:p>
        </p:txBody>
      </p:sp>
      <p:sp>
        <p:nvSpPr>
          <p:cNvPr id="358" name="Straight Connector 73"/>
          <p:cNvSpPr/>
          <p:nvPr/>
        </p:nvSpPr>
        <p:spPr>
          <a:xfrm flipV="1">
            <a:off x="9587535" y="3442184"/>
            <a:ext cx="1" cy="177948"/>
          </a:xfrm>
          <a:prstGeom prst="line">
            <a:avLst/>
          </a:prstGeom>
          <a:ln w="12700">
            <a:solidFill>
              <a:schemeClr val="accent1"/>
            </a:solidFill>
          </a:ln>
        </p:spPr>
        <p:txBody>
          <a:bodyPr lIns="45719" rIns="45719"/>
          <a:lstStyle/>
          <a:p>
            <a:pPr>
              <a:defRPr>
                <a:solidFill>
                  <a:srgbClr val="FFFFFF"/>
                </a:solidFill>
              </a:defRPr>
            </a:pPr>
          </a:p>
        </p:txBody>
      </p:sp>
      <p:sp>
        <p:nvSpPr>
          <p:cNvPr id="359" name="Straight Connector 74"/>
          <p:cNvSpPr/>
          <p:nvPr/>
        </p:nvSpPr>
        <p:spPr>
          <a:xfrm flipV="1">
            <a:off x="10435260" y="3455368"/>
            <a:ext cx="1" cy="177948"/>
          </a:xfrm>
          <a:prstGeom prst="line">
            <a:avLst/>
          </a:prstGeom>
          <a:ln w="12700">
            <a:solidFill>
              <a:schemeClr val="accent1"/>
            </a:solidFill>
          </a:ln>
        </p:spPr>
        <p:txBody>
          <a:bodyPr lIns="45719" rIns="45719"/>
          <a:lstStyle/>
          <a:p>
            <a:pPr>
              <a:defRPr>
                <a:solidFill>
                  <a:srgbClr val="FFFFFF"/>
                </a:solidFill>
              </a:defRPr>
            </a:pPr>
          </a:p>
        </p:txBody>
      </p:sp>
      <p:sp>
        <p:nvSpPr>
          <p:cNvPr id="360" name="Straight Connector 76"/>
          <p:cNvSpPr/>
          <p:nvPr/>
        </p:nvSpPr>
        <p:spPr>
          <a:xfrm flipV="1">
            <a:off x="11244885" y="3415816"/>
            <a:ext cx="1" cy="177948"/>
          </a:xfrm>
          <a:prstGeom prst="line">
            <a:avLst/>
          </a:prstGeom>
          <a:ln w="12700">
            <a:solidFill>
              <a:schemeClr val="accent1"/>
            </a:solidFill>
          </a:ln>
        </p:spPr>
        <p:txBody>
          <a:bodyPr lIns="45719" rIns="45719"/>
          <a:lstStyle/>
          <a:p>
            <a:pPr>
              <a:defRPr>
                <a:solidFill>
                  <a:srgbClr val="FFFFFF"/>
                </a:solidFill>
              </a:defRPr>
            </a:pPr>
          </a:p>
        </p:txBody>
      </p:sp>
      <p:sp>
        <p:nvSpPr>
          <p:cNvPr id="361" name="TextBox 77"/>
          <p:cNvSpPr txBox="1"/>
          <p:nvPr/>
        </p:nvSpPr>
        <p:spPr>
          <a:xfrm>
            <a:off x="7023093" y="3672549"/>
            <a:ext cx="567592"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1000</a:t>
            </a:r>
          </a:p>
        </p:txBody>
      </p:sp>
      <p:sp>
        <p:nvSpPr>
          <p:cNvPr id="362" name="TextBox 78"/>
          <p:cNvSpPr txBox="1"/>
          <p:nvPr/>
        </p:nvSpPr>
        <p:spPr>
          <a:xfrm>
            <a:off x="7752009" y="3683367"/>
            <a:ext cx="567592"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1500</a:t>
            </a:r>
          </a:p>
        </p:txBody>
      </p:sp>
      <p:sp>
        <p:nvSpPr>
          <p:cNvPr id="363" name="TextBox 79"/>
          <p:cNvSpPr txBox="1"/>
          <p:nvPr/>
        </p:nvSpPr>
        <p:spPr>
          <a:xfrm>
            <a:off x="8591555" y="3687907"/>
            <a:ext cx="567592"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2000</a:t>
            </a:r>
          </a:p>
        </p:txBody>
      </p:sp>
      <p:sp>
        <p:nvSpPr>
          <p:cNvPr id="364" name="TextBox 80"/>
          <p:cNvSpPr txBox="1"/>
          <p:nvPr/>
        </p:nvSpPr>
        <p:spPr>
          <a:xfrm>
            <a:off x="9368579" y="3687907"/>
            <a:ext cx="567592"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2500</a:t>
            </a:r>
          </a:p>
        </p:txBody>
      </p:sp>
      <p:sp>
        <p:nvSpPr>
          <p:cNvPr id="365" name="TextBox 81"/>
          <p:cNvSpPr txBox="1"/>
          <p:nvPr/>
        </p:nvSpPr>
        <p:spPr>
          <a:xfrm>
            <a:off x="10221972" y="3672549"/>
            <a:ext cx="567592"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3000</a:t>
            </a:r>
          </a:p>
        </p:txBody>
      </p:sp>
      <p:sp>
        <p:nvSpPr>
          <p:cNvPr id="366" name="TextBox 82"/>
          <p:cNvSpPr txBox="1"/>
          <p:nvPr/>
        </p:nvSpPr>
        <p:spPr>
          <a:xfrm>
            <a:off x="10950888" y="3683367"/>
            <a:ext cx="567592"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3500</a:t>
            </a:r>
          </a:p>
        </p:txBody>
      </p:sp>
      <p:sp>
        <p:nvSpPr>
          <p:cNvPr id="367" name="Flowchart: Connector 84"/>
          <p:cNvSpPr/>
          <p:nvPr/>
        </p:nvSpPr>
        <p:spPr>
          <a:xfrm>
            <a:off x="7997804" y="238377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68" name="Flowchart: Connector 85"/>
          <p:cNvSpPr/>
          <p:nvPr/>
        </p:nvSpPr>
        <p:spPr>
          <a:xfrm>
            <a:off x="8212769" y="2319602"/>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69" name="Flowchart: Connector 86"/>
          <p:cNvSpPr/>
          <p:nvPr/>
        </p:nvSpPr>
        <p:spPr>
          <a:xfrm>
            <a:off x="8516591" y="2313731"/>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0" name="Flowchart: Connector 87"/>
          <p:cNvSpPr/>
          <p:nvPr/>
        </p:nvSpPr>
        <p:spPr>
          <a:xfrm>
            <a:off x="8403086" y="215004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1" name="Flowchart: Connector 88"/>
          <p:cNvSpPr/>
          <p:nvPr/>
        </p:nvSpPr>
        <p:spPr>
          <a:xfrm>
            <a:off x="8618050" y="2085862"/>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2" name="Flowchart: Connector 89"/>
          <p:cNvSpPr/>
          <p:nvPr/>
        </p:nvSpPr>
        <p:spPr>
          <a:xfrm>
            <a:off x="8921873" y="2079992"/>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3" name="Flowchart: Connector 90"/>
          <p:cNvSpPr/>
          <p:nvPr/>
        </p:nvSpPr>
        <p:spPr>
          <a:xfrm>
            <a:off x="9130672" y="188165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4" name="Flowchart: Connector 91"/>
          <p:cNvSpPr/>
          <p:nvPr/>
        </p:nvSpPr>
        <p:spPr>
          <a:xfrm>
            <a:off x="9345638" y="181747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5" name="Flowchart: Connector 92"/>
          <p:cNvSpPr/>
          <p:nvPr/>
        </p:nvSpPr>
        <p:spPr>
          <a:xfrm>
            <a:off x="9649459" y="1811606"/>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6" name="Flowchart: Connector 93"/>
          <p:cNvSpPr/>
          <p:nvPr/>
        </p:nvSpPr>
        <p:spPr>
          <a:xfrm>
            <a:off x="9535955" y="164791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7" name="Flowchart: Connector 94"/>
          <p:cNvSpPr/>
          <p:nvPr/>
        </p:nvSpPr>
        <p:spPr>
          <a:xfrm>
            <a:off x="9750920" y="158373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8" name="Flowchart: Connector 95"/>
          <p:cNvSpPr/>
          <p:nvPr/>
        </p:nvSpPr>
        <p:spPr>
          <a:xfrm>
            <a:off x="10054742" y="1577866"/>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79" name="Flowchart: Connector 96"/>
          <p:cNvSpPr/>
          <p:nvPr/>
        </p:nvSpPr>
        <p:spPr>
          <a:xfrm>
            <a:off x="9413082" y="1461595"/>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0" name="Flowchart: Connector 97"/>
          <p:cNvSpPr/>
          <p:nvPr/>
        </p:nvSpPr>
        <p:spPr>
          <a:xfrm>
            <a:off x="9380453" y="134289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1" name="Flowchart: Connector 98"/>
          <p:cNvSpPr/>
          <p:nvPr/>
        </p:nvSpPr>
        <p:spPr>
          <a:xfrm>
            <a:off x="9595418" y="127872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2" name="Flowchart: Connector 99"/>
          <p:cNvSpPr/>
          <p:nvPr/>
        </p:nvSpPr>
        <p:spPr>
          <a:xfrm>
            <a:off x="9899240" y="127284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3" name="Flowchart: Connector 100"/>
          <p:cNvSpPr/>
          <p:nvPr/>
        </p:nvSpPr>
        <p:spPr>
          <a:xfrm>
            <a:off x="9364905" y="1637170"/>
            <a:ext cx="123175" cy="116328"/>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4" name="Flowchart: Connector 101"/>
          <p:cNvSpPr/>
          <p:nvPr/>
        </p:nvSpPr>
        <p:spPr>
          <a:xfrm>
            <a:off x="9785736" y="110915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5" name="Flowchart: Connector 102"/>
          <p:cNvSpPr/>
          <p:nvPr/>
        </p:nvSpPr>
        <p:spPr>
          <a:xfrm>
            <a:off x="10000701" y="104498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6" name="Flowchart: Connector 103"/>
          <p:cNvSpPr/>
          <p:nvPr/>
        </p:nvSpPr>
        <p:spPr>
          <a:xfrm>
            <a:off x="9770188" y="1403431"/>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7" name="Flowchart: Connector 104"/>
          <p:cNvSpPr/>
          <p:nvPr/>
        </p:nvSpPr>
        <p:spPr>
          <a:xfrm>
            <a:off x="9353184" y="171996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8" name="Flowchart: Connector 105"/>
          <p:cNvSpPr/>
          <p:nvPr/>
        </p:nvSpPr>
        <p:spPr>
          <a:xfrm>
            <a:off x="9657005" y="171408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89" name="Flowchart: Connector 106"/>
          <p:cNvSpPr/>
          <p:nvPr/>
        </p:nvSpPr>
        <p:spPr>
          <a:xfrm>
            <a:off x="9543501" y="155039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0" name="Flowchart: Connector 107"/>
          <p:cNvSpPr/>
          <p:nvPr/>
        </p:nvSpPr>
        <p:spPr>
          <a:xfrm>
            <a:off x="9758466" y="1486221"/>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1" name="Flowchart: Connector 108"/>
          <p:cNvSpPr/>
          <p:nvPr/>
        </p:nvSpPr>
        <p:spPr>
          <a:xfrm>
            <a:off x="8428872" y="1623145"/>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2" name="Flowchart: Connector 109"/>
          <p:cNvSpPr/>
          <p:nvPr/>
        </p:nvSpPr>
        <p:spPr>
          <a:xfrm>
            <a:off x="8732694" y="1617275"/>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3" name="Flowchart: Connector 110"/>
          <p:cNvSpPr/>
          <p:nvPr/>
        </p:nvSpPr>
        <p:spPr>
          <a:xfrm>
            <a:off x="8700065" y="1498575"/>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4" name="Flowchart: Connector 111"/>
          <p:cNvSpPr/>
          <p:nvPr/>
        </p:nvSpPr>
        <p:spPr>
          <a:xfrm>
            <a:off x="8915031" y="143439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5" name="Flowchart: Connector 112"/>
          <p:cNvSpPr/>
          <p:nvPr/>
        </p:nvSpPr>
        <p:spPr>
          <a:xfrm>
            <a:off x="9218852" y="142852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6" name="Flowchart: Connector 113"/>
          <p:cNvSpPr/>
          <p:nvPr/>
        </p:nvSpPr>
        <p:spPr>
          <a:xfrm>
            <a:off x="8684517" y="179285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7" name="Flowchart: Connector 114"/>
          <p:cNvSpPr/>
          <p:nvPr/>
        </p:nvSpPr>
        <p:spPr>
          <a:xfrm>
            <a:off x="9089800" y="1559111"/>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8" name="Flowchart: Connector 115"/>
          <p:cNvSpPr/>
          <p:nvPr/>
        </p:nvSpPr>
        <p:spPr>
          <a:xfrm>
            <a:off x="8457831" y="1939817"/>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399" name="Flowchart: Connector 116"/>
          <p:cNvSpPr/>
          <p:nvPr/>
        </p:nvSpPr>
        <p:spPr>
          <a:xfrm>
            <a:off x="8672796" y="187563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0" name="Flowchart: Connector 117"/>
          <p:cNvSpPr/>
          <p:nvPr/>
        </p:nvSpPr>
        <p:spPr>
          <a:xfrm>
            <a:off x="8976617" y="186976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1" name="Flowchart: Connector 118"/>
          <p:cNvSpPr/>
          <p:nvPr/>
        </p:nvSpPr>
        <p:spPr>
          <a:xfrm>
            <a:off x="8863113" y="170607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2" name="Flowchart: Connector 119"/>
          <p:cNvSpPr/>
          <p:nvPr/>
        </p:nvSpPr>
        <p:spPr>
          <a:xfrm>
            <a:off x="9078077" y="1641900"/>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3" name="Flowchart: Connector 120"/>
          <p:cNvSpPr/>
          <p:nvPr/>
        </p:nvSpPr>
        <p:spPr>
          <a:xfrm>
            <a:off x="9381900" y="163602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4" name="Flowchart: Connector 123"/>
          <p:cNvSpPr/>
          <p:nvPr/>
        </p:nvSpPr>
        <p:spPr>
          <a:xfrm>
            <a:off x="9384241" y="102603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5" name="Flowchart: Connector 125"/>
          <p:cNvSpPr/>
          <p:nvPr/>
        </p:nvSpPr>
        <p:spPr>
          <a:xfrm>
            <a:off x="10984307" y="50347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6" name="Flowchart: Connector 127"/>
          <p:cNvSpPr/>
          <p:nvPr/>
        </p:nvSpPr>
        <p:spPr>
          <a:xfrm>
            <a:off x="10458588" y="109199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407" name="TextBox 128"/>
          <p:cNvSpPr txBox="1"/>
          <p:nvPr/>
        </p:nvSpPr>
        <p:spPr>
          <a:xfrm>
            <a:off x="1230924" y="1842797"/>
            <a:ext cx="3284947" cy="8765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800">
                <a:solidFill>
                  <a:srgbClr val="FFFFFF"/>
                </a:solidFill>
              </a:defRPr>
            </a:pPr>
            <a:r>
              <a:t>Houses prices </a:t>
            </a:r>
          </a:p>
          <a:p>
            <a:pPr algn="ctr">
              <a:defRPr b="1" sz="2800">
                <a:solidFill>
                  <a:srgbClr val="FFFF00"/>
                </a:solidFill>
              </a:defRPr>
            </a:pPr>
            <a:r>
              <a:t>(Dataset)</a:t>
            </a:r>
          </a:p>
        </p:txBody>
      </p:sp>
      <p:sp>
        <p:nvSpPr>
          <p:cNvPr id="408" name="Straight Connector 129"/>
          <p:cNvSpPr/>
          <p:nvPr/>
        </p:nvSpPr>
        <p:spPr>
          <a:xfrm flipV="1">
            <a:off x="6374178" y="479417"/>
            <a:ext cx="5036865" cy="2632844"/>
          </a:xfrm>
          <a:prstGeom prst="line">
            <a:avLst/>
          </a:prstGeom>
          <a:ln w="28575">
            <a:solidFill>
              <a:srgbClr val="92D050"/>
            </a:solidFill>
          </a:ln>
        </p:spPr>
        <p:txBody>
          <a:bodyPr lIns="45719" rIns="45719"/>
          <a:lstStyle/>
          <a:p>
            <a:pPr>
              <a:defRPr>
                <a:solidFill>
                  <a:srgbClr val="FFFFFF"/>
                </a:solidFill>
              </a:defRPr>
            </a:pPr>
          </a:p>
        </p:txBody>
      </p:sp>
      <p:sp>
        <p:nvSpPr>
          <p:cNvPr id="409" name="TextBox 1"/>
          <p:cNvSpPr txBox="1"/>
          <p:nvPr/>
        </p:nvSpPr>
        <p:spPr>
          <a:xfrm>
            <a:off x="6697111" y="4057239"/>
            <a:ext cx="3638958"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FF"/>
                </a:solidFill>
              </a:defRPr>
            </a:pPr>
            <a:r>
              <a:t>Size (feet</a:t>
            </a:r>
            <a:r>
              <a:rPr baseline="30000"/>
              <a:t>2</a:t>
            </a:r>
            <a:r>
              <a:t>)</a:t>
            </a:r>
          </a:p>
        </p:txBody>
      </p:sp>
      <p:sp>
        <p:nvSpPr>
          <p:cNvPr id="410" name="Straight Connector 4"/>
          <p:cNvSpPr/>
          <p:nvPr/>
        </p:nvSpPr>
        <p:spPr>
          <a:xfrm>
            <a:off x="77846" y="4079256"/>
            <a:ext cx="5245069" cy="20585"/>
          </a:xfrm>
          <a:prstGeom prst="line">
            <a:avLst/>
          </a:prstGeom>
          <a:ln w="57150">
            <a:solidFill>
              <a:srgbClr val="00B0F0"/>
            </a:solidFill>
          </a:ln>
        </p:spPr>
        <p:txBody>
          <a:bodyPr lIns="45719" rIns="45719"/>
          <a:lstStyle/>
          <a:p>
            <a:pPr>
              <a:defRPr>
                <a:solidFill>
                  <a:srgbClr val="FFFFFF"/>
                </a:solidFill>
              </a:defRPr>
            </a:pPr>
          </a:p>
        </p:txBody>
      </p:sp>
      <p:sp>
        <p:nvSpPr>
          <p:cNvPr id="411" name="Straight Connector 12"/>
          <p:cNvSpPr/>
          <p:nvPr/>
        </p:nvSpPr>
        <p:spPr>
          <a:xfrm flipH="1">
            <a:off x="2791193" y="3504790"/>
            <a:ext cx="1" cy="2721840"/>
          </a:xfrm>
          <a:prstGeom prst="line">
            <a:avLst/>
          </a:prstGeom>
          <a:ln w="57150">
            <a:solidFill>
              <a:srgbClr val="00B0F0"/>
            </a:solidFill>
          </a:ln>
        </p:spPr>
        <p:txBody>
          <a:bodyPr lIns="45719" rIns="45719"/>
          <a:lstStyle/>
          <a:p>
            <a:pPr>
              <a:defRPr>
                <a:solidFill>
                  <a:srgbClr val="FFFFFF"/>
                </a:solidFill>
              </a:defRPr>
            </a:pPr>
          </a:p>
        </p:txBody>
      </p:sp>
      <p:sp>
        <p:nvSpPr>
          <p:cNvPr id="412" name="TextBox 14"/>
          <p:cNvSpPr txBox="1"/>
          <p:nvPr/>
        </p:nvSpPr>
        <p:spPr>
          <a:xfrm>
            <a:off x="253994" y="3429000"/>
            <a:ext cx="2491480"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a:solidFill>
                  <a:srgbClr val="FFFFFF"/>
                </a:solidFill>
              </a:defRPr>
            </a:pPr>
            <a:r>
              <a:t>Size (feet</a:t>
            </a:r>
            <a:r>
              <a:rPr baseline="30000"/>
              <a:t>2</a:t>
            </a:r>
            <a:r>
              <a:t>), </a:t>
            </a:r>
          </a:p>
          <a:p>
            <a:pPr algn="ctr">
              <a:defRPr b="1">
                <a:solidFill>
                  <a:srgbClr val="FFFFFF"/>
                </a:solidFill>
              </a:defRPr>
            </a:pPr>
            <a:r>
              <a:t>(</a:t>
            </a:r>
            <a:r>
              <a:rPr>
                <a:solidFill>
                  <a:srgbClr val="FFFF00"/>
                </a:solidFill>
              </a:rPr>
              <a:t>x</a:t>
            </a:r>
            <a:r>
              <a:t>)</a:t>
            </a:r>
          </a:p>
        </p:txBody>
      </p:sp>
      <p:sp>
        <p:nvSpPr>
          <p:cNvPr id="413" name="TextBox 16"/>
          <p:cNvSpPr txBox="1"/>
          <p:nvPr/>
        </p:nvSpPr>
        <p:spPr>
          <a:xfrm>
            <a:off x="2838643" y="3453508"/>
            <a:ext cx="2512336"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a:solidFill>
                  <a:srgbClr val="FFFFFF"/>
                </a:solidFill>
              </a:defRPr>
            </a:pPr>
            <a:r>
              <a:t>Prices (in 1000 of $) </a:t>
            </a:r>
          </a:p>
          <a:p>
            <a:pPr algn="ctr">
              <a:defRPr b="1">
                <a:solidFill>
                  <a:srgbClr val="FFFFFF"/>
                </a:solidFill>
              </a:defRPr>
            </a:pPr>
            <a:r>
              <a:t>(</a:t>
            </a:r>
            <a:r>
              <a:rPr>
                <a:solidFill>
                  <a:srgbClr val="FFFF00"/>
                </a:solidFill>
              </a:rPr>
              <a:t>y</a:t>
            </a:r>
            <a:r>
              <a:t>)</a:t>
            </a:r>
          </a:p>
        </p:txBody>
      </p:sp>
      <p:sp>
        <p:nvSpPr>
          <p:cNvPr id="414" name="TextBox 18"/>
          <p:cNvSpPr txBox="1"/>
          <p:nvPr/>
        </p:nvSpPr>
        <p:spPr>
          <a:xfrm>
            <a:off x="1065232" y="4153105"/>
            <a:ext cx="722076"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2104</a:t>
            </a:r>
          </a:p>
        </p:txBody>
      </p:sp>
      <p:sp>
        <p:nvSpPr>
          <p:cNvPr id="415" name="TextBox 19"/>
          <p:cNvSpPr txBox="1"/>
          <p:nvPr/>
        </p:nvSpPr>
        <p:spPr>
          <a:xfrm>
            <a:off x="1065231" y="4614769"/>
            <a:ext cx="722076"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1416</a:t>
            </a:r>
          </a:p>
        </p:txBody>
      </p:sp>
      <p:sp>
        <p:nvSpPr>
          <p:cNvPr id="416" name="TextBox 20"/>
          <p:cNvSpPr txBox="1"/>
          <p:nvPr/>
        </p:nvSpPr>
        <p:spPr>
          <a:xfrm>
            <a:off x="1063333" y="5076435"/>
            <a:ext cx="722076"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1534</a:t>
            </a:r>
          </a:p>
        </p:txBody>
      </p:sp>
      <p:sp>
        <p:nvSpPr>
          <p:cNvPr id="417" name="TextBox 21"/>
          <p:cNvSpPr txBox="1"/>
          <p:nvPr/>
        </p:nvSpPr>
        <p:spPr>
          <a:xfrm>
            <a:off x="1063331" y="5538099"/>
            <a:ext cx="708187"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852</a:t>
            </a:r>
          </a:p>
        </p:txBody>
      </p:sp>
      <p:sp>
        <p:nvSpPr>
          <p:cNvPr id="418" name="TextBox 22"/>
          <p:cNvSpPr txBox="1"/>
          <p:nvPr/>
        </p:nvSpPr>
        <p:spPr>
          <a:xfrm>
            <a:off x="1070336" y="5999765"/>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a:t>
            </a:r>
          </a:p>
        </p:txBody>
      </p:sp>
      <p:sp>
        <p:nvSpPr>
          <p:cNvPr id="419" name="TextBox 23"/>
          <p:cNvSpPr txBox="1"/>
          <p:nvPr/>
        </p:nvSpPr>
        <p:spPr>
          <a:xfrm>
            <a:off x="3775893" y="4153105"/>
            <a:ext cx="706284"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460</a:t>
            </a:r>
          </a:p>
        </p:txBody>
      </p:sp>
      <p:sp>
        <p:nvSpPr>
          <p:cNvPr id="420" name="TextBox 24"/>
          <p:cNvSpPr txBox="1"/>
          <p:nvPr/>
        </p:nvSpPr>
        <p:spPr>
          <a:xfrm>
            <a:off x="3775893" y="4614769"/>
            <a:ext cx="706285"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232</a:t>
            </a:r>
          </a:p>
        </p:txBody>
      </p:sp>
      <p:sp>
        <p:nvSpPr>
          <p:cNvPr id="421" name="TextBox 28"/>
          <p:cNvSpPr txBox="1"/>
          <p:nvPr/>
        </p:nvSpPr>
        <p:spPr>
          <a:xfrm>
            <a:off x="3773995" y="5076435"/>
            <a:ext cx="708184"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315</a:t>
            </a:r>
          </a:p>
        </p:txBody>
      </p:sp>
      <p:sp>
        <p:nvSpPr>
          <p:cNvPr id="422" name="TextBox 34"/>
          <p:cNvSpPr txBox="1"/>
          <p:nvPr/>
        </p:nvSpPr>
        <p:spPr>
          <a:xfrm>
            <a:off x="3773994" y="5538099"/>
            <a:ext cx="708186"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178</a:t>
            </a:r>
          </a:p>
        </p:txBody>
      </p:sp>
      <p:sp>
        <p:nvSpPr>
          <p:cNvPr id="423" name="TextBox 35"/>
          <p:cNvSpPr txBox="1"/>
          <p:nvPr/>
        </p:nvSpPr>
        <p:spPr>
          <a:xfrm>
            <a:off x="3780997" y="5999765"/>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a:t>
            </a:r>
          </a:p>
        </p:txBody>
      </p:sp>
      <p:sp>
        <p:nvSpPr>
          <p:cNvPr id="424" name="TextBox 68"/>
          <p:cNvSpPr txBox="1"/>
          <p:nvPr/>
        </p:nvSpPr>
        <p:spPr>
          <a:xfrm>
            <a:off x="1399920" y="3705507"/>
            <a:ext cx="31476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x</a:t>
            </a:r>
          </a:p>
        </p:txBody>
      </p:sp>
      <p:sp>
        <p:nvSpPr>
          <p:cNvPr id="425" name="TextBox 69"/>
          <p:cNvSpPr txBox="1"/>
          <p:nvPr/>
        </p:nvSpPr>
        <p:spPr>
          <a:xfrm>
            <a:off x="3992765" y="3724892"/>
            <a:ext cx="31476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407"/>
                                        </p:tgtEl>
                                        <p:attrNameLst>
                                          <p:attrName>style.visibility</p:attrName>
                                        </p:attrNameLst>
                                      </p:cBhvr>
                                      <p:to>
                                        <p:strVal val="visible"/>
                                      </p:to>
                                    </p:set>
                                    <p:animEffect filter="fade" transition="in">
                                      <p:cBhvr>
                                        <p:cTn id="7" dur="500"/>
                                        <p:tgtEl>
                                          <p:spTgt spid="407"/>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410"/>
                                        </p:tgtEl>
                                        <p:attrNameLst>
                                          <p:attrName>style.visibility</p:attrName>
                                        </p:attrNameLst>
                                      </p:cBhvr>
                                      <p:to>
                                        <p:strVal val="visible"/>
                                      </p:to>
                                    </p:set>
                                    <p:animEffect filter="wipe(left)" transition="in">
                                      <p:cBhvr>
                                        <p:cTn id="11" dur="1000"/>
                                        <p:tgtEl>
                                          <p:spTgt spid="410"/>
                                        </p:tgtEl>
                                      </p:cBhvr>
                                    </p:animEffect>
                                  </p:childTnLst>
                                </p:cTn>
                              </p:par>
                            </p:childTnLst>
                          </p:cTn>
                        </p:par>
                        <p:par>
                          <p:cTn id="12" fill="hold">
                            <p:stCondLst>
                              <p:cond delay="1500"/>
                            </p:stCondLst>
                            <p:childTnLst>
                              <p:par>
                                <p:cTn id="13" presetClass="entr" nodeType="afterEffect" presetSubtype="1" presetID="22" grpId="3" fill="hold">
                                  <p:stCondLst>
                                    <p:cond delay="0"/>
                                  </p:stCondLst>
                                  <p:iterate type="el" backwards="0">
                                    <p:tmAbs val="0"/>
                                  </p:iterate>
                                  <p:childTnLst>
                                    <p:set>
                                      <p:cBhvr>
                                        <p:cTn id="14" fill="hold"/>
                                        <p:tgtEl>
                                          <p:spTgt spid="411"/>
                                        </p:tgtEl>
                                        <p:attrNameLst>
                                          <p:attrName>style.visibility</p:attrName>
                                        </p:attrNameLst>
                                      </p:cBhvr>
                                      <p:to>
                                        <p:strVal val="visible"/>
                                      </p:to>
                                    </p:set>
                                    <p:animEffect filter="wipe(up)" transition="in">
                                      <p:cBhvr>
                                        <p:cTn id="15" dur="1000"/>
                                        <p:tgtEl>
                                          <p:spTgt spid="411"/>
                                        </p:tgtEl>
                                      </p:cBhvr>
                                    </p:animEffect>
                                  </p:childTnLst>
                                </p:cTn>
                              </p:par>
                            </p:childTnLst>
                          </p:cTn>
                        </p:par>
                        <p:par>
                          <p:cTn id="16" fill="hold">
                            <p:stCondLst>
                              <p:cond delay="2500"/>
                            </p:stCondLst>
                            <p:childTnLst>
                              <p:par>
                                <p:cTn id="17" presetClass="entr" nodeType="afterEffect" presetSubtype="0" presetID="1" grpId="4" fill="hold">
                                  <p:stCondLst>
                                    <p:cond delay="0"/>
                                  </p:stCondLst>
                                  <p:iterate type="el" backwards="0">
                                    <p:tmAbs val="0"/>
                                  </p:iterate>
                                  <p:childTnLst>
                                    <p:set>
                                      <p:cBhvr>
                                        <p:cTn id="18" fill="hold"/>
                                        <p:tgtEl>
                                          <p:spTgt spid="425"/>
                                        </p:tgtEl>
                                        <p:attrNameLst>
                                          <p:attrName>style.visibility</p:attrName>
                                        </p:attrNameLst>
                                      </p:cBhvr>
                                      <p:to>
                                        <p:strVal val="visible"/>
                                      </p:to>
                                    </p:set>
                                  </p:childTnLst>
                                </p:cTn>
                              </p:par>
                            </p:childTnLst>
                          </p:cTn>
                        </p:par>
                        <p:par>
                          <p:cTn id="19" fill="hold">
                            <p:stCondLst>
                              <p:cond delay="2500"/>
                            </p:stCondLst>
                            <p:childTnLst>
                              <p:par>
                                <p:cTn id="20" presetClass="entr" nodeType="afterEffect" presetSubtype="0" presetID="1" grpId="5" fill="hold">
                                  <p:stCondLst>
                                    <p:cond delay="0"/>
                                  </p:stCondLst>
                                  <p:iterate type="el" backwards="0">
                                    <p:tmAbs val="0"/>
                                  </p:iterate>
                                  <p:childTnLst>
                                    <p:set>
                                      <p:cBhvr>
                                        <p:cTn id="21" fill="hold"/>
                                        <p:tgtEl>
                                          <p:spTgt spid="424"/>
                                        </p:tgtEl>
                                        <p:attrNameLst>
                                          <p:attrName>style.visibility</p:attrName>
                                        </p:attrNameLst>
                                      </p:cBhvr>
                                      <p:to>
                                        <p:strVal val="visible"/>
                                      </p:to>
                                    </p:set>
                                  </p:childTnLst>
                                </p:cTn>
                              </p:par>
                            </p:childTnLst>
                          </p:cTn>
                        </p:par>
                        <p:par>
                          <p:cTn id="22" fill="hold">
                            <p:stCondLst>
                              <p:cond delay="2500"/>
                            </p:stCondLst>
                            <p:childTnLst>
                              <p:par>
                                <p:cTn id="23" presetClass="entr" nodeType="afterEffect" presetSubtype="4" presetID="2" grpId="6" fill="hold">
                                  <p:stCondLst>
                                    <p:cond delay="0"/>
                                  </p:stCondLst>
                                  <p:iterate type="el" backwards="0">
                                    <p:tmAbs val="0"/>
                                  </p:iterate>
                                  <p:childTnLst>
                                    <p:set>
                                      <p:cBhvr>
                                        <p:cTn id="24" fill="hold"/>
                                        <p:tgtEl>
                                          <p:spTgt spid="412"/>
                                        </p:tgtEl>
                                        <p:attrNameLst>
                                          <p:attrName>style.visibility</p:attrName>
                                        </p:attrNameLst>
                                      </p:cBhvr>
                                      <p:to>
                                        <p:strVal val="visible"/>
                                      </p:to>
                                    </p:set>
                                    <p:anim calcmode="lin" valueType="num">
                                      <p:cBhvr>
                                        <p:cTn id="25" dur="500" fill="hold"/>
                                        <p:tgtEl>
                                          <p:spTgt spid="412"/>
                                        </p:tgtEl>
                                        <p:attrNameLst>
                                          <p:attrName>ppt_x</p:attrName>
                                        </p:attrNameLst>
                                      </p:cBhvr>
                                      <p:tavLst>
                                        <p:tav tm="0">
                                          <p:val>
                                            <p:strVal val="#ppt_x"/>
                                          </p:val>
                                        </p:tav>
                                        <p:tav tm="100000">
                                          <p:val>
                                            <p:strVal val="#ppt_x"/>
                                          </p:val>
                                        </p:tav>
                                      </p:tavLst>
                                    </p:anim>
                                    <p:anim calcmode="lin" valueType="num">
                                      <p:cBhvr>
                                        <p:cTn id="26" dur="500" fill="hold"/>
                                        <p:tgtEl>
                                          <p:spTgt spid="412"/>
                                        </p:tgtEl>
                                        <p:attrNameLst>
                                          <p:attrName>ppt_y</p:attrName>
                                        </p:attrNameLst>
                                      </p:cBhvr>
                                      <p:tavLst>
                                        <p:tav tm="0">
                                          <p:val>
                                            <p:strVal val="1+#ppt_h/2"/>
                                          </p:val>
                                        </p:tav>
                                        <p:tav tm="100000">
                                          <p:val>
                                            <p:strVal val="#ppt_y"/>
                                          </p:val>
                                        </p:tav>
                                      </p:tavLst>
                                    </p:anim>
                                  </p:childTnLst>
                                </p:cTn>
                              </p:par>
                            </p:childTnLst>
                          </p:cTn>
                        </p:par>
                        <p:par>
                          <p:cTn id="27" fill="hold">
                            <p:stCondLst>
                              <p:cond delay="3000"/>
                            </p:stCondLst>
                            <p:childTnLst>
                              <p:par>
                                <p:cTn id="28" presetClass="entr" nodeType="afterEffect" presetSubtype="4" presetID="2" grpId="7" fill="hold">
                                  <p:stCondLst>
                                    <p:cond delay="0"/>
                                  </p:stCondLst>
                                  <p:iterate type="el" backwards="0">
                                    <p:tmAbs val="0"/>
                                  </p:iterate>
                                  <p:childTnLst>
                                    <p:set>
                                      <p:cBhvr>
                                        <p:cTn id="29" fill="hold"/>
                                        <p:tgtEl>
                                          <p:spTgt spid="413"/>
                                        </p:tgtEl>
                                        <p:attrNameLst>
                                          <p:attrName>style.visibility</p:attrName>
                                        </p:attrNameLst>
                                      </p:cBhvr>
                                      <p:to>
                                        <p:strVal val="visible"/>
                                      </p:to>
                                    </p:set>
                                    <p:anim calcmode="lin" valueType="num">
                                      <p:cBhvr>
                                        <p:cTn id="30" dur="500" fill="hold"/>
                                        <p:tgtEl>
                                          <p:spTgt spid="413"/>
                                        </p:tgtEl>
                                        <p:attrNameLst>
                                          <p:attrName>ppt_x</p:attrName>
                                        </p:attrNameLst>
                                      </p:cBhvr>
                                      <p:tavLst>
                                        <p:tav tm="0">
                                          <p:val>
                                            <p:strVal val="#ppt_x"/>
                                          </p:val>
                                        </p:tav>
                                        <p:tav tm="100000">
                                          <p:val>
                                            <p:strVal val="#ppt_x"/>
                                          </p:val>
                                        </p:tav>
                                      </p:tavLst>
                                    </p:anim>
                                    <p:anim calcmode="lin" valueType="num">
                                      <p:cBhvr>
                                        <p:cTn id="31" dur="500" fill="hold"/>
                                        <p:tgtEl>
                                          <p:spTgt spid="413"/>
                                        </p:tgtEl>
                                        <p:attrNameLst>
                                          <p:attrName>ppt_y</p:attrName>
                                        </p:attrNameLst>
                                      </p:cBhvr>
                                      <p:tavLst>
                                        <p:tav tm="0">
                                          <p:val>
                                            <p:strVal val="1+#ppt_h/2"/>
                                          </p:val>
                                        </p:tav>
                                        <p:tav tm="100000">
                                          <p:val>
                                            <p:strVal val="#ppt_y"/>
                                          </p:val>
                                        </p:tav>
                                      </p:tavLst>
                                    </p:anim>
                                  </p:childTnLst>
                                </p:cTn>
                              </p:par>
                            </p:childTnLst>
                          </p:cTn>
                        </p:par>
                        <p:par>
                          <p:cTn id="32" fill="hold">
                            <p:stCondLst>
                              <p:cond delay="3500"/>
                            </p:stCondLst>
                            <p:childTnLst>
                              <p:par>
                                <p:cTn id="33" presetClass="entr" nodeType="afterEffect" presetSubtype="4" presetID="2" grpId="8" fill="hold">
                                  <p:stCondLst>
                                    <p:cond delay="0"/>
                                  </p:stCondLst>
                                  <p:iterate type="el" backwards="0">
                                    <p:tmAbs val="0"/>
                                  </p:iterate>
                                  <p:childTnLst>
                                    <p:set>
                                      <p:cBhvr>
                                        <p:cTn id="34" fill="hold"/>
                                        <p:tgtEl>
                                          <p:spTgt spid="414"/>
                                        </p:tgtEl>
                                        <p:attrNameLst>
                                          <p:attrName>style.visibility</p:attrName>
                                        </p:attrNameLst>
                                      </p:cBhvr>
                                      <p:to>
                                        <p:strVal val="visible"/>
                                      </p:to>
                                    </p:set>
                                    <p:anim calcmode="lin" valueType="num">
                                      <p:cBhvr>
                                        <p:cTn id="35" dur="500" fill="hold"/>
                                        <p:tgtEl>
                                          <p:spTgt spid="414"/>
                                        </p:tgtEl>
                                        <p:attrNameLst>
                                          <p:attrName>ppt_x</p:attrName>
                                        </p:attrNameLst>
                                      </p:cBhvr>
                                      <p:tavLst>
                                        <p:tav tm="0">
                                          <p:val>
                                            <p:strVal val="#ppt_x"/>
                                          </p:val>
                                        </p:tav>
                                        <p:tav tm="100000">
                                          <p:val>
                                            <p:strVal val="#ppt_x"/>
                                          </p:val>
                                        </p:tav>
                                      </p:tavLst>
                                    </p:anim>
                                    <p:anim calcmode="lin" valueType="num">
                                      <p:cBhvr>
                                        <p:cTn id="36" dur="500" fill="hold"/>
                                        <p:tgtEl>
                                          <p:spTgt spid="41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Class="entr" nodeType="afterEffect" presetSubtype="4" presetID="2" grpId="9" fill="hold">
                                  <p:stCondLst>
                                    <p:cond delay="0"/>
                                  </p:stCondLst>
                                  <p:iterate type="el" backwards="0">
                                    <p:tmAbs val="0"/>
                                  </p:iterate>
                                  <p:childTnLst>
                                    <p:set>
                                      <p:cBhvr>
                                        <p:cTn id="39" fill="hold"/>
                                        <p:tgtEl>
                                          <p:spTgt spid="415"/>
                                        </p:tgtEl>
                                        <p:attrNameLst>
                                          <p:attrName>style.visibility</p:attrName>
                                        </p:attrNameLst>
                                      </p:cBhvr>
                                      <p:to>
                                        <p:strVal val="visible"/>
                                      </p:to>
                                    </p:set>
                                    <p:anim calcmode="lin" valueType="num">
                                      <p:cBhvr>
                                        <p:cTn id="40" dur="500" fill="hold"/>
                                        <p:tgtEl>
                                          <p:spTgt spid="415"/>
                                        </p:tgtEl>
                                        <p:attrNameLst>
                                          <p:attrName>ppt_x</p:attrName>
                                        </p:attrNameLst>
                                      </p:cBhvr>
                                      <p:tavLst>
                                        <p:tav tm="0">
                                          <p:val>
                                            <p:strVal val="#ppt_x"/>
                                          </p:val>
                                        </p:tav>
                                        <p:tav tm="100000">
                                          <p:val>
                                            <p:strVal val="#ppt_x"/>
                                          </p:val>
                                        </p:tav>
                                      </p:tavLst>
                                    </p:anim>
                                    <p:anim calcmode="lin" valueType="num">
                                      <p:cBhvr>
                                        <p:cTn id="41" dur="500" fill="hold"/>
                                        <p:tgtEl>
                                          <p:spTgt spid="415"/>
                                        </p:tgtEl>
                                        <p:attrNameLst>
                                          <p:attrName>ppt_y</p:attrName>
                                        </p:attrNameLst>
                                      </p:cBhvr>
                                      <p:tavLst>
                                        <p:tav tm="0">
                                          <p:val>
                                            <p:strVal val="1+#ppt_h/2"/>
                                          </p:val>
                                        </p:tav>
                                        <p:tav tm="100000">
                                          <p:val>
                                            <p:strVal val="#ppt_y"/>
                                          </p:val>
                                        </p:tav>
                                      </p:tavLst>
                                    </p:anim>
                                  </p:childTnLst>
                                </p:cTn>
                              </p:par>
                            </p:childTnLst>
                          </p:cTn>
                        </p:par>
                        <p:par>
                          <p:cTn id="42" fill="hold">
                            <p:stCondLst>
                              <p:cond delay="4500"/>
                            </p:stCondLst>
                            <p:childTnLst>
                              <p:par>
                                <p:cTn id="43" presetClass="entr" nodeType="afterEffect" presetSubtype="4" presetID="2" grpId="10" fill="hold">
                                  <p:stCondLst>
                                    <p:cond delay="0"/>
                                  </p:stCondLst>
                                  <p:iterate type="el" backwards="0">
                                    <p:tmAbs val="0"/>
                                  </p:iterate>
                                  <p:childTnLst>
                                    <p:set>
                                      <p:cBhvr>
                                        <p:cTn id="44" fill="hold"/>
                                        <p:tgtEl>
                                          <p:spTgt spid="416"/>
                                        </p:tgtEl>
                                        <p:attrNameLst>
                                          <p:attrName>style.visibility</p:attrName>
                                        </p:attrNameLst>
                                      </p:cBhvr>
                                      <p:to>
                                        <p:strVal val="visible"/>
                                      </p:to>
                                    </p:set>
                                    <p:anim calcmode="lin" valueType="num">
                                      <p:cBhvr>
                                        <p:cTn id="45" dur="500" fill="hold"/>
                                        <p:tgtEl>
                                          <p:spTgt spid="416"/>
                                        </p:tgtEl>
                                        <p:attrNameLst>
                                          <p:attrName>ppt_x</p:attrName>
                                        </p:attrNameLst>
                                      </p:cBhvr>
                                      <p:tavLst>
                                        <p:tav tm="0">
                                          <p:val>
                                            <p:strVal val="#ppt_x"/>
                                          </p:val>
                                        </p:tav>
                                        <p:tav tm="100000">
                                          <p:val>
                                            <p:strVal val="#ppt_x"/>
                                          </p:val>
                                        </p:tav>
                                      </p:tavLst>
                                    </p:anim>
                                    <p:anim calcmode="lin" valueType="num">
                                      <p:cBhvr>
                                        <p:cTn id="46" dur="500" fill="hold"/>
                                        <p:tgtEl>
                                          <p:spTgt spid="416"/>
                                        </p:tgtEl>
                                        <p:attrNameLst>
                                          <p:attrName>ppt_y</p:attrName>
                                        </p:attrNameLst>
                                      </p:cBhvr>
                                      <p:tavLst>
                                        <p:tav tm="0">
                                          <p:val>
                                            <p:strVal val="1+#ppt_h/2"/>
                                          </p:val>
                                        </p:tav>
                                        <p:tav tm="100000">
                                          <p:val>
                                            <p:strVal val="#ppt_y"/>
                                          </p:val>
                                        </p:tav>
                                      </p:tavLst>
                                    </p:anim>
                                  </p:childTnLst>
                                </p:cTn>
                              </p:par>
                            </p:childTnLst>
                          </p:cTn>
                        </p:par>
                        <p:par>
                          <p:cTn id="47" fill="hold">
                            <p:stCondLst>
                              <p:cond delay="5000"/>
                            </p:stCondLst>
                            <p:childTnLst>
                              <p:par>
                                <p:cTn id="48" presetClass="entr" nodeType="afterEffect" presetSubtype="4" presetID="2" grpId="11" fill="hold">
                                  <p:stCondLst>
                                    <p:cond delay="0"/>
                                  </p:stCondLst>
                                  <p:iterate type="el" backwards="0">
                                    <p:tmAbs val="0"/>
                                  </p:iterate>
                                  <p:childTnLst>
                                    <p:set>
                                      <p:cBhvr>
                                        <p:cTn id="49" fill="hold"/>
                                        <p:tgtEl>
                                          <p:spTgt spid="417"/>
                                        </p:tgtEl>
                                        <p:attrNameLst>
                                          <p:attrName>style.visibility</p:attrName>
                                        </p:attrNameLst>
                                      </p:cBhvr>
                                      <p:to>
                                        <p:strVal val="visible"/>
                                      </p:to>
                                    </p:set>
                                    <p:anim calcmode="lin" valueType="num">
                                      <p:cBhvr>
                                        <p:cTn id="50" dur="500" fill="hold"/>
                                        <p:tgtEl>
                                          <p:spTgt spid="417"/>
                                        </p:tgtEl>
                                        <p:attrNameLst>
                                          <p:attrName>ppt_x</p:attrName>
                                        </p:attrNameLst>
                                      </p:cBhvr>
                                      <p:tavLst>
                                        <p:tav tm="0">
                                          <p:val>
                                            <p:strVal val="#ppt_x"/>
                                          </p:val>
                                        </p:tav>
                                        <p:tav tm="100000">
                                          <p:val>
                                            <p:strVal val="#ppt_x"/>
                                          </p:val>
                                        </p:tav>
                                      </p:tavLst>
                                    </p:anim>
                                    <p:anim calcmode="lin" valueType="num">
                                      <p:cBhvr>
                                        <p:cTn id="51" dur="500" fill="hold"/>
                                        <p:tgtEl>
                                          <p:spTgt spid="417"/>
                                        </p:tgtEl>
                                        <p:attrNameLst>
                                          <p:attrName>ppt_y</p:attrName>
                                        </p:attrNameLst>
                                      </p:cBhvr>
                                      <p:tavLst>
                                        <p:tav tm="0">
                                          <p:val>
                                            <p:strVal val="1+#ppt_h/2"/>
                                          </p:val>
                                        </p:tav>
                                        <p:tav tm="100000">
                                          <p:val>
                                            <p:strVal val="#ppt_y"/>
                                          </p:val>
                                        </p:tav>
                                      </p:tavLst>
                                    </p:anim>
                                  </p:childTnLst>
                                </p:cTn>
                              </p:par>
                            </p:childTnLst>
                          </p:cTn>
                        </p:par>
                        <p:par>
                          <p:cTn id="52" fill="hold">
                            <p:stCondLst>
                              <p:cond delay="5500"/>
                            </p:stCondLst>
                            <p:childTnLst>
                              <p:par>
                                <p:cTn id="53" presetClass="entr" nodeType="afterEffect" presetSubtype="4" presetID="2" grpId="12" fill="hold">
                                  <p:stCondLst>
                                    <p:cond delay="0"/>
                                  </p:stCondLst>
                                  <p:iterate type="el" backwards="0">
                                    <p:tmAbs val="0"/>
                                  </p:iterate>
                                  <p:childTnLst>
                                    <p:set>
                                      <p:cBhvr>
                                        <p:cTn id="54" fill="hold"/>
                                        <p:tgtEl>
                                          <p:spTgt spid="418"/>
                                        </p:tgtEl>
                                        <p:attrNameLst>
                                          <p:attrName>style.visibility</p:attrName>
                                        </p:attrNameLst>
                                      </p:cBhvr>
                                      <p:to>
                                        <p:strVal val="visible"/>
                                      </p:to>
                                    </p:set>
                                    <p:anim calcmode="lin" valueType="num">
                                      <p:cBhvr>
                                        <p:cTn id="55" dur="500" fill="hold"/>
                                        <p:tgtEl>
                                          <p:spTgt spid="418"/>
                                        </p:tgtEl>
                                        <p:attrNameLst>
                                          <p:attrName>ppt_x</p:attrName>
                                        </p:attrNameLst>
                                      </p:cBhvr>
                                      <p:tavLst>
                                        <p:tav tm="0">
                                          <p:val>
                                            <p:strVal val="#ppt_x"/>
                                          </p:val>
                                        </p:tav>
                                        <p:tav tm="100000">
                                          <p:val>
                                            <p:strVal val="#ppt_x"/>
                                          </p:val>
                                        </p:tav>
                                      </p:tavLst>
                                    </p:anim>
                                    <p:anim calcmode="lin" valueType="num">
                                      <p:cBhvr>
                                        <p:cTn id="56" dur="500" fill="hold"/>
                                        <p:tgtEl>
                                          <p:spTgt spid="418"/>
                                        </p:tgtEl>
                                        <p:attrNameLst>
                                          <p:attrName>ppt_y</p:attrName>
                                        </p:attrNameLst>
                                      </p:cBhvr>
                                      <p:tavLst>
                                        <p:tav tm="0">
                                          <p:val>
                                            <p:strVal val="1+#ppt_h/2"/>
                                          </p:val>
                                        </p:tav>
                                        <p:tav tm="100000">
                                          <p:val>
                                            <p:strVal val="#ppt_y"/>
                                          </p:val>
                                        </p:tav>
                                      </p:tavLst>
                                    </p:anim>
                                  </p:childTnLst>
                                </p:cTn>
                              </p:par>
                            </p:childTnLst>
                          </p:cTn>
                        </p:par>
                        <p:par>
                          <p:cTn id="57" fill="hold">
                            <p:stCondLst>
                              <p:cond delay="6000"/>
                            </p:stCondLst>
                            <p:childTnLst>
                              <p:par>
                                <p:cTn id="58" presetClass="entr" nodeType="afterEffect" presetSubtype="4" presetID="2" grpId="13" fill="hold">
                                  <p:stCondLst>
                                    <p:cond delay="0"/>
                                  </p:stCondLst>
                                  <p:iterate type="el" backwards="0">
                                    <p:tmAbs val="0"/>
                                  </p:iterate>
                                  <p:childTnLst>
                                    <p:set>
                                      <p:cBhvr>
                                        <p:cTn id="59" fill="hold"/>
                                        <p:tgtEl>
                                          <p:spTgt spid="419"/>
                                        </p:tgtEl>
                                        <p:attrNameLst>
                                          <p:attrName>style.visibility</p:attrName>
                                        </p:attrNameLst>
                                      </p:cBhvr>
                                      <p:to>
                                        <p:strVal val="visible"/>
                                      </p:to>
                                    </p:set>
                                    <p:anim calcmode="lin" valueType="num">
                                      <p:cBhvr>
                                        <p:cTn id="60" dur="500" fill="hold"/>
                                        <p:tgtEl>
                                          <p:spTgt spid="419"/>
                                        </p:tgtEl>
                                        <p:attrNameLst>
                                          <p:attrName>ppt_x</p:attrName>
                                        </p:attrNameLst>
                                      </p:cBhvr>
                                      <p:tavLst>
                                        <p:tav tm="0">
                                          <p:val>
                                            <p:strVal val="#ppt_x"/>
                                          </p:val>
                                        </p:tav>
                                        <p:tav tm="100000">
                                          <p:val>
                                            <p:strVal val="#ppt_x"/>
                                          </p:val>
                                        </p:tav>
                                      </p:tavLst>
                                    </p:anim>
                                    <p:anim calcmode="lin" valueType="num">
                                      <p:cBhvr>
                                        <p:cTn id="61" dur="500" fill="hold"/>
                                        <p:tgtEl>
                                          <p:spTgt spid="419"/>
                                        </p:tgtEl>
                                        <p:attrNameLst>
                                          <p:attrName>ppt_y</p:attrName>
                                        </p:attrNameLst>
                                      </p:cBhvr>
                                      <p:tavLst>
                                        <p:tav tm="0">
                                          <p:val>
                                            <p:strVal val="1+#ppt_h/2"/>
                                          </p:val>
                                        </p:tav>
                                        <p:tav tm="100000">
                                          <p:val>
                                            <p:strVal val="#ppt_y"/>
                                          </p:val>
                                        </p:tav>
                                      </p:tavLst>
                                    </p:anim>
                                  </p:childTnLst>
                                </p:cTn>
                              </p:par>
                            </p:childTnLst>
                          </p:cTn>
                        </p:par>
                        <p:par>
                          <p:cTn id="62" fill="hold">
                            <p:stCondLst>
                              <p:cond delay="6500"/>
                            </p:stCondLst>
                            <p:childTnLst>
                              <p:par>
                                <p:cTn id="63" presetClass="entr" nodeType="afterEffect" presetSubtype="4" presetID="2" grpId="14" fill="hold">
                                  <p:stCondLst>
                                    <p:cond delay="0"/>
                                  </p:stCondLst>
                                  <p:iterate type="el" backwards="0">
                                    <p:tmAbs val="0"/>
                                  </p:iterate>
                                  <p:childTnLst>
                                    <p:set>
                                      <p:cBhvr>
                                        <p:cTn id="64" fill="hold"/>
                                        <p:tgtEl>
                                          <p:spTgt spid="420"/>
                                        </p:tgtEl>
                                        <p:attrNameLst>
                                          <p:attrName>style.visibility</p:attrName>
                                        </p:attrNameLst>
                                      </p:cBhvr>
                                      <p:to>
                                        <p:strVal val="visible"/>
                                      </p:to>
                                    </p:set>
                                    <p:anim calcmode="lin" valueType="num">
                                      <p:cBhvr>
                                        <p:cTn id="65" dur="500" fill="hold"/>
                                        <p:tgtEl>
                                          <p:spTgt spid="420"/>
                                        </p:tgtEl>
                                        <p:attrNameLst>
                                          <p:attrName>ppt_x</p:attrName>
                                        </p:attrNameLst>
                                      </p:cBhvr>
                                      <p:tavLst>
                                        <p:tav tm="0">
                                          <p:val>
                                            <p:strVal val="#ppt_x"/>
                                          </p:val>
                                        </p:tav>
                                        <p:tav tm="100000">
                                          <p:val>
                                            <p:strVal val="#ppt_x"/>
                                          </p:val>
                                        </p:tav>
                                      </p:tavLst>
                                    </p:anim>
                                    <p:anim calcmode="lin" valueType="num">
                                      <p:cBhvr>
                                        <p:cTn id="66" dur="500" fill="hold"/>
                                        <p:tgtEl>
                                          <p:spTgt spid="420"/>
                                        </p:tgtEl>
                                        <p:attrNameLst>
                                          <p:attrName>ppt_y</p:attrName>
                                        </p:attrNameLst>
                                      </p:cBhvr>
                                      <p:tavLst>
                                        <p:tav tm="0">
                                          <p:val>
                                            <p:strVal val="1+#ppt_h/2"/>
                                          </p:val>
                                        </p:tav>
                                        <p:tav tm="100000">
                                          <p:val>
                                            <p:strVal val="#ppt_y"/>
                                          </p:val>
                                        </p:tav>
                                      </p:tavLst>
                                    </p:anim>
                                  </p:childTnLst>
                                </p:cTn>
                              </p:par>
                            </p:childTnLst>
                          </p:cTn>
                        </p:par>
                        <p:par>
                          <p:cTn id="67" fill="hold">
                            <p:stCondLst>
                              <p:cond delay="7000"/>
                            </p:stCondLst>
                            <p:childTnLst>
                              <p:par>
                                <p:cTn id="68" presetClass="entr" nodeType="afterEffect" presetSubtype="4" presetID="2" grpId="15" fill="hold">
                                  <p:stCondLst>
                                    <p:cond delay="0"/>
                                  </p:stCondLst>
                                  <p:iterate type="el" backwards="0">
                                    <p:tmAbs val="0"/>
                                  </p:iterate>
                                  <p:childTnLst>
                                    <p:set>
                                      <p:cBhvr>
                                        <p:cTn id="69" fill="hold"/>
                                        <p:tgtEl>
                                          <p:spTgt spid="421"/>
                                        </p:tgtEl>
                                        <p:attrNameLst>
                                          <p:attrName>style.visibility</p:attrName>
                                        </p:attrNameLst>
                                      </p:cBhvr>
                                      <p:to>
                                        <p:strVal val="visible"/>
                                      </p:to>
                                    </p:set>
                                    <p:anim calcmode="lin" valueType="num">
                                      <p:cBhvr>
                                        <p:cTn id="70" dur="500" fill="hold"/>
                                        <p:tgtEl>
                                          <p:spTgt spid="421"/>
                                        </p:tgtEl>
                                        <p:attrNameLst>
                                          <p:attrName>ppt_x</p:attrName>
                                        </p:attrNameLst>
                                      </p:cBhvr>
                                      <p:tavLst>
                                        <p:tav tm="0">
                                          <p:val>
                                            <p:strVal val="#ppt_x"/>
                                          </p:val>
                                        </p:tav>
                                        <p:tav tm="100000">
                                          <p:val>
                                            <p:strVal val="#ppt_x"/>
                                          </p:val>
                                        </p:tav>
                                      </p:tavLst>
                                    </p:anim>
                                    <p:anim calcmode="lin" valueType="num">
                                      <p:cBhvr>
                                        <p:cTn id="71" dur="500" fill="hold"/>
                                        <p:tgtEl>
                                          <p:spTgt spid="421"/>
                                        </p:tgtEl>
                                        <p:attrNameLst>
                                          <p:attrName>ppt_y</p:attrName>
                                        </p:attrNameLst>
                                      </p:cBhvr>
                                      <p:tavLst>
                                        <p:tav tm="0">
                                          <p:val>
                                            <p:strVal val="1+#ppt_h/2"/>
                                          </p:val>
                                        </p:tav>
                                        <p:tav tm="100000">
                                          <p:val>
                                            <p:strVal val="#ppt_y"/>
                                          </p:val>
                                        </p:tav>
                                      </p:tavLst>
                                    </p:anim>
                                  </p:childTnLst>
                                </p:cTn>
                              </p:par>
                            </p:childTnLst>
                          </p:cTn>
                        </p:par>
                        <p:par>
                          <p:cTn id="72" fill="hold">
                            <p:stCondLst>
                              <p:cond delay="7500"/>
                            </p:stCondLst>
                            <p:childTnLst>
                              <p:par>
                                <p:cTn id="73" presetClass="entr" nodeType="afterEffect" presetSubtype="4" presetID="2" grpId="16" fill="hold">
                                  <p:stCondLst>
                                    <p:cond delay="0"/>
                                  </p:stCondLst>
                                  <p:iterate type="el" backwards="0">
                                    <p:tmAbs val="0"/>
                                  </p:iterate>
                                  <p:childTnLst>
                                    <p:set>
                                      <p:cBhvr>
                                        <p:cTn id="74" fill="hold"/>
                                        <p:tgtEl>
                                          <p:spTgt spid="422"/>
                                        </p:tgtEl>
                                        <p:attrNameLst>
                                          <p:attrName>style.visibility</p:attrName>
                                        </p:attrNameLst>
                                      </p:cBhvr>
                                      <p:to>
                                        <p:strVal val="visible"/>
                                      </p:to>
                                    </p:set>
                                    <p:anim calcmode="lin" valueType="num">
                                      <p:cBhvr>
                                        <p:cTn id="75" dur="500" fill="hold"/>
                                        <p:tgtEl>
                                          <p:spTgt spid="422"/>
                                        </p:tgtEl>
                                        <p:attrNameLst>
                                          <p:attrName>ppt_x</p:attrName>
                                        </p:attrNameLst>
                                      </p:cBhvr>
                                      <p:tavLst>
                                        <p:tav tm="0">
                                          <p:val>
                                            <p:strVal val="#ppt_x"/>
                                          </p:val>
                                        </p:tav>
                                        <p:tav tm="100000">
                                          <p:val>
                                            <p:strVal val="#ppt_x"/>
                                          </p:val>
                                        </p:tav>
                                      </p:tavLst>
                                    </p:anim>
                                    <p:anim calcmode="lin" valueType="num">
                                      <p:cBhvr>
                                        <p:cTn id="76" dur="500" fill="hold"/>
                                        <p:tgtEl>
                                          <p:spTgt spid="422"/>
                                        </p:tgtEl>
                                        <p:attrNameLst>
                                          <p:attrName>ppt_y</p:attrName>
                                        </p:attrNameLst>
                                      </p:cBhvr>
                                      <p:tavLst>
                                        <p:tav tm="0">
                                          <p:val>
                                            <p:strVal val="1+#ppt_h/2"/>
                                          </p:val>
                                        </p:tav>
                                        <p:tav tm="100000">
                                          <p:val>
                                            <p:strVal val="#ppt_y"/>
                                          </p:val>
                                        </p:tav>
                                      </p:tavLst>
                                    </p:anim>
                                  </p:childTnLst>
                                </p:cTn>
                              </p:par>
                            </p:childTnLst>
                          </p:cTn>
                        </p:par>
                        <p:par>
                          <p:cTn id="77" fill="hold">
                            <p:stCondLst>
                              <p:cond delay="8000"/>
                            </p:stCondLst>
                            <p:childTnLst>
                              <p:par>
                                <p:cTn id="78" presetClass="entr" nodeType="afterEffect" presetSubtype="4" presetID="2" grpId="17" fill="hold">
                                  <p:stCondLst>
                                    <p:cond delay="0"/>
                                  </p:stCondLst>
                                  <p:iterate type="el" backwards="0">
                                    <p:tmAbs val="0"/>
                                  </p:iterate>
                                  <p:childTnLst>
                                    <p:set>
                                      <p:cBhvr>
                                        <p:cTn id="79" fill="hold"/>
                                        <p:tgtEl>
                                          <p:spTgt spid="423"/>
                                        </p:tgtEl>
                                        <p:attrNameLst>
                                          <p:attrName>style.visibility</p:attrName>
                                        </p:attrNameLst>
                                      </p:cBhvr>
                                      <p:to>
                                        <p:strVal val="visible"/>
                                      </p:to>
                                    </p:set>
                                    <p:anim calcmode="lin" valueType="num">
                                      <p:cBhvr>
                                        <p:cTn id="80" dur="500" fill="hold"/>
                                        <p:tgtEl>
                                          <p:spTgt spid="423"/>
                                        </p:tgtEl>
                                        <p:attrNameLst>
                                          <p:attrName>ppt_x</p:attrName>
                                        </p:attrNameLst>
                                      </p:cBhvr>
                                      <p:tavLst>
                                        <p:tav tm="0">
                                          <p:val>
                                            <p:strVal val="#ppt_x"/>
                                          </p:val>
                                        </p:tav>
                                        <p:tav tm="100000">
                                          <p:val>
                                            <p:strVal val="#ppt_x"/>
                                          </p:val>
                                        </p:tav>
                                      </p:tavLst>
                                    </p:anim>
                                    <p:anim calcmode="lin" valueType="num">
                                      <p:cBhvr>
                                        <p:cTn id="81" dur="500" fill="hold"/>
                                        <p:tgtEl>
                                          <p:spTgt spid="423"/>
                                        </p:tgtEl>
                                        <p:attrNameLst>
                                          <p:attrName>ppt_y</p:attrName>
                                        </p:attrNameLst>
                                      </p:cBhvr>
                                      <p:tavLst>
                                        <p:tav tm="0">
                                          <p:val>
                                            <p:strVal val="1+#ppt_h/2"/>
                                          </p:val>
                                        </p:tav>
                                        <p:tav tm="100000">
                                          <p:val>
                                            <p:strVal val="#ppt_y"/>
                                          </p:val>
                                        </p:tav>
                                      </p:tavLst>
                                    </p:anim>
                                  </p:childTnLst>
                                </p:cTn>
                              </p:par>
                            </p:childTnLst>
                          </p:cTn>
                        </p:par>
                        <p:par>
                          <p:cTn id="82" fill="hold">
                            <p:stCondLst>
                              <p:cond delay="8500"/>
                            </p:stCondLst>
                            <p:childTnLst>
                              <p:par>
                                <p:cTn id="83" presetClass="entr" nodeType="afterEffect" presetSubtype="8" presetID="22" grpId="18" fill="hold">
                                  <p:stCondLst>
                                    <p:cond delay="0"/>
                                  </p:stCondLst>
                                  <p:iterate type="el" backwards="0">
                                    <p:tmAbs val="0"/>
                                  </p:iterate>
                                  <p:childTnLst>
                                    <p:set>
                                      <p:cBhvr>
                                        <p:cTn id="84" fill="hold"/>
                                        <p:tgtEl>
                                          <p:spTgt spid="322"/>
                                        </p:tgtEl>
                                        <p:attrNameLst>
                                          <p:attrName>style.visibility</p:attrName>
                                        </p:attrNameLst>
                                      </p:cBhvr>
                                      <p:to>
                                        <p:strVal val="visible"/>
                                      </p:to>
                                    </p:set>
                                    <p:animEffect filter="wipe(left)" transition="in">
                                      <p:cBhvr>
                                        <p:cTn id="85" dur="500"/>
                                        <p:tgtEl>
                                          <p:spTgt spid="322"/>
                                        </p:tgtEl>
                                      </p:cBhvr>
                                    </p:animEffect>
                                  </p:childTnLst>
                                </p:cTn>
                              </p:par>
                            </p:childTnLst>
                          </p:cTn>
                        </p:par>
                        <p:par>
                          <p:cTn id="86" fill="hold">
                            <p:stCondLst>
                              <p:cond delay="9000"/>
                            </p:stCondLst>
                            <p:childTnLst>
                              <p:par>
                                <p:cTn id="87" presetClass="entr" nodeType="afterEffect" presetSubtype="4" presetID="22" grpId="19" fill="hold">
                                  <p:stCondLst>
                                    <p:cond delay="0"/>
                                  </p:stCondLst>
                                  <p:iterate type="el" backwards="0">
                                    <p:tmAbs val="0"/>
                                  </p:iterate>
                                  <p:childTnLst>
                                    <p:set>
                                      <p:cBhvr>
                                        <p:cTn id="88" fill="hold"/>
                                        <p:tgtEl>
                                          <p:spTgt spid="321"/>
                                        </p:tgtEl>
                                        <p:attrNameLst>
                                          <p:attrName>style.visibility</p:attrName>
                                        </p:attrNameLst>
                                      </p:cBhvr>
                                      <p:to>
                                        <p:strVal val="visible"/>
                                      </p:to>
                                    </p:set>
                                    <p:animEffect filter="wipe(down)" transition="in">
                                      <p:cBhvr>
                                        <p:cTn id="89" dur="500"/>
                                        <p:tgtEl>
                                          <p:spTgt spid="321"/>
                                        </p:tgtEl>
                                      </p:cBhvr>
                                    </p:animEffect>
                                  </p:childTnLst>
                                </p:cTn>
                              </p:par>
                            </p:childTnLst>
                          </p:cTn>
                        </p:par>
                        <p:par>
                          <p:cTn id="90" fill="hold">
                            <p:stCondLst>
                              <p:cond delay="9500"/>
                            </p:stCondLst>
                            <p:childTnLst>
                              <p:par>
                                <p:cTn id="91" presetClass="entr" nodeType="afterEffect" presetSubtype="8" presetID="22" grpId="20" fill="hold">
                                  <p:stCondLst>
                                    <p:cond delay="0"/>
                                  </p:stCondLst>
                                  <p:iterate type="el" backwards="0">
                                    <p:tmAbs val="0"/>
                                  </p:iterate>
                                  <p:childTnLst>
                                    <p:set>
                                      <p:cBhvr>
                                        <p:cTn id="92" fill="hold"/>
                                        <p:tgtEl>
                                          <p:spTgt spid="340"/>
                                        </p:tgtEl>
                                        <p:attrNameLst>
                                          <p:attrName>style.visibility</p:attrName>
                                        </p:attrNameLst>
                                      </p:cBhvr>
                                      <p:to>
                                        <p:strVal val="visible"/>
                                      </p:to>
                                    </p:set>
                                    <p:animEffect filter="wipe(left)" transition="in">
                                      <p:cBhvr>
                                        <p:cTn id="93" dur="500"/>
                                        <p:tgtEl>
                                          <p:spTgt spid="340"/>
                                        </p:tgtEl>
                                      </p:cBhvr>
                                    </p:animEffect>
                                  </p:childTnLst>
                                </p:cTn>
                              </p:par>
                            </p:childTnLst>
                          </p:cTn>
                        </p:par>
                        <p:par>
                          <p:cTn id="94" fill="hold">
                            <p:stCondLst>
                              <p:cond delay="10000"/>
                            </p:stCondLst>
                            <p:childTnLst>
                              <p:par>
                                <p:cTn id="95" presetClass="entr" nodeType="afterEffect" presetSubtype="8" presetID="22" grpId="21" fill="hold">
                                  <p:stCondLst>
                                    <p:cond delay="0"/>
                                  </p:stCondLst>
                                  <p:iterate type="el" backwards="0">
                                    <p:tmAbs val="0"/>
                                  </p:iterate>
                                  <p:childTnLst>
                                    <p:set>
                                      <p:cBhvr>
                                        <p:cTn id="96" fill="hold"/>
                                        <p:tgtEl>
                                          <p:spTgt spid="341"/>
                                        </p:tgtEl>
                                        <p:attrNameLst>
                                          <p:attrName>style.visibility</p:attrName>
                                        </p:attrNameLst>
                                      </p:cBhvr>
                                      <p:to>
                                        <p:strVal val="visible"/>
                                      </p:to>
                                    </p:set>
                                    <p:animEffect filter="wipe(left)" transition="in">
                                      <p:cBhvr>
                                        <p:cTn id="97" dur="500"/>
                                        <p:tgtEl>
                                          <p:spTgt spid="341"/>
                                        </p:tgtEl>
                                      </p:cBhvr>
                                    </p:animEffect>
                                  </p:childTnLst>
                                </p:cTn>
                              </p:par>
                            </p:childTnLst>
                          </p:cTn>
                        </p:par>
                        <p:par>
                          <p:cTn id="98" fill="hold">
                            <p:stCondLst>
                              <p:cond delay="10500"/>
                            </p:stCondLst>
                            <p:childTnLst>
                              <p:par>
                                <p:cTn id="99" presetClass="entr" nodeType="afterEffect" presetSubtype="8" presetID="22" grpId="22" fill="hold">
                                  <p:stCondLst>
                                    <p:cond delay="0"/>
                                  </p:stCondLst>
                                  <p:iterate type="el" backwards="0">
                                    <p:tmAbs val="0"/>
                                  </p:iterate>
                                  <p:childTnLst>
                                    <p:set>
                                      <p:cBhvr>
                                        <p:cTn id="100" fill="hold"/>
                                        <p:tgtEl>
                                          <p:spTgt spid="342"/>
                                        </p:tgtEl>
                                        <p:attrNameLst>
                                          <p:attrName>style.visibility</p:attrName>
                                        </p:attrNameLst>
                                      </p:cBhvr>
                                      <p:to>
                                        <p:strVal val="visible"/>
                                      </p:to>
                                    </p:set>
                                    <p:animEffect filter="wipe(left)" transition="in">
                                      <p:cBhvr>
                                        <p:cTn id="101" dur="500"/>
                                        <p:tgtEl>
                                          <p:spTgt spid="342"/>
                                        </p:tgtEl>
                                      </p:cBhvr>
                                    </p:animEffect>
                                  </p:childTnLst>
                                </p:cTn>
                              </p:par>
                            </p:childTnLst>
                          </p:cTn>
                        </p:par>
                        <p:par>
                          <p:cTn id="102" fill="hold">
                            <p:stCondLst>
                              <p:cond delay="11000"/>
                            </p:stCondLst>
                            <p:childTnLst>
                              <p:par>
                                <p:cTn id="103" presetClass="entr" nodeType="afterEffect" presetSubtype="8" presetID="22" grpId="23" fill="hold">
                                  <p:stCondLst>
                                    <p:cond delay="0"/>
                                  </p:stCondLst>
                                  <p:iterate type="el" backwards="0">
                                    <p:tmAbs val="0"/>
                                  </p:iterate>
                                  <p:childTnLst>
                                    <p:set>
                                      <p:cBhvr>
                                        <p:cTn id="104" fill="hold"/>
                                        <p:tgtEl>
                                          <p:spTgt spid="343"/>
                                        </p:tgtEl>
                                        <p:attrNameLst>
                                          <p:attrName>style.visibility</p:attrName>
                                        </p:attrNameLst>
                                      </p:cBhvr>
                                      <p:to>
                                        <p:strVal val="visible"/>
                                      </p:to>
                                    </p:set>
                                    <p:animEffect filter="wipe(left)" transition="in">
                                      <p:cBhvr>
                                        <p:cTn id="105" dur="500"/>
                                        <p:tgtEl>
                                          <p:spTgt spid="343"/>
                                        </p:tgtEl>
                                      </p:cBhvr>
                                    </p:animEffect>
                                  </p:childTnLst>
                                </p:cTn>
                              </p:par>
                            </p:childTnLst>
                          </p:cTn>
                        </p:par>
                        <p:par>
                          <p:cTn id="106" fill="hold">
                            <p:stCondLst>
                              <p:cond delay="11500"/>
                            </p:stCondLst>
                            <p:childTnLst>
                              <p:par>
                                <p:cTn id="107" presetClass="entr" nodeType="afterEffect" presetSubtype="8" presetID="22" grpId="24" fill="hold">
                                  <p:stCondLst>
                                    <p:cond delay="0"/>
                                  </p:stCondLst>
                                  <p:iterate type="el" backwards="0">
                                    <p:tmAbs val="0"/>
                                  </p:iterate>
                                  <p:childTnLst>
                                    <p:set>
                                      <p:cBhvr>
                                        <p:cTn id="108" fill="hold"/>
                                        <p:tgtEl>
                                          <p:spTgt spid="344"/>
                                        </p:tgtEl>
                                        <p:attrNameLst>
                                          <p:attrName>style.visibility</p:attrName>
                                        </p:attrNameLst>
                                      </p:cBhvr>
                                      <p:to>
                                        <p:strVal val="visible"/>
                                      </p:to>
                                    </p:set>
                                    <p:animEffect filter="wipe(left)" transition="in">
                                      <p:cBhvr>
                                        <p:cTn id="109" dur="500"/>
                                        <p:tgtEl>
                                          <p:spTgt spid="344"/>
                                        </p:tgtEl>
                                      </p:cBhvr>
                                    </p:animEffect>
                                  </p:childTnLst>
                                </p:cTn>
                              </p:par>
                            </p:childTnLst>
                          </p:cTn>
                        </p:par>
                        <p:par>
                          <p:cTn id="110" fill="hold">
                            <p:stCondLst>
                              <p:cond delay="12000"/>
                            </p:stCondLst>
                            <p:childTnLst>
                              <p:par>
                                <p:cTn id="111" presetClass="entr" nodeType="afterEffect" presetSubtype="8" presetID="22" grpId="25" fill="hold">
                                  <p:stCondLst>
                                    <p:cond delay="0"/>
                                  </p:stCondLst>
                                  <p:iterate type="el" backwards="0">
                                    <p:tmAbs val="0"/>
                                  </p:iterate>
                                  <p:childTnLst>
                                    <p:set>
                                      <p:cBhvr>
                                        <p:cTn id="112" fill="hold"/>
                                        <p:tgtEl>
                                          <p:spTgt spid="345"/>
                                        </p:tgtEl>
                                        <p:attrNameLst>
                                          <p:attrName>style.visibility</p:attrName>
                                        </p:attrNameLst>
                                      </p:cBhvr>
                                      <p:to>
                                        <p:strVal val="visible"/>
                                      </p:to>
                                    </p:set>
                                    <p:animEffect filter="wipe(left)" transition="in">
                                      <p:cBhvr>
                                        <p:cTn id="113" dur="500"/>
                                        <p:tgtEl>
                                          <p:spTgt spid="345"/>
                                        </p:tgtEl>
                                      </p:cBhvr>
                                    </p:animEffect>
                                  </p:childTnLst>
                                </p:cTn>
                              </p:par>
                            </p:childTnLst>
                          </p:cTn>
                        </p:par>
                        <p:par>
                          <p:cTn id="114" fill="hold">
                            <p:stCondLst>
                              <p:cond delay="12500"/>
                            </p:stCondLst>
                            <p:childTnLst>
                              <p:par>
                                <p:cTn id="115" presetClass="entr" nodeType="afterEffect" presetSubtype="8" presetID="22" grpId="26" fill="hold">
                                  <p:stCondLst>
                                    <p:cond delay="0"/>
                                  </p:stCondLst>
                                  <p:iterate type="el" backwards="0">
                                    <p:tmAbs val="0"/>
                                  </p:iterate>
                                  <p:childTnLst>
                                    <p:set>
                                      <p:cBhvr>
                                        <p:cTn id="116" fill="hold"/>
                                        <p:tgtEl>
                                          <p:spTgt spid="346"/>
                                        </p:tgtEl>
                                        <p:attrNameLst>
                                          <p:attrName>style.visibility</p:attrName>
                                        </p:attrNameLst>
                                      </p:cBhvr>
                                      <p:to>
                                        <p:strVal val="visible"/>
                                      </p:to>
                                    </p:set>
                                    <p:animEffect filter="wipe(left)" transition="in">
                                      <p:cBhvr>
                                        <p:cTn id="117" dur="500"/>
                                        <p:tgtEl>
                                          <p:spTgt spid="346"/>
                                        </p:tgtEl>
                                      </p:cBhvr>
                                    </p:animEffect>
                                  </p:childTnLst>
                                </p:cTn>
                              </p:par>
                            </p:childTnLst>
                          </p:cTn>
                        </p:par>
                        <p:par>
                          <p:cTn id="118" fill="hold">
                            <p:stCondLst>
                              <p:cond delay="13000"/>
                            </p:stCondLst>
                            <p:childTnLst>
                              <p:par>
                                <p:cTn id="119" presetClass="entr" nodeType="afterEffect" presetSubtype="8" presetID="22" grpId="27" fill="hold">
                                  <p:stCondLst>
                                    <p:cond delay="0"/>
                                  </p:stCondLst>
                                  <p:iterate type="el" backwards="0">
                                    <p:tmAbs val="0"/>
                                  </p:iterate>
                                  <p:childTnLst>
                                    <p:set>
                                      <p:cBhvr>
                                        <p:cTn id="120" fill="hold"/>
                                        <p:tgtEl>
                                          <p:spTgt spid="354"/>
                                        </p:tgtEl>
                                        <p:attrNameLst>
                                          <p:attrName>style.visibility</p:attrName>
                                        </p:attrNameLst>
                                      </p:cBhvr>
                                      <p:to>
                                        <p:strVal val="visible"/>
                                      </p:to>
                                    </p:set>
                                    <p:animEffect filter="wipe(left)" transition="in">
                                      <p:cBhvr>
                                        <p:cTn id="121" dur="500"/>
                                        <p:tgtEl>
                                          <p:spTgt spid="354"/>
                                        </p:tgtEl>
                                      </p:cBhvr>
                                    </p:animEffect>
                                  </p:childTnLst>
                                </p:cTn>
                              </p:par>
                            </p:childTnLst>
                          </p:cTn>
                        </p:par>
                        <p:par>
                          <p:cTn id="122" fill="hold">
                            <p:stCondLst>
                              <p:cond delay="13500"/>
                            </p:stCondLst>
                            <p:childTnLst>
                              <p:par>
                                <p:cTn id="123" presetClass="entr" nodeType="afterEffect" presetSubtype="8" presetID="22" grpId="28" fill="hold">
                                  <p:stCondLst>
                                    <p:cond delay="0"/>
                                  </p:stCondLst>
                                  <p:iterate type="el" backwards="0">
                                    <p:tmAbs val="0"/>
                                  </p:iterate>
                                  <p:childTnLst>
                                    <p:set>
                                      <p:cBhvr>
                                        <p:cTn id="124" fill="hold"/>
                                        <p:tgtEl>
                                          <p:spTgt spid="355"/>
                                        </p:tgtEl>
                                        <p:attrNameLst>
                                          <p:attrName>style.visibility</p:attrName>
                                        </p:attrNameLst>
                                      </p:cBhvr>
                                      <p:to>
                                        <p:strVal val="visible"/>
                                      </p:to>
                                    </p:set>
                                    <p:animEffect filter="wipe(left)" transition="in">
                                      <p:cBhvr>
                                        <p:cTn id="125" dur="500"/>
                                        <p:tgtEl>
                                          <p:spTgt spid="355"/>
                                        </p:tgtEl>
                                      </p:cBhvr>
                                    </p:animEffect>
                                  </p:childTnLst>
                                </p:cTn>
                              </p:par>
                            </p:childTnLst>
                          </p:cTn>
                        </p:par>
                        <p:par>
                          <p:cTn id="126" fill="hold">
                            <p:stCondLst>
                              <p:cond delay="14000"/>
                            </p:stCondLst>
                            <p:childTnLst>
                              <p:par>
                                <p:cTn id="127" presetClass="entr" nodeType="afterEffect" presetSubtype="8" presetID="22" grpId="29" fill="hold">
                                  <p:stCondLst>
                                    <p:cond delay="0"/>
                                  </p:stCondLst>
                                  <p:iterate type="el" backwards="0">
                                    <p:tmAbs val="0"/>
                                  </p:iterate>
                                  <p:childTnLst>
                                    <p:set>
                                      <p:cBhvr>
                                        <p:cTn id="128" fill="hold"/>
                                        <p:tgtEl>
                                          <p:spTgt spid="356"/>
                                        </p:tgtEl>
                                        <p:attrNameLst>
                                          <p:attrName>style.visibility</p:attrName>
                                        </p:attrNameLst>
                                      </p:cBhvr>
                                      <p:to>
                                        <p:strVal val="visible"/>
                                      </p:to>
                                    </p:set>
                                    <p:animEffect filter="wipe(left)" transition="in">
                                      <p:cBhvr>
                                        <p:cTn id="129" dur="500"/>
                                        <p:tgtEl>
                                          <p:spTgt spid="356"/>
                                        </p:tgtEl>
                                      </p:cBhvr>
                                    </p:animEffect>
                                  </p:childTnLst>
                                </p:cTn>
                              </p:par>
                            </p:childTnLst>
                          </p:cTn>
                        </p:par>
                        <p:par>
                          <p:cTn id="130" fill="hold">
                            <p:stCondLst>
                              <p:cond delay="14500"/>
                            </p:stCondLst>
                            <p:childTnLst>
                              <p:par>
                                <p:cTn id="131" presetClass="entr" nodeType="afterEffect" presetSubtype="8" presetID="22" grpId="30" fill="hold">
                                  <p:stCondLst>
                                    <p:cond delay="0"/>
                                  </p:stCondLst>
                                  <p:iterate type="el" backwards="0">
                                    <p:tmAbs val="0"/>
                                  </p:iterate>
                                  <p:childTnLst>
                                    <p:set>
                                      <p:cBhvr>
                                        <p:cTn id="132" fill="hold"/>
                                        <p:tgtEl>
                                          <p:spTgt spid="357"/>
                                        </p:tgtEl>
                                        <p:attrNameLst>
                                          <p:attrName>style.visibility</p:attrName>
                                        </p:attrNameLst>
                                      </p:cBhvr>
                                      <p:to>
                                        <p:strVal val="visible"/>
                                      </p:to>
                                    </p:set>
                                    <p:animEffect filter="wipe(left)" transition="in">
                                      <p:cBhvr>
                                        <p:cTn id="133" dur="500"/>
                                        <p:tgtEl>
                                          <p:spTgt spid="357"/>
                                        </p:tgtEl>
                                      </p:cBhvr>
                                    </p:animEffect>
                                  </p:childTnLst>
                                </p:cTn>
                              </p:par>
                            </p:childTnLst>
                          </p:cTn>
                        </p:par>
                        <p:par>
                          <p:cTn id="134" fill="hold">
                            <p:stCondLst>
                              <p:cond delay="15000"/>
                            </p:stCondLst>
                            <p:childTnLst>
                              <p:par>
                                <p:cTn id="135" presetClass="entr" nodeType="afterEffect" presetSubtype="8" presetID="22" grpId="31" fill="hold">
                                  <p:stCondLst>
                                    <p:cond delay="0"/>
                                  </p:stCondLst>
                                  <p:iterate type="el" backwards="0">
                                    <p:tmAbs val="0"/>
                                  </p:iterate>
                                  <p:childTnLst>
                                    <p:set>
                                      <p:cBhvr>
                                        <p:cTn id="136" fill="hold"/>
                                        <p:tgtEl>
                                          <p:spTgt spid="358"/>
                                        </p:tgtEl>
                                        <p:attrNameLst>
                                          <p:attrName>style.visibility</p:attrName>
                                        </p:attrNameLst>
                                      </p:cBhvr>
                                      <p:to>
                                        <p:strVal val="visible"/>
                                      </p:to>
                                    </p:set>
                                    <p:animEffect filter="wipe(left)" transition="in">
                                      <p:cBhvr>
                                        <p:cTn id="137" dur="500"/>
                                        <p:tgtEl>
                                          <p:spTgt spid="358"/>
                                        </p:tgtEl>
                                      </p:cBhvr>
                                    </p:animEffect>
                                  </p:childTnLst>
                                </p:cTn>
                              </p:par>
                            </p:childTnLst>
                          </p:cTn>
                        </p:par>
                        <p:par>
                          <p:cTn id="138" fill="hold">
                            <p:stCondLst>
                              <p:cond delay="15500"/>
                            </p:stCondLst>
                            <p:childTnLst>
                              <p:par>
                                <p:cTn id="139" presetClass="entr" nodeType="afterEffect" presetSubtype="8" presetID="22" grpId="32" fill="hold">
                                  <p:stCondLst>
                                    <p:cond delay="0"/>
                                  </p:stCondLst>
                                  <p:iterate type="el" backwards="0">
                                    <p:tmAbs val="0"/>
                                  </p:iterate>
                                  <p:childTnLst>
                                    <p:set>
                                      <p:cBhvr>
                                        <p:cTn id="140" fill="hold"/>
                                        <p:tgtEl>
                                          <p:spTgt spid="359"/>
                                        </p:tgtEl>
                                        <p:attrNameLst>
                                          <p:attrName>style.visibility</p:attrName>
                                        </p:attrNameLst>
                                      </p:cBhvr>
                                      <p:to>
                                        <p:strVal val="visible"/>
                                      </p:to>
                                    </p:set>
                                    <p:animEffect filter="wipe(left)" transition="in">
                                      <p:cBhvr>
                                        <p:cTn id="141" dur="500"/>
                                        <p:tgtEl>
                                          <p:spTgt spid="359"/>
                                        </p:tgtEl>
                                      </p:cBhvr>
                                    </p:animEffect>
                                  </p:childTnLst>
                                </p:cTn>
                              </p:par>
                            </p:childTnLst>
                          </p:cTn>
                        </p:par>
                        <p:par>
                          <p:cTn id="142" fill="hold">
                            <p:stCondLst>
                              <p:cond delay="16000"/>
                            </p:stCondLst>
                            <p:childTnLst>
                              <p:par>
                                <p:cTn id="143" presetClass="entr" nodeType="afterEffect" presetSubtype="8" presetID="22" grpId="33" fill="hold">
                                  <p:stCondLst>
                                    <p:cond delay="0"/>
                                  </p:stCondLst>
                                  <p:iterate type="el" backwards="0">
                                    <p:tmAbs val="0"/>
                                  </p:iterate>
                                  <p:childTnLst>
                                    <p:set>
                                      <p:cBhvr>
                                        <p:cTn id="144" fill="hold"/>
                                        <p:tgtEl>
                                          <p:spTgt spid="360"/>
                                        </p:tgtEl>
                                        <p:attrNameLst>
                                          <p:attrName>style.visibility</p:attrName>
                                        </p:attrNameLst>
                                      </p:cBhvr>
                                      <p:to>
                                        <p:strVal val="visible"/>
                                      </p:to>
                                    </p:set>
                                    <p:animEffect filter="wipe(left)" transition="in">
                                      <p:cBhvr>
                                        <p:cTn id="145" dur="500"/>
                                        <p:tgtEl>
                                          <p:spTgt spid="360"/>
                                        </p:tgtEl>
                                      </p:cBhvr>
                                    </p:animEffect>
                                  </p:childTnLst>
                                </p:cTn>
                              </p:par>
                            </p:childTnLst>
                          </p:cTn>
                        </p:par>
                        <p:par>
                          <p:cTn id="146" fill="hold">
                            <p:stCondLst>
                              <p:cond delay="0"/>
                            </p:stCondLst>
                            <p:childTnLst>
                              <p:par>
                                <p:cTn id="147" presetClass="path" nodeType="afterEffect" presetSubtype="0" presetID="-1" grpId="34" accel="50000" decel="50000" fill="hold">
                                  <p:stCondLst>
                                    <p:cond delay="0"/>
                                  </p:stCondLst>
                                  <p:childTnLst>
                                    <p:animMotion path="M 0.000000 0.000000 L 0.837504 -0.056480" origin="layout" pathEditMode="relative">
                                      <p:cBhvr>
                                        <p:cTn id="148" dur="2000" fill="hold"/>
                                        <p:tgtEl>
                                          <p:spTgt spid="424"/>
                                        </p:tgtEl>
                                        <p:attrNameLst>
                                          <p:attrName>ppt_x</p:attrName>
                                          <p:attrName>ppt_y</p:attrName>
                                        </p:attrNameLst>
                                      </p:cBhvr>
                                    </p:animMotion>
                                  </p:childTnLst>
                                </p:cTn>
                              </p:par>
                            </p:childTnLst>
                          </p:cTn>
                        </p:par>
                        <p:par>
                          <p:cTn id="149" fill="hold">
                            <p:stCondLst>
                              <p:cond delay="0"/>
                            </p:stCondLst>
                            <p:childTnLst>
                              <p:par>
                                <p:cTn id="150" presetClass="path" nodeType="afterEffect" presetSubtype="0" presetID="-1" grpId="35" accel="50000" decel="50000" fill="hold">
                                  <p:stCondLst>
                                    <p:cond delay="0"/>
                                  </p:stCondLst>
                                  <p:childTnLst>
                                    <p:animMotion path="M 0.000000 0.000000 L 0.143755 -0.530333" origin="layout" pathEditMode="relative">
                                      <p:cBhvr>
                                        <p:cTn id="151" dur="2000" fill="hold"/>
                                        <p:tgtEl>
                                          <p:spTgt spid="425"/>
                                        </p:tgtEl>
                                        <p:attrNameLst>
                                          <p:attrName>ppt_x</p:attrName>
                                          <p:attrName>ppt_y</p:attrName>
                                        </p:attrNameLst>
                                      </p:cBhvr>
                                    </p:animMotion>
                                  </p:childTnLst>
                                </p:cTn>
                              </p:par>
                            </p:childTnLst>
                          </p:cTn>
                        </p:par>
                        <p:par>
                          <p:cTn id="152" fill="hold">
                            <p:stCondLst>
                              <p:cond delay="2000"/>
                            </p:stCondLst>
                            <p:childTnLst>
                              <p:par>
                                <p:cTn id="153" presetClass="entr" nodeType="afterEffect" presetSubtype="0" presetID="1" grpId="36" fill="hold">
                                  <p:stCondLst>
                                    <p:cond delay="0"/>
                                  </p:stCondLst>
                                  <p:iterate type="el" backwards="0">
                                    <p:tmAbs val="0"/>
                                  </p:iterate>
                                  <p:childTnLst>
                                    <p:set>
                                      <p:cBhvr>
                                        <p:cTn id="154" fill="hold"/>
                                        <p:tgtEl>
                                          <p:spTgt spid="339"/>
                                        </p:tgtEl>
                                        <p:attrNameLst>
                                          <p:attrName>style.visibility</p:attrName>
                                        </p:attrNameLst>
                                      </p:cBhvr>
                                      <p:to>
                                        <p:strVal val="visible"/>
                                      </p:to>
                                    </p:set>
                                  </p:childTnLst>
                                </p:cTn>
                              </p:par>
                            </p:childTnLst>
                          </p:cTn>
                        </p:par>
                        <p:par>
                          <p:cTn id="155" fill="hold">
                            <p:stCondLst>
                              <p:cond delay="2000"/>
                            </p:stCondLst>
                            <p:childTnLst>
                              <p:par>
                                <p:cTn id="156" presetClass="entr" nodeType="afterEffect" presetSubtype="0" presetID="1" grpId="37" fill="hold">
                                  <p:stCondLst>
                                    <p:cond delay="0"/>
                                  </p:stCondLst>
                                  <p:iterate type="el" backwards="0">
                                    <p:tmAbs val="0"/>
                                  </p:iterate>
                                  <p:childTnLst>
                                    <p:set>
                                      <p:cBhvr>
                                        <p:cTn id="157" fill="hold"/>
                                        <p:tgtEl>
                                          <p:spTgt spid="348"/>
                                        </p:tgtEl>
                                        <p:attrNameLst>
                                          <p:attrName>style.visibility</p:attrName>
                                        </p:attrNameLst>
                                      </p:cBhvr>
                                      <p:to>
                                        <p:strVal val="visible"/>
                                      </p:to>
                                    </p:set>
                                  </p:childTnLst>
                                </p:cTn>
                              </p:par>
                            </p:childTnLst>
                          </p:cTn>
                        </p:par>
                        <p:par>
                          <p:cTn id="158" fill="hold">
                            <p:stCondLst>
                              <p:cond delay="2000"/>
                            </p:stCondLst>
                            <p:childTnLst>
                              <p:par>
                                <p:cTn id="159" presetClass="entr" nodeType="afterEffect" presetSubtype="0" presetID="1" grpId="38" fill="hold">
                                  <p:stCondLst>
                                    <p:cond delay="0"/>
                                  </p:stCondLst>
                                  <p:iterate type="el" backwards="0">
                                    <p:tmAbs val="0"/>
                                  </p:iterate>
                                  <p:childTnLst>
                                    <p:set>
                                      <p:cBhvr>
                                        <p:cTn id="160" fill="hold"/>
                                        <p:tgtEl>
                                          <p:spTgt spid="349"/>
                                        </p:tgtEl>
                                        <p:attrNameLst>
                                          <p:attrName>style.visibility</p:attrName>
                                        </p:attrNameLst>
                                      </p:cBhvr>
                                      <p:to>
                                        <p:strVal val="visible"/>
                                      </p:to>
                                    </p:set>
                                  </p:childTnLst>
                                </p:cTn>
                              </p:par>
                            </p:childTnLst>
                          </p:cTn>
                        </p:par>
                        <p:par>
                          <p:cTn id="161" fill="hold">
                            <p:stCondLst>
                              <p:cond delay="2000"/>
                            </p:stCondLst>
                            <p:childTnLst>
                              <p:par>
                                <p:cTn id="162" presetClass="entr" nodeType="afterEffect" presetSubtype="0" presetID="1" grpId="39" fill="hold">
                                  <p:stCondLst>
                                    <p:cond delay="0"/>
                                  </p:stCondLst>
                                  <p:iterate type="el" backwards="0">
                                    <p:tmAbs val="0"/>
                                  </p:iterate>
                                  <p:childTnLst>
                                    <p:set>
                                      <p:cBhvr>
                                        <p:cTn id="163" fill="hold"/>
                                        <p:tgtEl>
                                          <p:spTgt spid="350"/>
                                        </p:tgtEl>
                                        <p:attrNameLst>
                                          <p:attrName>style.visibility</p:attrName>
                                        </p:attrNameLst>
                                      </p:cBhvr>
                                      <p:to>
                                        <p:strVal val="visible"/>
                                      </p:to>
                                    </p:set>
                                  </p:childTnLst>
                                </p:cTn>
                              </p:par>
                            </p:childTnLst>
                          </p:cTn>
                        </p:par>
                        <p:par>
                          <p:cTn id="164" fill="hold">
                            <p:stCondLst>
                              <p:cond delay="2000"/>
                            </p:stCondLst>
                            <p:childTnLst>
                              <p:par>
                                <p:cTn id="165" presetClass="entr" nodeType="afterEffect" presetSubtype="0" presetID="1" grpId="40" fill="hold">
                                  <p:stCondLst>
                                    <p:cond delay="0"/>
                                  </p:stCondLst>
                                  <p:iterate type="el" backwards="0">
                                    <p:tmAbs val="0"/>
                                  </p:iterate>
                                  <p:childTnLst>
                                    <p:set>
                                      <p:cBhvr>
                                        <p:cTn id="166" fill="hold"/>
                                        <p:tgtEl>
                                          <p:spTgt spid="351"/>
                                        </p:tgtEl>
                                        <p:attrNameLst>
                                          <p:attrName>style.visibility</p:attrName>
                                        </p:attrNameLst>
                                      </p:cBhvr>
                                      <p:to>
                                        <p:strVal val="visible"/>
                                      </p:to>
                                    </p:set>
                                  </p:childTnLst>
                                </p:cTn>
                              </p:par>
                            </p:childTnLst>
                          </p:cTn>
                        </p:par>
                        <p:par>
                          <p:cTn id="167" fill="hold">
                            <p:stCondLst>
                              <p:cond delay="2000"/>
                            </p:stCondLst>
                            <p:childTnLst>
                              <p:par>
                                <p:cTn id="168" presetClass="entr" nodeType="afterEffect" presetSubtype="0" presetID="1" grpId="41" fill="hold">
                                  <p:stCondLst>
                                    <p:cond delay="0"/>
                                  </p:stCondLst>
                                  <p:iterate type="el" backwards="0">
                                    <p:tmAbs val="0"/>
                                  </p:iterate>
                                  <p:childTnLst>
                                    <p:set>
                                      <p:cBhvr>
                                        <p:cTn id="169" fill="hold"/>
                                        <p:tgtEl>
                                          <p:spTgt spid="352"/>
                                        </p:tgtEl>
                                        <p:attrNameLst>
                                          <p:attrName>style.visibility</p:attrName>
                                        </p:attrNameLst>
                                      </p:cBhvr>
                                      <p:to>
                                        <p:strVal val="visible"/>
                                      </p:to>
                                    </p:set>
                                  </p:childTnLst>
                                </p:cTn>
                              </p:par>
                            </p:childTnLst>
                          </p:cTn>
                        </p:par>
                        <p:par>
                          <p:cTn id="170" fill="hold">
                            <p:stCondLst>
                              <p:cond delay="2000"/>
                            </p:stCondLst>
                            <p:childTnLst>
                              <p:par>
                                <p:cTn id="171" presetClass="entr" nodeType="afterEffect" presetSubtype="0" presetID="1" grpId="42" fill="hold">
                                  <p:stCondLst>
                                    <p:cond delay="0"/>
                                  </p:stCondLst>
                                  <p:iterate type="el" backwards="0">
                                    <p:tmAbs val="0"/>
                                  </p:iterate>
                                  <p:childTnLst>
                                    <p:set>
                                      <p:cBhvr>
                                        <p:cTn id="172" fill="hold"/>
                                        <p:tgtEl>
                                          <p:spTgt spid="353"/>
                                        </p:tgtEl>
                                        <p:attrNameLst>
                                          <p:attrName>style.visibility</p:attrName>
                                        </p:attrNameLst>
                                      </p:cBhvr>
                                      <p:to>
                                        <p:strVal val="visible"/>
                                      </p:to>
                                    </p:set>
                                  </p:childTnLst>
                                </p:cTn>
                              </p:par>
                            </p:childTnLst>
                          </p:cTn>
                        </p:par>
                        <p:par>
                          <p:cTn id="173" fill="hold">
                            <p:stCondLst>
                              <p:cond delay="2000"/>
                            </p:stCondLst>
                            <p:childTnLst>
                              <p:par>
                                <p:cTn id="174" presetClass="entr" nodeType="afterEffect" presetSubtype="0" presetID="1" grpId="43" fill="hold">
                                  <p:stCondLst>
                                    <p:cond delay="0"/>
                                  </p:stCondLst>
                                  <p:iterate type="el" backwards="0">
                                    <p:tmAbs val="0"/>
                                  </p:iterate>
                                  <p:childTnLst>
                                    <p:set>
                                      <p:cBhvr>
                                        <p:cTn id="175" fill="hold"/>
                                        <p:tgtEl>
                                          <p:spTgt spid="409"/>
                                        </p:tgtEl>
                                        <p:attrNameLst>
                                          <p:attrName>style.visibility</p:attrName>
                                        </p:attrNameLst>
                                      </p:cBhvr>
                                      <p:to>
                                        <p:strVal val="visible"/>
                                      </p:to>
                                    </p:set>
                                  </p:childTnLst>
                                </p:cTn>
                              </p:par>
                            </p:childTnLst>
                          </p:cTn>
                        </p:par>
                        <p:par>
                          <p:cTn id="176" fill="hold">
                            <p:stCondLst>
                              <p:cond delay="2000"/>
                            </p:stCondLst>
                            <p:childTnLst>
                              <p:par>
                                <p:cTn id="177" presetClass="entr" nodeType="afterEffect" presetSubtype="0" presetID="1" grpId="44" fill="hold">
                                  <p:stCondLst>
                                    <p:cond delay="0"/>
                                  </p:stCondLst>
                                  <p:iterate type="el" backwards="0">
                                    <p:tmAbs val="0"/>
                                  </p:iterate>
                                  <p:childTnLst>
                                    <p:set>
                                      <p:cBhvr>
                                        <p:cTn id="178" fill="hold"/>
                                        <p:tgtEl>
                                          <p:spTgt spid="347"/>
                                        </p:tgtEl>
                                        <p:attrNameLst>
                                          <p:attrName>style.visibility</p:attrName>
                                        </p:attrNameLst>
                                      </p:cBhvr>
                                      <p:to>
                                        <p:strVal val="visible"/>
                                      </p:to>
                                    </p:set>
                                  </p:childTnLst>
                                </p:cTn>
                              </p:par>
                            </p:childTnLst>
                          </p:cTn>
                        </p:par>
                        <p:par>
                          <p:cTn id="179" fill="hold">
                            <p:stCondLst>
                              <p:cond delay="2000"/>
                            </p:stCondLst>
                            <p:childTnLst>
                              <p:par>
                                <p:cTn id="180" presetClass="entr" nodeType="afterEffect" presetSubtype="0" presetID="1" grpId="45" fill="hold">
                                  <p:stCondLst>
                                    <p:cond delay="0"/>
                                  </p:stCondLst>
                                  <p:iterate type="el" backwards="0">
                                    <p:tmAbs val="0"/>
                                  </p:iterate>
                                  <p:childTnLst>
                                    <p:set>
                                      <p:cBhvr>
                                        <p:cTn id="181" fill="hold"/>
                                        <p:tgtEl>
                                          <p:spTgt spid="361"/>
                                        </p:tgtEl>
                                        <p:attrNameLst>
                                          <p:attrName>style.visibility</p:attrName>
                                        </p:attrNameLst>
                                      </p:cBhvr>
                                      <p:to>
                                        <p:strVal val="visible"/>
                                      </p:to>
                                    </p:set>
                                  </p:childTnLst>
                                </p:cTn>
                              </p:par>
                            </p:childTnLst>
                          </p:cTn>
                        </p:par>
                        <p:par>
                          <p:cTn id="182" fill="hold">
                            <p:stCondLst>
                              <p:cond delay="2000"/>
                            </p:stCondLst>
                            <p:childTnLst>
                              <p:par>
                                <p:cTn id="183" presetClass="entr" nodeType="afterEffect" presetSubtype="0" presetID="1" grpId="46" fill="hold">
                                  <p:stCondLst>
                                    <p:cond delay="0"/>
                                  </p:stCondLst>
                                  <p:iterate type="el" backwards="0">
                                    <p:tmAbs val="0"/>
                                  </p:iterate>
                                  <p:childTnLst>
                                    <p:set>
                                      <p:cBhvr>
                                        <p:cTn id="184" fill="hold"/>
                                        <p:tgtEl>
                                          <p:spTgt spid="362"/>
                                        </p:tgtEl>
                                        <p:attrNameLst>
                                          <p:attrName>style.visibility</p:attrName>
                                        </p:attrNameLst>
                                      </p:cBhvr>
                                      <p:to>
                                        <p:strVal val="visible"/>
                                      </p:to>
                                    </p:set>
                                  </p:childTnLst>
                                </p:cTn>
                              </p:par>
                            </p:childTnLst>
                          </p:cTn>
                        </p:par>
                        <p:par>
                          <p:cTn id="185" fill="hold">
                            <p:stCondLst>
                              <p:cond delay="2000"/>
                            </p:stCondLst>
                            <p:childTnLst>
                              <p:par>
                                <p:cTn id="186" presetClass="entr" nodeType="afterEffect" presetSubtype="0" presetID="1" grpId="47" fill="hold">
                                  <p:stCondLst>
                                    <p:cond delay="0"/>
                                  </p:stCondLst>
                                  <p:iterate type="el" backwards="0">
                                    <p:tmAbs val="0"/>
                                  </p:iterate>
                                  <p:childTnLst>
                                    <p:set>
                                      <p:cBhvr>
                                        <p:cTn id="187" fill="hold"/>
                                        <p:tgtEl>
                                          <p:spTgt spid="363"/>
                                        </p:tgtEl>
                                        <p:attrNameLst>
                                          <p:attrName>style.visibility</p:attrName>
                                        </p:attrNameLst>
                                      </p:cBhvr>
                                      <p:to>
                                        <p:strVal val="visible"/>
                                      </p:to>
                                    </p:set>
                                  </p:childTnLst>
                                </p:cTn>
                              </p:par>
                            </p:childTnLst>
                          </p:cTn>
                        </p:par>
                        <p:par>
                          <p:cTn id="188" fill="hold">
                            <p:stCondLst>
                              <p:cond delay="2000"/>
                            </p:stCondLst>
                            <p:childTnLst>
                              <p:par>
                                <p:cTn id="189" presetClass="entr" nodeType="afterEffect" presetSubtype="0" presetID="1" grpId="48" fill="hold">
                                  <p:stCondLst>
                                    <p:cond delay="0"/>
                                  </p:stCondLst>
                                  <p:iterate type="el" backwards="0">
                                    <p:tmAbs val="0"/>
                                  </p:iterate>
                                  <p:childTnLst>
                                    <p:set>
                                      <p:cBhvr>
                                        <p:cTn id="190" fill="hold"/>
                                        <p:tgtEl>
                                          <p:spTgt spid="364"/>
                                        </p:tgtEl>
                                        <p:attrNameLst>
                                          <p:attrName>style.visibility</p:attrName>
                                        </p:attrNameLst>
                                      </p:cBhvr>
                                      <p:to>
                                        <p:strVal val="visible"/>
                                      </p:to>
                                    </p:set>
                                  </p:childTnLst>
                                </p:cTn>
                              </p:par>
                            </p:childTnLst>
                          </p:cTn>
                        </p:par>
                        <p:par>
                          <p:cTn id="191" fill="hold">
                            <p:stCondLst>
                              <p:cond delay="2000"/>
                            </p:stCondLst>
                            <p:childTnLst>
                              <p:par>
                                <p:cTn id="192" presetClass="entr" nodeType="afterEffect" presetSubtype="0" presetID="1" grpId="49" fill="hold">
                                  <p:stCondLst>
                                    <p:cond delay="0"/>
                                  </p:stCondLst>
                                  <p:iterate type="el" backwards="0">
                                    <p:tmAbs val="0"/>
                                  </p:iterate>
                                  <p:childTnLst>
                                    <p:set>
                                      <p:cBhvr>
                                        <p:cTn id="193" fill="hold"/>
                                        <p:tgtEl>
                                          <p:spTgt spid="365"/>
                                        </p:tgtEl>
                                        <p:attrNameLst>
                                          <p:attrName>style.visibility</p:attrName>
                                        </p:attrNameLst>
                                      </p:cBhvr>
                                      <p:to>
                                        <p:strVal val="visible"/>
                                      </p:to>
                                    </p:set>
                                  </p:childTnLst>
                                </p:cTn>
                              </p:par>
                            </p:childTnLst>
                          </p:cTn>
                        </p:par>
                        <p:par>
                          <p:cTn id="194" fill="hold">
                            <p:stCondLst>
                              <p:cond delay="2000"/>
                            </p:stCondLst>
                            <p:childTnLst>
                              <p:par>
                                <p:cTn id="195" presetClass="entr" nodeType="afterEffect" presetSubtype="0" presetID="1" grpId="50" fill="hold">
                                  <p:stCondLst>
                                    <p:cond delay="0"/>
                                  </p:stCondLst>
                                  <p:iterate type="el" backwards="0">
                                    <p:tmAbs val="0"/>
                                  </p:iterate>
                                  <p:childTnLst>
                                    <p:set>
                                      <p:cBhvr>
                                        <p:cTn id="196" fill="hold"/>
                                        <p:tgtEl>
                                          <p:spTgt spid="366"/>
                                        </p:tgtEl>
                                        <p:attrNameLst>
                                          <p:attrName>style.visibility</p:attrName>
                                        </p:attrNameLst>
                                      </p:cBhvr>
                                      <p:to>
                                        <p:strVal val="visible"/>
                                      </p:to>
                                    </p:set>
                                  </p:childTnLst>
                                </p:cTn>
                              </p:par>
                            </p:childTnLst>
                          </p:cTn>
                        </p:par>
                        <p:par>
                          <p:cTn id="197" fill="hold">
                            <p:stCondLst>
                              <p:cond delay="2000"/>
                            </p:stCondLst>
                            <p:childTnLst>
                              <p:par>
                                <p:cTn id="198" presetClass="entr" nodeType="afterEffect" presetID="10" grpId="51" fill="hold">
                                  <p:stCondLst>
                                    <p:cond delay="0"/>
                                  </p:stCondLst>
                                  <p:iterate type="el" backwards="0">
                                    <p:tmAbs val="0"/>
                                  </p:iterate>
                                  <p:childTnLst>
                                    <p:set>
                                      <p:cBhvr>
                                        <p:cTn id="199" fill="hold"/>
                                        <p:tgtEl>
                                          <p:spTgt spid="323"/>
                                        </p:tgtEl>
                                        <p:attrNameLst>
                                          <p:attrName>style.visibility</p:attrName>
                                        </p:attrNameLst>
                                      </p:cBhvr>
                                      <p:to>
                                        <p:strVal val="visible"/>
                                      </p:to>
                                    </p:set>
                                    <p:animEffect filter="fade" transition="in">
                                      <p:cBhvr>
                                        <p:cTn id="200" dur="500"/>
                                        <p:tgtEl>
                                          <p:spTgt spid="323"/>
                                        </p:tgtEl>
                                      </p:cBhvr>
                                    </p:animEffect>
                                  </p:childTnLst>
                                </p:cTn>
                              </p:par>
                            </p:childTnLst>
                          </p:cTn>
                        </p:par>
                        <p:par>
                          <p:cTn id="201" fill="hold">
                            <p:stCondLst>
                              <p:cond delay="2500"/>
                            </p:stCondLst>
                            <p:childTnLst>
                              <p:par>
                                <p:cTn id="202" presetClass="entr" nodeType="afterEffect" presetID="10" grpId="52" fill="hold">
                                  <p:stCondLst>
                                    <p:cond delay="0"/>
                                  </p:stCondLst>
                                  <p:iterate type="el" backwards="0">
                                    <p:tmAbs val="0"/>
                                  </p:iterate>
                                  <p:childTnLst>
                                    <p:set>
                                      <p:cBhvr>
                                        <p:cTn id="203" fill="hold"/>
                                        <p:tgtEl>
                                          <p:spTgt spid="324"/>
                                        </p:tgtEl>
                                        <p:attrNameLst>
                                          <p:attrName>style.visibility</p:attrName>
                                        </p:attrNameLst>
                                      </p:cBhvr>
                                      <p:to>
                                        <p:strVal val="visible"/>
                                      </p:to>
                                    </p:set>
                                    <p:animEffect filter="fade" transition="in">
                                      <p:cBhvr>
                                        <p:cTn id="204" dur="500"/>
                                        <p:tgtEl>
                                          <p:spTgt spid="324"/>
                                        </p:tgtEl>
                                      </p:cBhvr>
                                    </p:animEffect>
                                  </p:childTnLst>
                                </p:cTn>
                              </p:par>
                            </p:childTnLst>
                          </p:cTn>
                        </p:par>
                        <p:par>
                          <p:cTn id="205" fill="hold">
                            <p:stCondLst>
                              <p:cond delay="3000"/>
                            </p:stCondLst>
                            <p:childTnLst>
                              <p:par>
                                <p:cTn id="206" presetClass="entr" nodeType="afterEffect" presetID="10" grpId="53" fill="hold">
                                  <p:stCondLst>
                                    <p:cond delay="0"/>
                                  </p:stCondLst>
                                  <p:iterate type="el" backwards="0">
                                    <p:tmAbs val="0"/>
                                  </p:iterate>
                                  <p:childTnLst>
                                    <p:set>
                                      <p:cBhvr>
                                        <p:cTn id="207" fill="hold"/>
                                        <p:tgtEl>
                                          <p:spTgt spid="325"/>
                                        </p:tgtEl>
                                        <p:attrNameLst>
                                          <p:attrName>style.visibility</p:attrName>
                                        </p:attrNameLst>
                                      </p:cBhvr>
                                      <p:to>
                                        <p:strVal val="visible"/>
                                      </p:to>
                                    </p:set>
                                    <p:animEffect filter="fade" transition="in">
                                      <p:cBhvr>
                                        <p:cTn id="208" dur="500"/>
                                        <p:tgtEl>
                                          <p:spTgt spid="325"/>
                                        </p:tgtEl>
                                      </p:cBhvr>
                                    </p:animEffect>
                                  </p:childTnLst>
                                </p:cTn>
                              </p:par>
                            </p:childTnLst>
                          </p:cTn>
                        </p:par>
                        <p:par>
                          <p:cTn id="209" fill="hold">
                            <p:stCondLst>
                              <p:cond delay="3500"/>
                            </p:stCondLst>
                            <p:childTnLst>
                              <p:par>
                                <p:cTn id="210" presetClass="entr" nodeType="afterEffect" presetID="10" grpId="54" fill="hold">
                                  <p:stCondLst>
                                    <p:cond delay="0"/>
                                  </p:stCondLst>
                                  <p:iterate type="el" backwards="0">
                                    <p:tmAbs val="0"/>
                                  </p:iterate>
                                  <p:childTnLst>
                                    <p:set>
                                      <p:cBhvr>
                                        <p:cTn id="211" fill="hold"/>
                                        <p:tgtEl>
                                          <p:spTgt spid="326"/>
                                        </p:tgtEl>
                                        <p:attrNameLst>
                                          <p:attrName>style.visibility</p:attrName>
                                        </p:attrNameLst>
                                      </p:cBhvr>
                                      <p:to>
                                        <p:strVal val="visible"/>
                                      </p:to>
                                    </p:set>
                                    <p:animEffect filter="fade" transition="in">
                                      <p:cBhvr>
                                        <p:cTn id="212" dur="500"/>
                                        <p:tgtEl>
                                          <p:spTgt spid="326"/>
                                        </p:tgtEl>
                                      </p:cBhvr>
                                    </p:animEffect>
                                  </p:childTnLst>
                                </p:cTn>
                              </p:par>
                            </p:childTnLst>
                          </p:cTn>
                        </p:par>
                        <p:par>
                          <p:cTn id="213" fill="hold">
                            <p:stCondLst>
                              <p:cond delay="4000"/>
                            </p:stCondLst>
                            <p:childTnLst>
                              <p:par>
                                <p:cTn id="214" presetClass="entr" nodeType="afterEffect" presetID="10" grpId="55" fill="hold">
                                  <p:stCondLst>
                                    <p:cond delay="0"/>
                                  </p:stCondLst>
                                  <p:iterate type="el" backwards="0">
                                    <p:tmAbs val="0"/>
                                  </p:iterate>
                                  <p:childTnLst>
                                    <p:set>
                                      <p:cBhvr>
                                        <p:cTn id="215" fill="hold"/>
                                        <p:tgtEl>
                                          <p:spTgt spid="327"/>
                                        </p:tgtEl>
                                        <p:attrNameLst>
                                          <p:attrName>style.visibility</p:attrName>
                                        </p:attrNameLst>
                                      </p:cBhvr>
                                      <p:to>
                                        <p:strVal val="visible"/>
                                      </p:to>
                                    </p:set>
                                    <p:animEffect filter="fade" transition="in">
                                      <p:cBhvr>
                                        <p:cTn id="216" dur="500"/>
                                        <p:tgtEl>
                                          <p:spTgt spid="327"/>
                                        </p:tgtEl>
                                      </p:cBhvr>
                                    </p:animEffect>
                                  </p:childTnLst>
                                </p:cTn>
                              </p:par>
                            </p:childTnLst>
                          </p:cTn>
                        </p:par>
                        <p:par>
                          <p:cTn id="217" fill="hold">
                            <p:stCondLst>
                              <p:cond delay="4500"/>
                            </p:stCondLst>
                            <p:childTnLst>
                              <p:par>
                                <p:cTn id="218" presetClass="entr" nodeType="afterEffect" presetID="10" grpId="56" fill="hold">
                                  <p:stCondLst>
                                    <p:cond delay="0"/>
                                  </p:stCondLst>
                                  <p:iterate type="el" backwards="0">
                                    <p:tmAbs val="0"/>
                                  </p:iterate>
                                  <p:childTnLst>
                                    <p:set>
                                      <p:cBhvr>
                                        <p:cTn id="219" fill="hold"/>
                                        <p:tgtEl>
                                          <p:spTgt spid="328"/>
                                        </p:tgtEl>
                                        <p:attrNameLst>
                                          <p:attrName>style.visibility</p:attrName>
                                        </p:attrNameLst>
                                      </p:cBhvr>
                                      <p:to>
                                        <p:strVal val="visible"/>
                                      </p:to>
                                    </p:set>
                                    <p:animEffect filter="fade" transition="in">
                                      <p:cBhvr>
                                        <p:cTn id="220" dur="500"/>
                                        <p:tgtEl>
                                          <p:spTgt spid="328"/>
                                        </p:tgtEl>
                                      </p:cBhvr>
                                    </p:animEffect>
                                  </p:childTnLst>
                                </p:cTn>
                              </p:par>
                            </p:childTnLst>
                          </p:cTn>
                        </p:par>
                        <p:par>
                          <p:cTn id="221" fill="hold">
                            <p:stCondLst>
                              <p:cond delay="5000"/>
                            </p:stCondLst>
                            <p:childTnLst>
                              <p:par>
                                <p:cTn id="222" presetClass="entr" nodeType="afterEffect" presetID="10" grpId="57" fill="hold">
                                  <p:stCondLst>
                                    <p:cond delay="0"/>
                                  </p:stCondLst>
                                  <p:iterate type="el" backwards="0">
                                    <p:tmAbs val="0"/>
                                  </p:iterate>
                                  <p:childTnLst>
                                    <p:set>
                                      <p:cBhvr>
                                        <p:cTn id="223" fill="hold"/>
                                        <p:tgtEl>
                                          <p:spTgt spid="329"/>
                                        </p:tgtEl>
                                        <p:attrNameLst>
                                          <p:attrName>style.visibility</p:attrName>
                                        </p:attrNameLst>
                                      </p:cBhvr>
                                      <p:to>
                                        <p:strVal val="visible"/>
                                      </p:to>
                                    </p:set>
                                    <p:animEffect filter="fade" transition="in">
                                      <p:cBhvr>
                                        <p:cTn id="224" dur="500"/>
                                        <p:tgtEl>
                                          <p:spTgt spid="329"/>
                                        </p:tgtEl>
                                      </p:cBhvr>
                                    </p:animEffect>
                                  </p:childTnLst>
                                </p:cTn>
                              </p:par>
                            </p:childTnLst>
                          </p:cTn>
                        </p:par>
                        <p:par>
                          <p:cTn id="225" fill="hold">
                            <p:stCondLst>
                              <p:cond delay="5500"/>
                            </p:stCondLst>
                            <p:childTnLst>
                              <p:par>
                                <p:cTn id="226" presetClass="entr" nodeType="afterEffect" presetID="10" grpId="58" fill="hold">
                                  <p:stCondLst>
                                    <p:cond delay="0"/>
                                  </p:stCondLst>
                                  <p:iterate type="el" backwards="0">
                                    <p:tmAbs val="0"/>
                                  </p:iterate>
                                  <p:childTnLst>
                                    <p:set>
                                      <p:cBhvr>
                                        <p:cTn id="227" fill="hold"/>
                                        <p:tgtEl>
                                          <p:spTgt spid="330"/>
                                        </p:tgtEl>
                                        <p:attrNameLst>
                                          <p:attrName>style.visibility</p:attrName>
                                        </p:attrNameLst>
                                      </p:cBhvr>
                                      <p:to>
                                        <p:strVal val="visible"/>
                                      </p:to>
                                    </p:set>
                                    <p:animEffect filter="fade" transition="in">
                                      <p:cBhvr>
                                        <p:cTn id="228" dur="500"/>
                                        <p:tgtEl>
                                          <p:spTgt spid="330"/>
                                        </p:tgtEl>
                                      </p:cBhvr>
                                    </p:animEffect>
                                  </p:childTnLst>
                                </p:cTn>
                              </p:par>
                            </p:childTnLst>
                          </p:cTn>
                        </p:par>
                        <p:par>
                          <p:cTn id="229" fill="hold">
                            <p:stCondLst>
                              <p:cond delay="6000"/>
                            </p:stCondLst>
                            <p:childTnLst>
                              <p:par>
                                <p:cTn id="230" presetClass="entr" nodeType="afterEffect" presetID="10" grpId="59" fill="hold">
                                  <p:stCondLst>
                                    <p:cond delay="0"/>
                                  </p:stCondLst>
                                  <p:iterate type="el" backwards="0">
                                    <p:tmAbs val="0"/>
                                  </p:iterate>
                                  <p:childTnLst>
                                    <p:set>
                                      <p:cBhvr>
                                        <p:cTn id="231" fill="hold"/>
                                        <p:tgtEl>
                                          <p:spTgt spid="331"/>
                                        </p:tgtEl>
                                        <p:attrNameLst>
                                          <p:attrName>style.visibility</p:attrName>
                                        </p:attrNameLst>
                                      </p:cBhvr>
                                      <p:to>
                                        <p:strVal val="visible"/>
                                      </p:to>
                                    </p:set>
                                    <p:animEffect filter="fade" transition="in">
                                      <p:cBhvr>
                                        <p:cTn id="232" dur="500"/>
                                        <p:tgtEl>
                                          <p:spTgt spid="331"/>
                                        </p:tgtEl>
                                      </p:cBhvr>
                                    </p:animEffect>
                                  </p:childTnLst>
                                </p:cTn>
                              </p:par>
                            </p:childTnLst>
                          </p:cTn>
                        </p:par>
                        <p:par>
                          <p:cTn id="233" fill="hold">
                            <p:stCondLst>
                              <p:cond delay="6500"/>
                            </p:stCondLst>
                            <p:childTnLst>
                              <p:par>
                                <p:cTn id="234" presetClass="entr" nodeType="afterEffect" presetID="10" grpId="60" fill="hold">
                                  <p:stCondLst>
                                    <p:cond delay="0"/>
                                  </p:stCondLst>
                                  <p:iterate type="el" backwards="0">
                                    <p:tmAbs val="0"/>
                                  </p:iterate>
                                  <p:childTnLst>
                                    <p:set>
                                      <p:cBhvr>
                                        <p:cTn id="235" fill="hold"/>
                                        <p:tgtEl>
                                          <p:spTgt spid="332"/>
                                        </p:tgtEl>
                                        <p:attrNameLst>
                                          <p:attrName>style.visibility</p:attrName>
                                        </p:attrNameLst>
                                      </p:cBhvr>
                                      <p:to>
                                        <p:strVal val="visible"/>
                                      </p:to>
                                    </p:set>
                                    <p:animEffect filter="fade" transition="in">
                                      <p:cBhvr>
                                        <p:cTn id="236" dur="500"/>
                                        <p:tgtEl>
                                          <p:spTgt spid="332"/>
                                        </p:tgtEl>
                                      </p:cBhvr>
                                    </p:animEffect>
                                  </p:childTnLst>
                                </p:cTn>
                              </p:par>
                            </p:childTnLst>
                          </p:cTn>
                        </p:par>
                        <p:par>
                          <p:cTn id="237" fill="hold">
                            <p:stCondLst>
                              <p:cond delay="7000"/>
                            </p:stCondLst>
                            <p:childTnLst>
                              <p:par>
                                <p:cTn id="238" presetClass="entr" nodeType="afterEffect" presetID="10" grpId="61" fill="hold">
                                  <p:stCondLst>
                                    <p:cond delay="0"/>
                                  </p:stCondLst>
                                  <p:iterate type="el" backwards="0">
                                    <p:tmAbs val="0"/>
                                  </p:iterate>
                                  <p:childTnLst>
                                    <p:set>
                                      <p:cBhvr>
                                        <p:cTn id="239" fill="hold"/>
                                        <p:tgtEl>
                                          <p:spTgt spid="333"/>
                                        </p:tgtEl>
                                        <p:attrNameLst>
                                          <p:attrName>style.visibility</p:attrName>
                                        </p:attrNameLst>
                                      </p:cBhvr>
                                      <p:to>
                                        <p:strVal val="visible"/>
                                      </p:to>
                                    </p:set>
                                    <p:animEffect filter="fade" transition="in">
                                      <p:cBhvr>
                                        <p:cTn id="240" dur="500"/>
                                        <p:tgtEl>
                                          <p:spTgt spid="333"/>
                                        </p:tgtEl>
                                      </p:cBhvr>
                                    </p:animEffect>
                                  </p:childTnLst>
                                </p:cTn>
                              </p:par>
                            </p:childTnLst>
                          </p:cTn>
                        </p:par>
                        <p:par>
                          <p:cTn id="241" fill="hold">
                            <p:stCondLst>
                              <p:cond delay="7500"/>
                            </p:stCondLst>
                            <p:childTnLst>
                              <p:par>
                                <p:cTn id="242" presetClass="entr" nodeType="afterEffect" presetID="10" grpId="62" fill="hold">
                                  <p:stCondLst>
                                    <p:cond delay="0"/>
                                  </p:stCondLst>
                                  <p:iterate type="el" backwards="0">
                                    <p:tmAbs val="0"/>
                                  </p:iterate>
                                  <p:childTnLst>
                                    <p:set>
                                      <p:cBhvr>
                                        <p:cTn id="243" fill="hold"/>
                                        <p:tgtEl>
                                          <p:spTgt spid="334"/>
                                        </p:tgtEl>
                                        <p:attrNameLst>
                                          <p:attrName>style.visibility</p:attrName>
                                        </p:attrNameLst>
                                      </p:cBhvr>
                                      <p:to>
                                        <p:strVal val="visible"/>
                                      </p:to>
                                    </p:set>
                                    <p:animEffect filter="fade" transition="in">
                                      <p:cBhvr>
                                        <p:cTn id="244" dur="500"/>
                                        <p:tgtEl>
                                          <p:spTgt spid="334"/>
                                        </p:tgtEl>
                                      </p:cBhvr>
                                    </p:animEffect>
                                  </p:childTnLst>
                                </p:cTn>
                              </p:par>
                            </p:childTnLst>
                          </p:cTn>
                        </p:par>
                        <p:par>
                          <p:cTn id="245" fill="hold">
                            <p:stCondLst>
                              <p:cond delay="8000"/>
                            </p:stCondLst>
                            <p:childTnLst>
                              <p:par>
                                <p:cTn id="246" presetClass="entr" nodeType="afterEffect" presetID="10" grpId="63" fill="hold">
                                  <p:stCondLst>
                                    <p:cond delay="0"/>
                                  </p:stCondLst>
                                  <p:iterate type="el" backwards="0">
                                    <p:tmAbs val="0"/>
                                  </p:iterate>
                                  <p:childTnLst>
                                    <p:set>
                                      <p:cBhvr>
                                        <p:cTn id="247" fill="hold"/>
                                        <p:tgtEl>
                                          <p:spTgt spid="335"/>
                                        </p:tgtEl>
                                        <p:attrNameLst>
                                          <p:attrName>style.visibility</p:attrName>
                                        </p:attrNameLst>
                                      </p:cBhvr>
                                      <p:to>
                                        <p:strVal val="visible"/>
                                      </p:to>
                                    </p:set>
                                    <p:animEffect filter="fade" transition="in">
                                      <p:cBhvr>
                                        <p:cTn id="248" dur="500"/>
                                        <p:tgtEl>
                                          <p:spTgt spid="335"/>
                                        </p:tgtEl>
                                      </p:cBhvr>
                                    </p:animEffect>
                                  </p:childTnLst>
                                </p:cTn>
                              </p:par>
                            </p:childTnLst>
                          </p:cTn>
                        </p:par>
                        <p:par>
                          <p:cTn id="249" fill="hold">
                            <p:stCondLst>
                              <p:cond delay="8500"/>
                            </p:stCondLst>
                            <p:childTnLst>
                              <p:par>
                                <p:cTn id="250" presetClass="entr" nodeType="afterEffect" presetID="10" grpId="64" fill="hold">
                                  <p:stCondLst>
                                    <p:cond delay="0"/>
                                  </p:stCondLst>
                                  <p:iterate type="el" backwards="0">
                                    <p:tmAbs val="0"/>
                                  </p:iterate>
                                  <p:childTnLst>
                                    <p:set>
                                      <p:cBhvr>
                                        <p:cTn id="251" fill="hold"/>
                                        <p:tgtEl>
                                          <p:spTgt spid="336"/>
                                        </p:tgtEl>
                                        <p:attrNameLst>
                                          <p:attrName>style.visibility</p:attrName>
                                        </p:attrNameLst>
                                      </p:cBhvr>
                                      <p:to>
                                        <p:strVal val="visible"/>
                                      </p:to>
                                    </p:set>
                                    <p:animEffect filter="fade" transition="in">
                                      <p:cBhvr>
                                        <p:cTn id="252" dur="500"/>
                                        <p:tgtEl>
                                          <p:spTgt spid="336"/>
                                        </p:tgtEl>
                                      </p:cBhvr>
                                    </p:animEffect>
                                  </p:childTnLst>
                                </p:cTn>
                              </p:par>
                            </p:childTnLst>
                          </p:cTn>
                        </p:par>
                        <p:par>
                          <p:cTn id="253" fill="hold">
                            <p:stCondLst>
                              <p:cond delay="9000"/>
                            </p:stCondLst>
                            <p:childTnLst>
                              <p:par>
                                <p:cTn id="254" presetClass="entr" nodeType="afterEffect" presetID="10" grpId="65" fill="hold">
                                  <p:stCondLst>
                                    <p:cond delay="0"/>
                                  </p:stCondLst>
                                  <p:iterate type="el" backwards="0">
                                    <p:tmAbs val="0"/>
                                  </p:iterate>
                                  <p:childTnLst>
                                    <p:set>
                                      <p:cBhvr>
                                        <p:cTn id="255" fill="hold"/>
                                        <p:tgtEl>
                                          <p:spTgt spid="337"/>
                                        </p:tgtEl>
                                        <p:attrNameLst>
                                          <p:attrName>style.visibility</p:attrName>
                                        </p:attrNameLst>
                                      </p:cBhvr>
                                      <p:to>
                                        <p:strVal val="visible"/>
                                      </p:to>
                                    </p:set>
                                    <p:animEffect filter="fade" transition="in">
                                      <p:cBhvr>
                                        <p:cTn id="256" dur="500"/>
                                        <p:tgtEl>
                                          <p:spTgt spid="337"/>
                                        </p:tgtEl>
                                      </p:cBhvr>
                                    </p:animEffect>
                                  </p:childTnLst>
                                </p:cTn>
                              </p:par>
                            </p:childTnLst>
                          </p:cTn>
                        </p:par>
                        <p:par>
                          <p:cTn id="257" fill="hold">
                            <p:stCondLst>
                              <p:cond delay="9500"/>
                            </p:stCondLst>
                            <p:childTnLst>
                              <p:par>
                                <p:cTn id="258" presetClass="entr" nodeType="afterEffect" presetID="10" grpId="66" fill="hold">
                                  <p:stCondLst>
                                    <p:cond delay="0"/>
                                  </p:stCondLst>
                                  <p:iterate type="el" backwards="0">
                                    <p:tmAbs val="0"/>
                                  </p:iterate>
                                  <p:childTnLst>
                                    <p:set>
                                      <p:cBhvr>
                                        <p:cTn id="259" fill="hold"/>
                                        <p:tgtEl>
                                          <p:spTgt spid="338"/>
                                        </p:tgtEl>
                                        <p:attrNameLst>
                                          <p:attrName>style.visibility</p:attrName>
                                        </p:attrNameLst>
                                      </p:cBhvr>
                                      <p:to>
                                        <p:strVal val="visible"/>
                                      </p:to>
                                    </p:set>
                                    <p:animEffect filter="fade" transition="in">
                                      <p:cBhvr>
                                        <p:cTn id="260" dur="500"/>
                                        <p:tgtEl>
                                          <p:spTgt spid="338"/>
                                        </p:tgtEl>
                                      </p:cBhvr>
                                    </p:animEffect>
                                  </p:childTnLst>
                                </p:cTn>
                              </p:par>
                            </p:childTnLst>
                          </p:cTn>
                        </p:par>
                        <p:par>
                          <p:cTn id="261" fill="hold">
                            <p:stCondLst>
                              <p:cond delay="10000"/>
                            </p:stCondLst>
                            <p:childTnLst>
                              <p:par>
                                <p:cTn id="262" presetClass="entr" nodeType="afterEffect" presetID="10" grpId="67" fill="hold">
                                  <p:stCondLst>
                                    <p:cond delay="0"/>
                                  </p:stCondLst>
                                  <p:iterate type="el" backwards="0">
                                    <p:tmAbs val="0"/>
                                  </p:iterate>
                                  <p:childTnLst>
                                    <p:set>
                                      <p:cBhvr>
                                        <p:cTn id="263" fill="hold"/>
                                        <p:tgtEl>
                                          <p:spTgt spid="367"/>
                                        </p:tgtEl>
                                        <p:attrNameLst>
                                          <p:attrName>style.visibility</p:attrName>
                                        </p:attrNameLst>
                                      </p:cBhvr>
                                      <p:to>
                                        <p:strVal val="visible"/>
                                      </p:to>
                                    </p:set>
                                    <p:animEffect filter="fade" transition="in">
                                      <p:cBhvr>
                                        <p:cTn id="264" dur="500"/>
                                        <p:tgtEl>
                                          <p:spTgt spid="367"/>
                                        </p:tgtEl>
                                      </p:cBhvr>
                                    </p:animEffect>
                                  </p:childTnLst>
                                </p:cTn>
                              </p:par>
                            </p:childTnLst>
                          </p:cTn>
                        </p:par>
                        <p:par>
                          <p:cTn id="265" fill="hold">
                            <p:stCondLst>
                              <p:cond delay="10500"/>
                            </p:stCondLst>
                            <p:childTnLst>
                              <p:par>
                                <p:cTn id="266" presetClass="entr" nodeType="afterEffect" presetID="10" grpId="68" fill="hold">
                                  <p:stCondLst>
                                    <p:cond delay="0"/>
                                  </p:stCondLst>
                                  <p:iterate type="el" backwards="0">
                                    <p:tmAbs val="0"/>
                                  </p:iterate>
                                  <p:childTnLst>
                                    <p:set>
                                      <p:cBhvr>
                                        <p:cTn id="267" fill="hold"/>
                                        <p:tgtEl>
                                          <p:spTgt spid="368"/>
                                        </p:tgtEl>
                                        <p:attrNameLst>
                                          <p:attrName>style.visibility</p:attrName>
                                        </p:attrNameLst>
                                      </p:cBhvr>
                                      <p:to>
                                        <p:strVal val="visible"/>
                                      </p:to>
                                    </p:set>
                                    <p:animEffect filter="fade" transition="in">
                                      <p:cBhvr>
                                        <p:cTn id="268" dur="500"/>
                                        <p:tgtEl>
                                          <p:spTgt spid="368"/>
                                        </p:tgtEl>
                                      </p:cBhvr>
                                    </p:animEffect>
                                  </p:childTnLst>
                                </p:cTn>
                              </p:par>
                            </p:childTnLst>
                          </p:cTn>
                        </p:par>
                        <p:par>
                          <p:cTn id="269" fill="hold">
                            <p:stCondLst>
                              <p:cond delay="11000"/>
                            </p:stCondLst>
                            <p:childTnLst>
                              <p:par>
                                <p:cTn id="270" presetClass="entr" nodeType="afterEffect" presetID="10" grpId="69" fill="hold">
                                  <p:stCondLst>
                                    <p:cond delay="0"/>
                                  </p:stCondLst>
                                  <p:iterate type="el" backwards="0">
                                    <p:tmAbs val="0"/>
                                  </p:iterate>
                                  <p:childTnLst>
                                    <p:set>
                                      <p:cBhvr>
                                        <p:cTn id="271" fill="hold"/>
                                        <p:tgtEl>
                                          <p:spTgt spid="369"/>
                                        </p:tgtEl>
                                        <p:attrNameLst>
                                          <p:attrName>style.visibility</p:attrName>
                                        </p:attrNameLst>
                                      </p:cBhvr>
                                      <p:to>
                                        <p:strVal val="visible"/>
                                      </p:to>
                                    </p:set>
                                    <p:animEffect filter="fade" transition="in">
                                      <p:cBhvr>
                                        <p:cTn id="272" dur="500"/>
                                        <p:tgtEl>
                                          <p:spTgt spid="369"/>
                                        </p:tgtEl>
                                      </p:cBhvr>
                                    </p:animEffect>
                                  </p:childTnLst>
                                </p:cTn>
                              </p:par>
                            </p:childTnLst>
                          </p:cTn>
                        </p:par>
                        <p:par>
                          <p:cTn id="273" fill="hold">
                            <p:stCondLst>
                              <p:cond delay="11500"/>
                            </p:stCondLst>
                            <p:childTnLst>
                              <p:par>
                                <p:cTn id="274" presetClass="entr" nodeType="afterEffect" presetID="10" grpId="70" fill="hold">
                                  <p:stCondLst>
                                    <p:cond delay="0"/>
                                  </p:stCondLst>
                                  <p:iterate type="el" backwards="0">
                                    <p:tmAbs val="0"/>
                                  </p:iterate>
                                  <p:childTnLst>
                                    <p:set>
                                      <p:cBhvr>
                                        <p:cTn id="275" fill="hold"/>
                                        <p:tgtEl>
                                          <p:spTgt spid="370"/>
                                        </p:tgtEl>
                                        <p:attrNameLst>
                                          <p:attrName>style.visibility</p:attrName>
                                        </p:attrNameLst>
                                      </p:cBhvr>
                                      <p:to>
                                        <p:strVal val="visible"/>
                                      </p:to>
                                    </p:set>
                                    <p:animEffect filter="fade" transition="in">
                                      <p:cBhvr>
                                        <p:cTn id="276" dur="500"/>
                                        <p:tgtEl>
                                          <p:spTgt spid="370"/>
                                        </p:tgtEl>
                                      </p:cBhvr>
                                    </p:animEffect>
                                  </p:childTnLst>
                                </p:cTn>
                              </p:par>
                            </p:childTnLst>
                          </p:cTn>
                        </p:par>
                        <p:par>
                          <p:cTn id="277" fill="hold">
                            <p:stCondLst>
                              <p:cond delay="12000"/>
                            </p:stCondLst>
                            <p:childTnLst>
                              <p:par>
                                <p:cTn id="278" presetClass="entr" nodeType="afterEffect" presetID="10" grpId="71" fill="hold">
                                  <p:stCondLst>
                                    <p:cond delay="0"/>
                                  </p:stCondLst>
                                  <p:iterate type="el" backwards="0">
                                    <p:tmAbs val="0"/>
                                  </p:iterate>
                                  <p:childTnLst>
                                    <p:set>
                                      <p:cBhvr>
                                        <p:cTn id="279" fill="hold"/>
                                        <p:tgtEl>
                                          <p:spTgt spid="371"/>
                                        </p:tgtEl>
                                        <p:attrNameLst>
                                          <p:attrName>style.visibility</p:attrName>
                                        </p:attrNameLst>
                                      </p:cBhvr>
                                      <p:to>
                                        <p:strVal val="visible"/>
                                      </p:to>
                                    </p:set>
                                    <p:animEffect filter="fade" transition="in">
                                      <p:cBhvr>
                                        <p:cTn id="280" dur="500"/>
                                        <p:tgtEl>
                                          <p:spTgt spid="371"/>
                                        </p:tgtEl>
                                      </p:cBhvr>
                                    </p:animEffect>
                                  </p:childTnLst>
                                </p:cTn>
                              </p:par>
                            </p:childTnLst>
                          </p:cTn>
                        </p:par>
                        <p:par>
                          <p:cTn id="281" fill="hold">
                            <p:stCondLst>
                              <p:cond delay="12500"/>
                            </p:stCondLst>
                            <p:childTnLst>
                              <p:par>
                                <p:cTn id="282" presetClass="entr" nodeType="afterEffect" presetID="10" grpId="72" fill="hold">
                                  <p:stCondLst>
                                    <p:cond delay="0"/>
                                  </p:stCondLst>
                                  <p:iterate type="el" backwards="0">
                                    <p:tmAbs val="0"/>
                                  </p:iterate>
                                  <p:childTnLst>
                                    <p:set>
                                      <p:cBhvr>
                                        <p:cTn id="283" fill="hold"/>
                                        <p:tgtEl>
                                          <p:spTgt spid="372"/>
                                        </p:tgtEl>
                                        <p:attrNameLst>
                                          <p:attrName>style.visibility</p:attrName>
                                        </p:attrNameLst>
                                      </p:cBhvr>
                                      <p:to>
                                        <p:strVal val="visible"/>
                                      </p:to>
                                    </p:set>
                                    <p:animEffect filter="fade" transition="in">
                                      <p:cBhvr>
                                        <p:cTn id="284" dur="500"/>
                                        <p:tgtEl>
                                          <p:spTgt spid="372"/>
                                        </p:tgtEl>
                                      </p:cBhvr>
                                    </p:animEffect>
                                  </p:childTnLst>
                                </p:cTn>
                              </p:par>
                            </p:childTnLst>
                          </p:cTn>
                        </p:par>
                        <p:par>
                          <p:cTn id="285" fill="hold">
                            <p:stCondLst>
                              <p:cond delay="13000"/>
                            </p:stCondLst>
                            <p:childTnLst>
                              <p:par>
                                <p:cTn id="286" presetClass="entr" nodeType="afterEffect" presetID="10" grpId="73" fill="hold">
                                  <p:stCondLst>
                                    <p:cond delay="0"/>
                                  </p:stCondLst>
                                  <p:iterate type="el" backwards="0">
                                    <p:tmAbs val="0"/>
                                  </p:iterate>
                                  <p:childTnLst>
                                    <p:set>
                                      <p:cBhvr>
                                        <p:cTn id="287" fill="hold"/>
                                        <p:tgtEl>
                                          <p:spTgt spid="373"/>
                                        </p:tgtEl>
                                        <p:attrNameLst>
                                          <p:attrName>style.visibility</p:attrName>
                                        </p:attrNameLst>
                                      </p:cBhvr>
                                      <p:to>
                                        <p:strVal val="visible"/>
                                      </p:to>
                                    </p:set>
                                    <p:animEffect filter="fade" transition="in">
                                      <p:cBhvr>
                                        <p:cTn id="288" dur="500"/>
                                        <p:tgtEl>
                                          <p:spTgt spid="373"/>
                                        </p:tgtEl>
                                      </p:cBhvr>
                                    </p:animEffect>
                                  </p:childTnLst>
                                </p:cTn>
                              </p:par>
                            </p:childTnLst>
                          </p:cTn>
                        </p:par>
                        <p:par>
                          <p:cTn id="289" fill="hold">
                            <p:stCondLst>
                              <p:cond delay="13500"/>
                            </p:stCondLst>
                            <p:childTnLst>
                              <p:par>
                                <p:cTn id="290" presetClass="entr" nodeType="afterEffect" presetID="10" grpId="74" fill="hold">
                                  <p:stCondLst>
                                    <p:cond delay="0"/>
                                  </p:stCondLst>
                                  <p:iterate type="el" backwards="0">
                                    <p:tmAbs val="0"/>
                                  </p:iterate>
                                  <p:childTnLst>
                                    <p:set>
                                      <p:cBhvr>
                                        <p:cTn id="291" fill="hold"/>
                                        <p:tgtEl>
                                          <p:spTgt spid="374"/>
                                        </p:tgtEl>
                                        <p:attrNameLst>
                                          <p:attrName>style.visibility</p:attrName>
                                        </p:attrNameLst>
                                      </p:cBhvr>
                                      <p:to>
                                        <p:strVal val="visible"/>
                                      </p:to>
                                    </p:set>
                                    <p:animEffect filter="fade" transition="in">
                                      <p:cBhvr>
                                        <p:cTn id="292" dur="500"/>
                                        <p:tgtEl>
                                          <p:spTgt spid="374"/>
                                        </p:tgtEl>
                                      </p:cBhvr>
                                    </p:animEffect>
                                  </p:childTnLst>
                                </p:cTn>
                              </p:par>
                            </p:childTnLst>
                          </p:cTn>
                        </p:par>
                        <p:par>
                          <p:cTn id="293" fill="hold">
                            <p:stCondLst>
                              <p:cond delay="14000"/>
                            </p:stCondLst>
                            <p:childTnLst>
                              <p:par>
                                <p:cTn id="294" presetClass="entr" nodeType="afterEffect" presetID="10" grpId="75" fill="hold">
                                  <p:stCondLst>
                                    <p:cond delay="0"/>
                                  </p:stCondLst>
                                  <p:iterate type="el" backwards="0">
                                    <p:tmAbs val="0"/>
                                  </p:iterate>
                                  <p:childTnLst>
                                    <p:set>
                                      <p:cBhvr>
                                        <p:cTn id="295" fill="hold"/>
                                        <p:tgtEl>
                                          <p:spTgt spid="375"/>
                                        </p:tgtEl>
                                        <p:attrNameLst>
                                          <p:attrName>style.visibility</p:attrName>
                                        </p:attrNameLst>
                                      </p:cBhvr>
                                      <p:to>
                                        <p:strVal val="visible"/>
                                      </p:to>
                                    </p:set>
                                    <p:animEffect filter="fade" transition="in">
                                      <p:cBhvr>
                                        <p:cTn id="296" dur="500"/>
                                        <p:tgtEl>
                                          <p:spTgt spid="375"/>
                                        </p:tgtEl>
                                      </p:cBhvr>
                                    </p:animEffect>
                                  </p:childTnLst>
                                </p:cTn>
                              </p:par>
                            </p:childTnLst>
                          </p:cTn>
                        </p:par>
                        <p:par>
                          <p:cTn id="297" fill="hold">
                            <p:stCondLst>
                              <p:cond delay="14500"/>
                            </p:stCondLst>
                            <p:childTnLst>
                              <p:par>
                                <p:cTn id="298" presetClass="entr" nodeType="afterEffect" presetID="10" grpId="76" fill="hold">
                                  <p:stCondLst>
                                    <p:cond delay="0"/>
                                  </p:stCondLst>
                                  <p:iterate type="el" backwards="0">
                                    <p:tmAbs val="0"/>
                                  </p:iterate>
                                  <p:childTnLst>
                                    <p:set>
                                      <p:cBhvr>
                                        <p:cTn id="299" fill="hold"/>
                                        <p:tgtEl>
                                          <p:spTgt spid="376"/>
                                        </p:tgtEl>
                                        <p:attrNameLst>
                                          <p:attrName>style.visibility</p:attrName>
                                        </p:attrNameLst>
                                      </p:cBhvr>
                                      <p:to>
                                        <p:strVal val="visible"/>
                                      </p:to>
                                    </p:set>
                                    <p:animEffect filter="fade" transition="in">
                                      <p:cBhvr>
                                        <p:cTn id="300" dur="500"/>
                                        <p:tgtEl>
                                          <p:spTgt spid="376"/>
                                        </p:tgtEl>
                                      </p:cBhvr>
                                    </p:animEffect>
                                  </p:childTnLst>
                                </p:cTn>
                              </p:par>
                            </p:childTnLst>
                          </p:cTn>
                        </p:par>
                        <p:par>
                          <p:cTn id="301" fill="hold">
                            <p:stCondLst>
                              <p:cond delay="15000"/>
                            </p:stCondLst>
                            <p:childTnLst>
                              <p:par>
                                <p:cTn id="302" presetClass="entr" nodeType="afterEffect" presetID="10" grpId="77" fill="hold">
                                  <p:stCondLst>
                                    <p:cond delay="0"/>
                                  </p:stCondLst>
                                  <p:iterate type="el" backwards="0">
                                    <p:tmAbs val="0"/>
                                  </p:iterate>
                                  <p:childTnLst>
                                    <p:set>
                                      <p:cBhvr>
                                        <p:cTn id="303" fill="hold"/>
                                        <p:tgtEl>
                                          <p:spTgt spid="377"/>
                                        </p:tgtEl>
                                        <p:attrNameLst>
                                          <p:attrName>style.visibility</p:attrName>
                                        </p:attrNameLst>
                                      </p:cBhvr>
                                      <p:to>
                                        <p:strVal val="visible"/>
                                      </p:to>
                                    </p:set>
                                    <p:animEffect filter="fade" transition="in">
                                      <p:cBhvr>
                                        <p:cTn id="304" dur="500"/>
                                        <p:tgtEl>
                                          <p:spTgt spid="377"/>
                                        </p:tgtEl>
                                      </p:cBhvr>
                                    </p:animEffect>
                                  </p:childTnLst>
                                </p:cTn>
                              </p:par>
                            </p:childTnLst>
                          </p:cTn>
                        </p:par>
                        <p:par>
                          <p:cTn id="305" fill="hold">
                            <p:stCondLst>
                              <p:cond delay="15500"/>
                            </p:stCondLst>
                            <p:childTnLst>
                              <p:par>
                                <p:cTn id="306" presetClass="entr" nodeType="afterEffect" presetID="10" grpId="78" fill="hold">
                                  <p:stCondLst>
                                    <p:cond delay="0"/>
                                  </p:stCondLst>
                                  <p:iterate type="el" backwards="0">
                                    <p:tmAbs val="0"/>
                                  </p:iterate>
                                  <p:childTnLst>
                                    <p:set>
                                      <p:cBhvr>
                                        <p:cTn id="307" fill="hold"/>
                                        <p:tgtEl>
                                          <p:spTgt spid="378"/>
                                        </p:tgtEl>
                                        <p:attrNameLst>
                                          <p:attrName>style.visibility</p:attrName>
                                        </p:attrNameLst>
                                      </p:cBhvr>
                                      <p:to>
                                        <p:strVal val="visible"/>
                                      </p:to>
                                    </p:set>
                                    <p:animEffect filter="fade" transition="in">
                                      <p:cBhvr>
                                        <p:cTn id="308" dur="500"/>
                                        <p:tgtEl>
                                          <p:spTgt spid="378"/>
                                        </p:tgtEl>
                                      </p:cBhvr>
                                    </p:animEffect>
                                  </p:childTnLst>
                                </p:cTn>
                              </p:par>
                            </p:childTnLst>
                          </p:cTn>
                        </p:par>
                        <p:par>
                          <p:cTn id="309" fill="hold">
                            <p:stCondLst>
                              <p:cond delay="16000"/>
                            </p:stCondLst>
                            <p:childTnLst>
                              <p:par>
                                <p:cTn id="310" presetClass="entr" nodeType="afterEffect" presetID="10" grpId="79" fill="hold">
                                  <p:stCondLst>
                                    <p:cond delay="0"/>
                                  </p:stCondLst>
                                  <p:iterate type="el" backwards="0">
                                    <p:tmAbs val="0"/>
                                  </p:iterate>
                                  <p:childTnLst>
                                    <p:set>
                                      <p:cBhvr>
                                        <p:cTn id="311" fill="hold"/>
                                        <p:tgtEl>
                                          <p:spTgt spid="379"/>
                                        </p:tgtEl>
                                        <p:attrNameLst>
                                          <p:attrName>style.visibility</p:attrName>
                                        </p:attrNameLst>
                                      </p:cBhvr>
                                      <p:to>
                                        <p:strVal val="visible"/>
                                      </p:to>
                                    </p:set>
                                    <p:animEffect filter="fade" transition="in">
                                      <p:cBhvr>
                                        <p:cTn id="312" dur="500"/>
                                        <p:tgtEl>
                                          <p:spTgt spid="379"/>
                                        </p:tgtEl>
                                      </p:cBhvr>
                                    </p:animEffect>
                                  </p:childTnLst>
                                </p:cTn>
                              </p:par>
                            </p:childTnLst>
                          </p:cTn>
                        </p:par>
                        <p:par>
                          <p:cTn id="313" fill="hold">
                            <p:stCondLst>
                              <p:cond delay="16500"/>
                            </p:stCondLst>
                            <p:childTnLst>
                              <p:par>
                                <p:cTn id="314" presetClass="entr" nodeType="afterEffect" presetID="10" grpId="80" fill="hold">
                                  <p:stCondLst>
                                    <p:cond delay="0"/>
                                  </p:stCondLst>
                                  <p:iterate type="el" backwards="0">
                                    <p:tmAbs val="0"/>
                                  </p:iterate>
                                  <p:childTnLst>
                                    <p:set>
                                      <p:cBhvr>
                                        <p:cTn id="315" fill="hold"/>
                                        <p:tgtEl>
                                          <p:spTgt spid="380"/>
                                        </p:tgtEl>
                                        <p:attrNameLst>
                                          <p:attrName>style.visibility</p:attrName>
                                        </p:attrNameLst>
                                      </p:cBhvr>
                                      <p:to>
                                        <p:strVal val="visible"/>
                                      </p:to>
                                    </p:set>
                                    <p:animEffect filter="fade" transition="in">
                                      <p:cBhvr>
                                        <p:cTn id="316" dur="500"/>
                                        <p:tgtEl>
                                          <p:spTgt spid="380"/>
                                        </p:tgtEl>
                                      </p:cBhvr>
                                    </p:animEffect>
                                  </p:childTnLst>
                                </p:cTn>
                              </p:par>
                            </p:childTnLst>
                          </p:cTn>
                        </p:par>
                        <p:par>
                          <p:cTn id="317" fill="hold">
                            <p:stCondLst>
                              <p:cond delay="17000"/>
                            </p:stCondLst>
                            <p:childTnLst>
                              <p:par>
                                <p:cTn id="318" presetClass="entr" nodeType="afterEffect" presetID="10" grpId="81" fill="hold">
                                  <p:stCondLst>
                                    <p:cond delay="0"/>
                                  </p:stCondLst>
                                  <p:iterate type="el" backwards="0">
                                    <p:tmAbs val="0"/>
                                  </p:iterate>
                                  <p:childTnLst>
                                    <p:set>
                                      <p:cBhvr>
                                        <p:cTn id="319" fill="hold"/>
                                        <p:tgtEl>
                                          <p:spTgt spid="381"/>
                                        </p:tgtEl>
                                        <p:attrNameLst>
                                          <p:attrName>style.visibility</p:attrName>
                                        </p:attrNameLst>
                                      </p:cBhvr>
                                      <p:to>
                                        <p:strVal val="visible"/>
                                      </p:to>
                                    </p:set>
                                    <p:animEffect filter="fade" transition="in">
                                      <p:cBhvr>
                                        <p:cTn id="320" dur="500"/>
                                        <p:tgtEl>
                                          <p:spTgt spid="381"/>
                                        </p:tgtEl>
                                      </p:cBhvr>
                                    </p:animEffect>
                                  </p:childTnLst>
                                </p:cTn>
                              </p:par>
                            </p:childTnLst>
                          </p:cTn>
                        </p:par>
                        <p:par>
                          <p:cTn id="321" fill="hold">
                            <p:stCondLst>
                              <p:cond delay="17500"/>
                            </p:stCondLst>
                            <p:childTnLst>
                              <p:par>
                                <p:cTn id="322" presetClass="entr" nodeType="afterEffect" presetID="10" grpId="82" fill="hold">
                                  <p:stCondLst>
                                    <p:cond delay="0"/>
                                  </p:stCondLst>
                                  <p:iterate type="el" backwards="0">
                                    <p:tmAbs val="0"/>
                                  </p:iterate>
                                  <p:childTnLst>
                                    <p:set>
                                      <p:cBhvr>
                                        <p:cTn id="323" fill="hold"/>
                                        <p:tgtEl>
                                          <p:spTgt spid="382"/>
                                        </p:tgtEl>
                                        <p:attrNameLst>
                                          <p:attrName>style.visibility</p:attrName>
                                        </p:attrNameLst>
                                      </p:cBhvr>
                                      <p:to>
                                        <p:strVal val="visible"/>
                                      </p:to>
                                    </p:set>
                                    <p:animEffect filter="fade" transition="in">
                                      <p:cBhvr>
                                        <p:cTn id="324" dur="500"/>
                                        <p:tgtEl>
                                          <p:spTgt spid="382"/>
                                        </p:tgtEl>
                                      </p:cBhvr>
                                    </p:animEffect>
                                  </p:childTnLst>
                                </p:cTn>
                              </p:par>
                            </p:childTnLst>
                          </p:cTn>
                        </p:par>
                        <p:par>
                          <p:cTn id="325" fill="hold">
                            <p:stCondLst>
                              <p:cond delay="18000"/>
                            </p:stCondLst>
                            <p:childTnLst>
                              <p:par>
                                <p:cTn id="326" presetClass="entr" nodeType="afterEffect" presetID="10" grpId="83" fill="hold">
                                  <p:stCondLst>
                                    <p:cond delay="0"/>
                                  </p:stCondLst>
                                  <p:iterate type="el" backwards="0">
                                    <p:tmAbs val="0"/>
                                  </p:iterate>
                                  <p:childTnLst>
                                    <p:set>
                                      <p:cBhvr>
                                        <p:cTn id="327" fill="hold"/>
                                        <p:tgtEl>
                                          <p:spTgt spid="383"/>
                                        </p:tgtEl>
                                        <p:attrNameLst>
                                          <p:attrName>style.visibility</p:attrName>
                                        </p:attrNameLst>
                                      </p:cBhvr>
                                      <p:to>
                                        <p:strVal val="visible"/>
                                      </p:to>
                                    </p:set>
                                    <p:animEffect filter="fade" transition="in">
                                      <p:cBhvr>
                                        <p:cTn id="328" dur="500"/>
                                        <p:tgtEl>
                                          <p:spTgt spid="383"/>
                                        </p:tgtEl>
                                      </p:cBhvr>
                                    </p:animEffect>
                                  </p:childTnLst>
                                </p:cTn>
                              </p:par>
                            </p:childTnLst>
                          </p:cTn>
                        </p:par>
                        <p:par>
                          <p:cTn id="329" fill="hold">
                            <p:stCondLst>
                              <p:cond delay="18500"/>
                            </p:stCondLst>
                            <p:childTnLst>
                              <p:par>
                                <p:cTn id="330" presetClass="entr" nodeType="afterEffect" presetID="10" grpId="84" fill="hold">
                                  <p:stCondLst>
                                    <p:cond delay="0"/>
                                  </p:stCondLst>
                                  <p:iterate type="el" backwards="0">
                                    <p:tmAbs val="0"/>
                                  </p:iterate>
                                  <p:childTnLst>
                                    <p:set>
                                      <p:cBhvr>
                                        <p:cTn id="331" fill="hold"/>
                                        <p:tgtEl>
                                          <p:spTgt spid="384"/>
                                        </p:tgtEl>
                                        <p:attrNameLst>
                                          <p:attrName>style.visibility</p:attrName>
                                        </p:attrNameLst>
                                      </p:cBhvr>
                                      <p:to>
                                        <p:strVal val="visible"/>
                                      </p:to>
                                    </p:set>
                                    <p:animEffect filter="fade" transition="in">
                                      <p:cBhvr>
                                        <p:cTn id="332" dur="500"/>
                                        <p:tgtEl>
                                          <p:spTgt spid="384"/>
                                        </p:tgtEl>
                                      </p:cBhvr>
                                    </p:animEffect>
                                  </p:childTnLst>
                                </p:cTn>
                              </p:par>
                            </p:childTnLst>
                          </p:cTn>
                        </p:par>
                        <p:par>
                          <p:cTn id="333" fill="hold">
                            <p:stCondLst>
                              <p:cond delay="19000"/>
                            </p:stCondLst>
                            <p:childTnLst>
                              <p:par>
                                <p:cTn id="334" presetClass="entr" nodeType="afterEffect" presetID="10" grpId="85" fill="hold">
                                  <p:stCondLst>
                                    <p:cond delay="0"/>
                                  </p:stCondLst>
                                  <p:iterate type="el" backwards="0">
                                    <p:tmAbs val="0"/>
                                  </p:iterate>
                                  <p:childTnLst>
                                    <p:set>
                                      <p:cBhvr>
                                        <p:cTn id="335" fill="hold"/>
                                        <p:tgtEl>
                                          <p:spTgt spid="385"/>
                                        </p:tgtEl>
                                        <p:attrNameLst>
                                          <p:attrName>style.visibility</p:attrName>
                                        </p:attrNameLst>
                                      </p:cBhvr>
                                      <p:to>
                                        <p:strVal val="visible"/>
                                      </p:to>
                                    </p:set>
                                    <p:animEffect filter="fade" transition="in">
                                      <p:cBhvr>
                                        <p:cTn id="336" dur="500"/>
                                        <p:tgtEl>
                                          <p:spTgt spid="385"/>
                                        </p:tgtEl>
                                      </p:cBhvr>
                                    </p:animEffect>
                                  </p:childTnLst>
                                </p:cTn>
                              </p:par>
                            </p:childTnLst>
                          </p:cTn>
                        </p:par>
                        <p:par>
                          <p:cTn id="337" fill="hold">
                            <p:stCondLst>
                              <p:cond delay="19500"/>
                            </p:stCondLst>
                            <p:childTnLst>
                              <p:par>
                                <p:cTn id="338" presetClass="entr" nodeType="afterEffect" presetID="10" grpId="86" fill="hold">
                                  <p:stCondLst>
                                    <p:cond delay="0"/>
                                  </p:stCondLst>
                                  <p:iterate type="el" backwards="0">
                                    <p:tmAbs val="0"/>
                                  </p:iterate>
                                  <p:childTnLst>
                                    <p:set>
                                      <p:cBhvr>
                                        <p:cTn id="339" fill="hold"/>
                                        <p:tgtEl>
                                          <p:spTgt spid="386"/>
                                        </p:tgtEl>
                                        <p:attrNameLst>
                                          <p:attrName>style.visibility</p:attrName>
                                        </p:attrNameLst>
                                      </p:cBhvr>
                                      <p:to>
                                        <p:strVal val="visible"/>
                                      </p:to>
                                    </p:set>
                                    <p:animEffect filter="fade" transition="in">
                                      <p:cBhvr>
                                        <p:cTn id="340" dur="500"/>
                                        <p:tgtEl>
                                          <p:spTgt spid="386"/>
                                        </p:tgtEl>
                                      </p:cBhvr>
                                    </p:animEffect>
                                  </p:childTnLst>
                                </p:cTn>
                              </p:par>
                            </p:childTnLst>
                          </p:cTn>
                        </p:par>
                        <p:par>
                          <p:cTn id="341" fill="hold">
                            <p:stCondLst>
                              <p:cond delay="20000"/>
                            </p:stCondLst>
                            <p:childTnLst>
                              <p:par>
                                <p:cTn id="342" presetClass="entr" nodeType="afterEffect" presetID="10" grpId="87" fill="hold">
                                  <p:stCondLst>
                                    <p:cond delay="0"/>
                                  </p:stCondLst>
                                  <p:iterate type="el" backwards="0">
                                    <p:tmAbs val="0"/>
                                  </p:iterate>
                                  <p:childTnLst>
                                    <p:set>
                                      <p:cBhvr>
                                        <p:cTn id="343" fill="hold"/>
                                        <p:tgtEl>
                                          <p:spTgt spid="387"/>
                                        </p:tgtEl>
                                        <p:attrNameLst>
                                          <p:attrName>style.visibility</p:attrName>
                                        </p:attrNameLst>
                                      </p:cBhvr>
                                      <p:to>
                                        <p:strVal val="visible"/>
                                      </p:to>
                                    </p:set>
                                    <p:animEffect filter="fade" transition="in">
                                      <p:cBhvr>
                                        <p:cTn id="344" dur="500"/>
                                        <p:tgtEl>
                                          <p:spTgt spid="387"/>
                                        </p:tgtEl>
                                      </p:cBhvr>
                                    </p:animEffect>
                                  </p:childTnLst>
                                </p:cTn>
                              </p:par>
                            </p:childTnLst>
                          </p:cTn>
                        </p:par>
                        <p:par>
                          <p:cTn id="345" fill="hold">
                            <p:stCondLst>
                              <p:cond delay="20500"/>
                            </p:stCondLst>
                            <p:childTnLst>
                              <p:par>
                                <p:cTn id="346" presetClass="entr" nodeType="afterEffect" presetID="10" grpId="88" fill="hold">
                                  <p:stCondLst>
                                    <p:cond delay="0"/>
                                  </p:stCondLst>
                                  <p:iterate type="el" backwards="0">
                                    <p:tmAbs val="0"/>
                                  </p:iterate>
                                  <p:childTnLst>
                                    <p:set>
                                      <p:cBhvr>
                                        <p:cTn id="347" fill="hold"/>
                                        <p:tgtEl>
                                          <p:spTgt spid="388"/>
                                        </p:tgtEl>
                                        <p:attrNameLst>
                                          <p:attrName>style.visibility</p:attrName>
                                        </p:attrNameLst>
                                      </p:cBhvr>
                                      <p:to>
                                        <p:strVal val="visible"/>
                                      </p:to>
                                    </p:set>
                                    <p:animEffect filter="fade" transition="in">
                                      <p:cBhvr>
                                        <p:cTn id="348" dur="500"/>
                                        <p:tgtEl>
                                          <p:spTgt spid="388"/>
                                        </p:tgtEl>
                                      </p:cBhvr>
                                    </p:animEffect>
                                  </p:childTnLst>
                                </p:cTn>
                              </p:par>
                            </p:childTnLst>
                          </p:cTn>
                        </p:par>
                        <p:par>
                          <p:cTn id="349" fill="hold">
                            <p:stCondLst>
                              <p:cond delay="21000"/>
                            </p:stCondLst>
                            <p:childTnLst>
                              <p:par>
                                <p:cTn id="350" presetClass="entr" nodeType="afterEffect" presetID="10" grpId="89" fill="hold">
                                  <p:stCondLst>
                                    <p:cond delay="0"/>
                                  </p:stCondLst>
                                  <p:iterate type="el" backwards="0">
                                    <p:tmAbs val="0"/>
                                  </p:iterate>
                                  <p:childTnLst>
                                    <p:set>
                                      <p:cBhvr>
                                        <p:cTn id="351" fill="hold"/>
                                        <p:tgtEl>
                                          <p:spTgt spid="389"/>
                                        </p:tgtEl>
                                        <p:attrNameLst>
                                          <p:attrName>style.visibility</p:attrName>
                                        </p:attrNameLst>
                                      </p:cBhvr>
                                      <p:to>
                                        <p:strVal val="visible"/>
                                      </p:to>
                                    </p:set>
                                    <p:animEffect filter="fade" transition="in">
                                      <p:cBhvr>
                                        <p:cTn id="352" dur="500"/>
                                        <p:tgtEl>
                                          <p:spTgt spid="389"/>
                                        </p:tgtEl>
                                      </p:cBhvr>
                                    </p:animEffect>
                                  </p:childTnLst>
                                </p:cTn>
                              </p:par>
                            </p:childTnLst>
                          </p:cTn>
                        </p:par>
                        <p:par>
                          <p:cTn id="353" fill="hold">
                            <p:stCondLst>
                              <p:cond delay="21500"/>
                            </p:stCondLst>
                            <p:childTnLst>
                              <p:par>
                                <p:cTn id="354" presetClass="entr" nodeType="afterEffect" presetID="10" grpId="90" fill="hold">
                                  <p:stCondLst>
                                    <p:cond delay="0"/>
                                  </p:stCondLst>
                                  <p:iterate type="el" backwards="0">
                                    <p:tmAbs val="0"/>
                                  </p:iterate>
                                  <p:childTnLst>
                                    <p:set>
                                      <p:cBhvr>
                                        <p:cTn id="355" fill="hold"/>
                                        <p:tgtEl>
                                          <p:spTgt spid="390"/>
                                        </p:tgtEl>
                                        <p:attrNameLst>
                                          <p:attrName>style.visibility</p:attrName>
                                        </p:attrNameLst>
                                      </p:cBhvr>
                                      <p:to>
                                        <p:strVal val="visible"/>
                                      </p:to>
                                    </p:set>
                                    <p:animEffect filter="fade" transition="in">
                                      <p:cBhvr>
                                        <p:cTn id="356" dur="500"/>
                                        <p:tgtEl>
                                          <p:spTgt spid="390"/>
                                        </p:tgtEl>
                                      </p:cBhvr>
                                    </p:animEffect>
                                  </p:childTnLst>
                                </p:cTn>
                              </p:par>
                            </p:childTnLst>
                          </p:cTn>
                        </p:par>
                        <p:par>
                          <p:cTn id="357" fill="hold">
                            <p:stCondLst>
                              <p:cond delay="22000"/>
                            </p:stCondLst>
                            <p:childTnLst>
                              <p:par>
                                <p:cTn id="358" presetClass="entr" nodeType="afterEffect" presetID="10" grpId="91" fill="hold">
                                  <p:stCondLst>
                                    <p:cond delay="0"/>
                                  </p:stCondLst>
                                  <p:iterate type="el" backwards="0">
                                    <p:tmAbs val="0"/>
                                  </p:iterate>
                                  <p:childTnLst>
                                    <p:set>
                                      <p:cBhvr>
                                        <p:cTn id="359" fill="hold"/>
                                        <p:tgtEl>
                                          <p:spTgt spid="391"/>
                                        </p:tgtEl>
                                        <p:attrNameLst>
                                          <p:attrName>style.visibility</p:attrName>
                                        </p:attrNameLst>
                                      </p:cBhvr>
                                      <p:to>
                                        <p:strVal val="visible"/>
                                      </p:to>
                                    </p:set>
                                    <p:animEffect filter="fade" transition="in">
                                      <p:cBhvr>
                                        <p:cTn id="360" dur="500"/>
                                        <p:tgtEl>
                                          <p:spTgt spid="391"/>
                                        </p:tgtEl>
                                      </p:cBhvr>
                                    </p:animEffect>
                                  </p:childTnLst>
                                </p:cTn>
                              </p:par>
                            </p:childTnLst>
                          </p:cTn>
                        </p:par>
                        <p:par>
                          <p:cTn id="361" fill="hold">
                            <p:stCondLst>
                              <p:cond delay="22500"/>
                            </p:stCondLst>
                            <p:childTnLst>
                              <p:par>
                                <p:cTn id="362" presetClass="entr" nodeType="afterEffect" presetID="10" grpId="92" fill="hold">
                                  <p:stCondLst>
                                    <p:cond delay="0"/>
                                  </p:stCondLst>
                                  <p:iterate type="el" backwards="0">
                                    <p:tmAbs val="0"/>
                                  </p:iterate>
                                  <p:childTnLst>
                                    <p:set>
                                      <p:cBhvr>
                                        <p:cTn id="363" fill="hold"/>
                                        <p:tgtEl>
                                          <p:spTgt spid="392"/>
                                        </p:tgtEl>
                                        <p:attrNameLst>
                                          <p:attrName>style.visibility</p:attrName>
                                        </p:attrNameLst>
                                      </p:cBhvr>
                                      <p:to>
                                        <p:strVal val="visible"/>
                                      </p:to>
                                    </p:set>
                                    <p:animEffect filter="fade" transition="in">
                                      <p:cBhvr>
                                        <p:cTn id="364" dur="500"/>
                                        <p:tgtEl>
                                          <p:spTgt spid="392"/>
                                        </p:tgtEl>
                                      </p:cBhvr>
                                    </p:animEffect>
                                  </p:childTnLst>
                                </p:cTn>
                              </p:par>
                            </p:childTnLst>
                          </p:cTn>
                        </p:par>
                        <p:par>
                          <p:cTn id="365" fill="hold">
                            <p:stCondLst>
                              <p:cond delay="23000"/>
                            </p:stCondLst>
                            <p:childTnLst>
                              <p:par>
                                <p:cTn id="366" presetClass="entr" nodeType="afterEffect" presetID="10" grpId="93" fill="hold">
                                  <p:stCondLst>
                                    <p:cond delay="0"/>
                                  </p:stCondLst>
                                  <p:iterate type="el" backwards="0">
                                    <p:tmAbs val="0"/>
                                  </p:iterate>
                                  <p:childTnLst>
                                    <p:set>
                                      <p:cBhvr>
                                        <p:cTn id="367" fill="hold"/>
                                        <p:tgtEl>
                                          <p:spTgt spid="393"/>
                                        </p:tgtEl>
                                        <p:attrNameLst>
                                          <p:attrName>style.visibility</p:attrName>
                                        </p:attrNameLst>
                                      </p:cBhvr>
                                      <p:to>
                                        <p:strVal val="visible"/>
                                      </p:to>
                                    </p:set>
                                    <p:animEffect filter="fade" transition="in">
                                      <p:cBhvr>
                                        <p:cTn id="368" dur="500"/>
                                        <p:tgtEl>
                                          <p:spTgt spid="393"/>
                                        </p:tgtEl>
                                      </p:cBhvr>
                                    </p:animEffect>
                                  </p:childTnLst>
                                </p:cTn>
                              </p:par>
                            </p:childTnLst>
                          </p:cTn>
                        </p:par>
                        <p:par>
                          <p:cTn id="369" fill="hold">
                            <p:stCondLst>
                              <p:cond delay="23500"/>
                            </p:stCondLst>
                            <p:childTnLst>
                              <p:par>
                                <p:cTn id="370" presetClass="entr" nodeType="afterEffect" presetID="10" grpId="94" fill="hold">
                                  <p:stCondLst>
                                    <p:cond delay="0"/>
                                  </p:stCondLst>
                                  <p:iterate type="el" backwards="0">
                                    <p:tmAbs val="0"/>
                                  </p:iterate>
                                  <p:childTnLst>
                                    <p:set>
                                      <p:cBhvr>
                                        <p:cTn id="371" fill="hold"/>
                                        <p:tgtEl>
                                          <p:spTgt spid="394"/>
                                        </p:tgtEl>
                                        <p:attrNameLst>
                                          <p:attrName>style.visibility</p:attrName>
                                        </p:attrNameLst>
                                      </p:cBhvr>
                                      <p:to>
                                        <p:strVal val="visible"/>
                                      </p:to>
                                    </p:set>
                                    <p:animEffect filter="fade" transition="in">
                                      <p:cBhvr>
                                        <p:cTn id="372" dur="500"/>
                                        <p:tgtEl>
                                          <p:spTgt spid="394"/>
                                        </p:tgtEl>
                                      </p:cBhvr>
                                    </p:animEffect>
                                  </p:childTnLst>
                                </p:cTn>
                              </p:par>
                            </p:childTnLst>
                          </p:cTn>
                        </p:par>
                        <p:par>
                          <p:cTn id="373" fill="hold">
                            <p:stCondLst>
                              <p:cond delay="24000"/>
                            </p:stCondLst>
                            <p:childTnLst>
                              <p:par>
                                <p:cTn id="374" presetClass="entr" nodeType="afterEffect" presetID="10" grpId="95" fill="hold">
                                  <p:stCondLst>
                                    <p:cond delay="0"/>
                                  </p:stCondLst>
                                  <p:iterate type="el" backwards="0">
                                    <p:tmAbs val="0"/>
                                  </p:iterate>
                                  <p:childTnLst>
                                    <p:set>
                                      <p:cBhvr>
                                        <p:cTn id="375" fill="hold"/>
                                        <p:tgtEl>
                                          <p:spTgt spid="395"/>
                                        </p:tgtEl>
                                        <p:attrNameLst>
                                          <p:attrName>style.visibility</p:attrName>
                                        </p:attrNameLst>
                                      </p:cBhvr>
                                      <p:to>
                                        <p:strVal val="visible"/>
                                      </p:to>
                                    </p:set>
                                    <p:animEffect filter="fade" transition="in">
                                      <p:cBhvr>
                                        <p:cTn id="376" dur="500"/>
                                        <p:tgtEl>
                                          <p:spTgt spid="395"/>
                                        </p:tgtEl>
                                      </p:cBhvr>
                                    </p:animEffect>
                                  </p:childTnLst>
                                </p:cTn>
                              </p:par>
                            </p:childTnLst>
                          </p:cTn>
                        </p:par>
                        <p:par>
                          <p:cTn id="377" fill="hold">
                            <p:stCondLst>
                              <p:cond delay="24500"/>
                            </p:stCondLst>
                            <p:childTnLst>
                              <p:par>
                                <p:cTn id="378" presetClass="entr" nodeType="afterEffect" presetID="10" grpId="96" fill="hold">
                                  <p:stCondLst>
                                    <p:cond delay="0"/>
                                  </p:stCondLst>
                                  <p:iterate type="el" backwards="0">
                                    <p:tmAbs val="0"/>
                                  </p:iterate>
                                  <p:childTnLst>
                                    <p:set>
                                      <p:cBhvr>
                                        <p:cTn id="379" fill="hold"/>
                                        <p:tgtEl>
                                          <p:spTgt spid="396"/>
                                        </p:tgtEl>
                                        <p:attrNameLst>
                                          <p:attrName>style.visibility</p:attrName>
                                        </p:attrNameLst>
                                      </p:cBhvr>
                                      <p:to>
                                        <p:strVal val="visible"/>
                                      </p:to>
                                    </p:set>
                                    <p:animEffect filter="fade" transition="in">
                                      <p:cBhvr>
                                        <p:cTn id="380" dur="500"/>
                                        <p:tgtEl>
                                          <p:spTgt spid="396"/>
                                        </p:tgtEl>
                                      </p:cBhvr>
                                    </p:animEffect>
                                  </p:childTnLst>
                                </p:cTn>
                              </p:par>
                            </p:childTnLst>
                          </p:cTn>
                        </p:par>
                        <p:par>
                          <p:cTn id="381" fill="hold">
                            <p:stCondLst>
                              <p:cond delay="25000"/>
                            </p:stCondLst>
                            <p:childTnLst>
                              <p:par>
                                <p:cTn id="382" presetClass="entr" nodeType="afterEffect" presetID="10" grpId="97" fill="hold">
                                  <p:stCondLst>
                                    <p:cond delay="0"/>
                                  </p:stCondLst>
                                  <p:iterate type="el" backwards="0">
                                    <p:tmAbs val="0"/>
                                  </p:iterate>
                                  <p:childTnLst>
                                    <p:set>
                                      <p:cBhvr>
                                        <p:cTn id="383" fill="hold"/>
                                        <p:tgtEl>
                                          <p:spTgt spid="397"/>
                                        </p:tgtEl>
                                        <p:attrNameLst>
                                          <p:attrName>style.visibility</p:attrName>
                                        </p:attrNameLst>
                                      </p:cBhvr>
                                      <p:to>
                                        <p:strVal val="visible"/>
                                      </p:to>
                                    </p:set>
                                    <p:animEffect filter="fade" transition="in">
                                      <p:cBhvr>
                                        <p:cTn id="384" dur="500"/>
                                        <p:tgtEl>
                                          <p:spTgt spid="397"/>
                                        </p:tgtEl>
                                      </p:cBhvr>
                                    </p:animEffect>
                                  </p:childTnLst>
                                </p:cTn>
                              </p:par>
                            </p:childTnLst>
                          </p:cTn>
                        </p:par>
                        <p:par>
                          <p:cTn id="385" fill="hold">
                            <p:stCondLst>
                              <p:cond delay="25500"/>
                            </p:stCondLst>
                            <p:childTnLst>
                              <p:par>
                                <p:cTn id="386" presetClass="entr" nodeType="afterEffect" presetID="10" grpId="98" fill="hold">
                                  <p:stCondLst>
                                    <p:cond delay="0"/>
                                  </p:stCondLst>
                                  <p:iterate type="el" backwards="0">
                                    <p:tmAbs val="0"/>
                                  </p:iterate>
                                  <p:childTnLst>
                                    <p:set>
                                      <p:cBhvr>
                                        <p:cTn id="387" fill="hold"/>
                                        <p:tgtEl>
                                          <p:spTgt spid="398"/>
                                        </p:tgtEl>
                                        <p:attrNameLst>
                                          <p:attrName>style.visibility</p:attrName>
                                        </p:attrNameLst>
                                      </p:cBhvr>
                                      <p:to>
                                        <p:strVal val="visible"/>
                                      </p:to>
                                    </p:set>
                                    <p:animEffect filter="fade" transition="in">
                                      <p:cBhvr>
                                        <p:cTn id="388" dur="500"/>
                                        <p:tgtEl>
                                          <p:spTgt spid="398"/>
                                        </p:tgtEl>
                                      </p:cBhvr>
                                    </p:animEffect>
                                  </p:childTnLst>
                                </p:cTn>
                              </p:par>
                            </p:childTnLst>
                          </p:cTn>
                        </p:par>
                        <p:par>
                          <p:cTn id="389" fill="hold">
                            <p:stCondLst>
                              <p:cond delay="26000"/>
                            </p:stCondLst>
                            <p:childTnLst>
                              <p:par>
                                <p:cTn id="390" presetClass="entr" nodeType="afterEffect" presetID="10" grpId="99" fill="hold">
                                  <p:stCondLst>
                                    <p:cond delay="0"/>
                                  </p:stCondLst>
                                  <p:iterate type="el" backwards="0">
                                    <p:tmAbs val="0"/>
                                  </p:iterate>
                                  <p:childTnLst>
                                    <p:set>
                                      <p:cBhvr>
                                        <p:cTn id="391" fill="hold"/>
                                        <p:tgtEl>
                                          <p:spTgt spid="399"/>
                                        </p:tgtEl>
                                        <p:attrNameLst>
                                          <p:attrName>style.visibility</p:attrName>
                                        </p:attrNameLst>
                                      </p:cBhvr>
                                      <p:to>
                                        <p:strVal val="visible"/>
                                      </p:to>
                                    </p:set>
                                    <p:animEffect filter="fade" transition="in">
                                      <p:cBhvr>
                                        <p:cTn id="392" dur="500"/>
                                        <p:tgtEl>
                                          <p:spTgt spid="399"/>
                                        </p:tgtEl>
                                      </p:cBhvr>
                                    </p:animEffect>
                                  </p:childTnLst>
                                </p:cTn>
                              </p:par>
                            </p:childTnLst>
                          </p:cTn>
                        </p:par>
                        <p:par>
                          <p:cTn id="393" fill="hold">
                            <p:stCondLst>
                              <p:cond delay="26500"/>
                            </p:stCondLst>
                            <p:childTnLst>
                              <p:par>
                                <p:cTn id="394" presetClass="entr" nodeType="afterEffect" presetID="10" grpId="100" fill="hold">
                                  <p:stCondLst>
                                    <p:cond delay="0"/>
                                  </p:stCondLst>
                                  <p:iterate type="el" backwards="0">
                                    <p:tmAbs val="0"/>
                                  </p:iterate>
                                  <p:childTnLst>
                                    <p:set>
                                      <p:cBhvr>
                                        <p:cTn id="395" fill="hold"/>
                                        <p:tgtEl>
                                          <p:spTgt spid="400"/>
                                        </p:tgtEl>
                                        <p:attrNameLst>
                                          <p:attrName>style.visibility</p:attrName>
                                        </p:attrNameLst>
                                      </p:cBhvr>
                                      <p:to>
                                        <p:strVal val="visible"/>
                                      </p:to>
                                    </p:set>
                                    <p:animEffect filter="fade" transition="in">
                                      <p:cBhvr>
                                        <p:cTn id="396" dur="500"/>
                                        <p:tgtEl>
                                          <p:spTgt spid="400"/>
                                        </p:tgtEl>
                                      </p:cBhvr>
                                    </p:animEffect>
                                  </p:childTnLst>
                                </p:cTn>
                              </p:par>
                            </p:childTnLst>
                          </p:cTn>
                        </p:par>
                        <p:par>
                          <p:cTn id="397" fill="hold">
                            <p:stCondLst>
                              <p:cond delay="27000"/>
                            </p:stCondLst>
                            <p:childTnLst>
                              <p:par>
                                <p:cTn id="398" presetClass="entr" nodeType="afterEffect" presetID="10" grpId="101" fill="hold">
                                  <p:stCondLst>
                                    <p:cond delay="0"/>
                                  </p:stCondLst>
                                  <p:iterate type="el" backwards="0">
                                    <p:tmAbs val="0"/>
                                  </p:iterate>
                                  <p:childTnLst>
                                    <p:set>
                                      <p:cBhvr>
                                        <p:cTn id="399" fill="hold"/>
                                        <p:tgtEl>
                                          <p:spTgt spid="401"/>
                                        </p:tgtEl>
                                        <p:attrNameLst>
                                          <p:attrName>style.visibility</p:attrName>
                                        </p:attrNameLst>
                                      </p:cBhvr>
                                      <p:to>
                                        <p:strVal val="visible"/>
                                      </p:to>
                                    </p:set>
                                    <p:animEffect filter="fade" transition="in">
                                      <p:cBhvr>
                                        <p:cTn id="400" dur="500"/>
                                        <p:tgtEl>
                                          <p:spTgt spid="401"/>
                                        </p:tgtEl>
                                      </p:cBhvr>
                                    </p:animEffect>
                                  </p:childTnLst>
                                </p:cTn>
                              </p:par>
                            </p:childTnLst>
                          </p:cTn>
                        </p:par>
                        <p:par>
                          <p:cTn id="401" fill="hold">
                            <p:stCondLst>
                              <p:cond delay="27500"/>
                            </p:stCondLst>
                            <p:childTnLst>
                              <p:par>
                                <p:cTn id="402" presetClass="entr" nodeType="afterEffect" presetID="10" grpId="102" fill="hold">
                                  <p:stCondLst>
                                    <p:cond delay="0"/>
                                  </p:stCondLst>
                                  <p:iterate type="el" backwards="0">
                                    <p:tmAbs val="0"/>
                                  </p:iterate>
                                  <p:childTnLst>
                                    <p:set>
                                      <p:cBhvr>
                                        <p:cTn id="403" fill="hold"/>
                                        <p:tgtEl>
                                          <p:spTgt spid="402"/>
                                        </p:tgtEl>
                                        <p:attrNameLst>
                                          <p:attrName>style.visibility</p:attrName>
                                        </p:attrNameLst>
                                      </p:cBhvr>
                                      <p:to>
                                        <p:strVal val="visible"/>
                                      </p:to>
                                    </p:set>
                                    <p:animEffect filter="fade" transition="in">
                                      <p:cBhvr>
                                        <p:cTn id="404" dur="500"/>
                                        <p:tgtEl>
                                          <p:spTgt spid="402"/>
                                        </p:tgtEl>
                                      </p:cBhvr>
                                    </p:animEffect>
                                  </p:childTnLst>
                                </p:cTn>
                              </p:par>
                            </p:childTnLst>
                          </p:cTn>
                        </p:par>
                        <p:par>
                          <p:cTn id="405" fill="hold">
                            <p:stCondLst>
                              <p:cond delay="28000"/>
                            </p:stCondLst>
                            <p:childTnLst>
                              <p:par>
                                <p:cTn id="406" presetClass="entr" nodeType="afterEffect" presetID="10" grpId="103" fill="hold">
                                  <p:stCondLst>
                                    <p:cond delay="0"/>
                                  </p:stCondLst>
                                  <p:iterate type="el" backwards="0">
                                    <p:tmAbs val="0"/>
                                  </p:iterate>
                                  <p:childTnLst>
                                    <p:set>
                                      <p:cBhvr>
                                        <p:cTn id="407" fill="hold"/>
                                        <p:tgtEl>
                                          <p:spTgt spid="403"/>
                                        </p:tgtEl>
                                        <p:attrNameLst>
                                          <p:attrName>style.visibility</p:attrName>
                                        </p:attrNameLst>
                                      </p:cBhvr>
                                      <p:to>
                                        <p:strVal val="visible"/>
                                      </p:to>
                                    </p:set>
                                    <p:animEffect filter="fade" transition="in">
                                      <p:cBhvr>
                                        <p:cTn id="408" dur="500"/>
                                        <p:tgtEl>
                                          <p:spTgt spid="403"/>
                                        </p:tgtEl>
                                      </p:cBhvr>
                                    </p:animEffect>
                                  </p:childTnLst>
                                </p:cTn>
                              </p:par>
                            </p:childTnLst>
                          </p:cTn>
                        </p:par>
                        <p:par>
                          <p:cTn id="409" fill="hold">
                            <p:stCondLst>
                              <p:cond delay="28500"/>
                            </p:stCondLst>
                            <p:childTnLst>
                              <p:par>
                                <p:cTn id="410" presetClass="entr" nodeType="afterEffect" presetID="10" grpId="104" fill="hold">
                                  <p:stCondLst>
                                    <p:cond delay="0"/>
                                  </p:stCondLst>
                                  <p:iterate type="el" backwards="0">
                                    <p:tmAbs val="0"/>
                                  </p:iterate>
                                  <p:childTnLst>
                                    <p:set>
                                      <p:cBhvr>
                                        <p:cTn id="411" fill="hold"/>
                                        <p:tgtEl>
                                          <p:spTgt spid="404"/>
                                        </p:tgtEl>
                                        <p:attrNameLst>
                                          <p:attrName>style.visibility</p:attrName>
                                        </p:attrNameLst>
                                      </p:cBhvr>
                                      <p:to>
                                        <p:strVal val="visible"/>
                                      </p:to>
                                    </p:set>
                                    <p:animEffect filter="fade" transition="in">
                                      <p:cBhvr>
                                        <p:cTn id="412" dur="500"/>
                                        <p:tgtEl>
                                          <p:spTgt spid="404"/>
                                        </p:tgtEl>
                                      </p:cBhvr>
                                    </p:animEffect>
                                  </p:childTnLst>
                                </p:cTn>
                              </p:par>
                            </p:childTnLst>
                          </p:cTn>
                        </p:par>
                        <p:par>
                          <p:cTn id="413" fill="hold">
                            <p:stCondLst>
                              <p:cond delay="29000"/>
                            </p:stCondLst>
                            <p:childTnLst>
                              <p:par>
                                <p:cTn id="414" presetClass="entr" nodeType="afterEffect" presetID="10" grpId="105" fill="hold">
                                  <p:stCondLst>
                                    <p:cond delay="0"/>
                                  </p:stCondLst>
                                  <p:iterate type="el" backwards="0">
                                    <p:tmAbs val="0"/>
                                  </p:iterate>
                                  <p:childTnLst>
                                    <p:set>
                                      <p:cBhvr>
                                        <p:cTn id="415" fill="hold"/>
                                        <p:tgtEl>
                                          <p:spTgt spid="405"/>
                                        </p:tgtEl>
                                        <p:attrNameLst>
                                          <p:attrName>style.visibility</p:attrName>
                                        </p:attrNameLst>
                                      </p:cBhvr>
                                      <p:to>
                                        <p:strVal val="visible"/>
                                      </p:to>
                                    </p:set>
                                    <p:animEffect filter="fade" transition="in">
                                      <p:cBhvr>
                                        <p:cTn id="416" dur="500"/>
                                        <p:tgtEl>
                                          <p:spTgt spid="405"/>
                                        </p:tgtEl>
                                      </p:cBhvr>
                                    </p:animEffect>
                                  </p:childTnLst>
                                </p:cTn>
                              </p:par>
                            </p:childTnLst>
                          </p:cTn>
                        </p:par>
                        <p:par>
                          <p:cTn id="417" fill="hold">
                            <p:stCondLst>
                              <p:cond delay="29500"/>
                            </p:stCondLst>
                            <p:childTnLst>
                              <p:par>
                                <p:cTn id="418" presetClass="entr" nodeType="afterEffect" presetID="10" grpId="106" fill="hold">
                                  <p:stCondLst>
                                    <p:cond delay="0"/>
                                  </p:stCondLst>
                                  <p:iterate type="el" backwards="0">
                                    <p:tmAbs val="0"/>
                                  </p:iterate>
                                  <p:childTnLst>
                                    <p:set>
                                      <p:cBhvr>
                                        <p:cTn id="419" fill="hold"/>
                                        <p:tgtEl>
                                          <p:spTgt spid="406"/>
                                        </p:tgtEl>
                                        <p:attrNameLst>
                                          <p:attrName>style.visibility</p:attrName>
                                        </p:attrNameLst>
                                      </p:cBhvr>
                                      <p:to>
                                        <p:strVal val="visible"/>
                                      </p:to>
                                    </p:set>
                                    <p:animEffect filter="fade" transition="in">
                                      <p:cBhvr>
                                        <p:cTn id="420" dur="500"/>
                                        <p:tgtEl>
                                          <p:spTgt spid="406"/>
                                        </p:tgtEl>
                                      </p:cBhvr>
                                    </p:animEffect>
                                  </p:childTnLst>
                                </p:cTn>
                              </p:par>
                            </p:childTnLst>
                          </p:cTn>
                        </p:par>
                      </p:childTnLst>
                    </p:cTn>
                  </p:par>
                  <p:par>
                    <p:cTn id="421" fill="hold">
                      <p:stCondLst>
                        <p:cond delay="indefinite"/>
                      </p:stCondLst>
                      <p:childTnLst>
                        <p:par>
                          <p:cTn id="422" fill="hold">
                            <p:stCondLst>
                              <p:cond delay="0"/>
                            </p:stCondLst>
                            <p:childTnLst>
                              <p:par>
                                <p:cTn id="423" presetClass="entr" nodeType="clickEffect" presetSubtype="4" presetID="22" grpId="107" fill="hold">
                                  <p:stCondLst>
                                    <p:cond delay="0"/>
                                  </p:stCondLst>
                                  <p:iterate type="el" backwards="0">
                                    <p:tmAbs val="0"/>
                                  </p:iterate>
                                  <p:childTnLst>
                                    <p:set>
                                      <p:cBhvr>
                                        <p:cTn id="424" fill="hold"/>
                                        <p:tgtEl>
                                          <p:spTgt spid="408"/>
                                        </p:tgtEl>
                                        <p:attrNameLst>
                                          <p:attrName>style.visibility</p:attrName>
                                        </p:attrNameLst>
                                      </p:cBhvr>
                                      <p:to>
                                        <p:strVal val="visible"/>
                                      </p:to>
                                    </p:set>
                                    <p:animEffect filter="wipe(down)" transition="in">
                                      <p:cBhvr>
                                        <p:cTn id="425" dur="10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2" grpId="82"/>
      <p:bldP build="whole" bldLvl="1" animBg="1" rev="0" advAuto="0" spid="329" grpId="57"/>
      <p:bldP build="whole" bldLvl="1" animBg="1" rev="0" advAuto="0" spid="372" grpId="72"/>
      <p:bldP build="whole" bldLvl="1" animBg="1" rev="0" advAuto="0" spid="388" grpId="88"/>
      <p:bldP build="whole" bldLvl="1" animBg="1" rev="0" advAuto="0" spid="330" grpId="58"/>
      <p:bldP build="whole" bldLvl="1" animBg="1" rev="0" advAuto="0" spid="379" grpId="79"/>
      <p:bldP build="whole" bldLvl="1" animBg="1" rev="0" advAuto="0" spid="393" grpId="93"/>
      <p:bldP build="whole" bldLvl="1" animBg="1" rev="0" advAuto="0" spid="419" grpId="13"/>
      <p:bldP build="whole" bldLvl="1" animBg="1" rev="0" advAuto="0" spid="403" grpId="103"/>
      <p:bldP build="whole" bldLvl="1" animBg="1" rev="0" advAuto="0" spid="353" grpId="42"/>
      <p:bldP build="whole" bldLvl="1" animBg="1" rev="0" advAuto="0" spid="331" grpId="59"/>
      <p:bldP build="whole" bldLvl="1" animBg="1" rev="0" advAuto="0" spid="340" grpId="20"/>
      <p:bldP build="whole" bldLvl="1" animBg="1" rev="0" advAuto="0" spid="425" grpId="4"/>
      <p:bldP build="whole" bldLvl="1" animBg="1" rev="0" advAuto="0" spid="369" grpId="69"/>
      <p:bldP build="whole" bldLvl="1" animBg="1" rev="0" advAuto="0" spid="325" grpId="53"/>
      <p:bldP build="whole" bldLvl="1" animBg="1" rev="0" advAuto="0" spid="349" grpId="38"/>
      <p:bldP build="whole" bldLvl="1" animBg="1" rev="0" advAuto="0" spid="424" grpId="5"/>
      <p:bldP build="whole" bldLvl="1" animBg="1" rev="0" advAuto="0" spid="367" grpId="67"/>
      <p:bldP build="whole" bldLvl="1" animBg="1" rev="0" advAuto="0" spid="395" grpId="95"/>
      <p:bldP build="whole" bldLvl="1" animBg="1" rev="0" advAuto="0" spid="370" grpId="70"/>
      <p:bldP build="whole" bldLvl="1" animBg="1" rev="0" advAuto="0" spid="407" grpId="1"/>
      <p:bldP build="whole" bldLvl="1" animBg="1" rev="0" advAuto="0" spid="362" grpId="46"/>
      <p:bldP build="whole" bldLvl="1" animBg="1" rev="0" advAuto="0" spid="406" grpId="106"/>
      <p:bldP build="whole" bldLvl="1" animBg="1" rev="0" advAuto="0" spid="408" grpId="107"/>
      <p:bldP build="whole" bldLvl="1" animBg="1" rev="0" advAuto="0" spid="336" grpId="64"/>
      <p:bldP build="whole" bldLvl="1" animBg="1" rev="0" advAuto="0" spid="365" grpId="49"/>
      <p:bldP build="whole" bldLvl="1" animBg="1" rev="0" advAuto="0" spid="356" grpId="29"/>
      <p:bldP build="whole" bldLvl="1" animBg="1" rev="0" advAuto="0" spid="355" grpId="28"/>
      <p:bldP build="whole" bldLvl="1" animBg="1" rev="0" advAuto="0" spid="409" grpId="43"/>
      <p:bldP build="whole" bldLvl="1" animBg="1" rev="0" advAuto="0" spid="417" grpId="11"/>
      <p:bldP build="whole" bldLvl="1" animBg="1" rev="0" advAuto="0" spid="324" grpId="52"/>
      <p:bldP build="whole" bldLvl="1" animBg="1" rev="0" advAuto="0" spid="364" grpId="48"/>
      <p:bldP build="whole" bldLvl="1" animBg="1" rev="0" advAuto="0" spid="411" grpId="3"/>
      <p:bldP build="whole" bldLvl="1" animBg="1" rev="0" advAuto="0" spid="348" grpId="37"/>
      <p:bldP build="whole" bldLvl="1" animBg="1" rev="0" advAuto="0" spid="386" grpId="86"/>
      <p:bldP build="whole" bldLvl="1" animBg="1" rev="0" advAuto="0" spid="359" grpId="32"/>
      <p:bldP build="whole" bldLvl="1" animBg="1" rev="0" advAuto="0" spid="400" grpId="100"/>
      <p:bldP build="whole" bldLvl="1" animBg="1" rev="0" advAuto="0" spid="345" grpId="25"/>
      <p:bldP build="whole" bldLvl="1" animBg="1" rev="0" advAuto="0" spid="422" grpId="16"/>
      <p:bldP build="whole" bldLvl="1" animBg="1" rev="0" advAuto="0" spid="401" grpId="101"/>
      <p:bldP build="whole" bldLvl="1" animBg="1" rev="0" advAuto="0" spid="351" grpId="40"/>
      <p:bldP build="whole" bldLvl="1" animBg="1" rev="0" advAuto="0" spid="415" grpId="9"/>
      <p:bldP build="whole" bldLvl="1" animBg="1" rev="0" advAuto="0" spid="341" grpId="21"/>
      <p:bldP build="whole" bldLvl="1" animBg="1" rev="0" advAuto="0" spid="328" grpId="56"/>
      <p:bldP build="whole" bldLvl="1" animBg="1" rev="0" advAuto="0" spid="354" grpId="27"/>
      <p:bldP build="whole" bldLvl="1" animBg="1" rev="0" advAuto="0" spid="337" grpId="65"/>
      <p:bldP build="whole" bldLvl="1" animBg="1" rev="0" advAuto="0" spid="360" grpId="33"/>
      <p:bldP build="whole" bldLvl="1" animBg="1" rev="0" advAuto="0" spid="410" grpId="2"/>
      <p:bldP build="whole" bldLvl="1" animBg="1" rev="0" advAuto="0" spid="342" grpId="22"/>
      <p:bldP build="whole" bldLvl="1" animBg="1" rev="0" advAuto="0" spid="387" grpId="87"/>
      <p:bldP build="whole" bldLvl="1" animBg="1" rev="0" advAuto="0" spid="398" grpId="98"/>
      <p:bldP build="whole" bldLvl="1" animBg="1" rev="0" advAuto="0" spid="322" grpId="18"/>
      <p:bldP build="whole" bldLvl="1" animBg="1" rev="0" advAuto="0" spid="404" grpId="104"/>
      <p:bldP build="whole" bldLvl="1" animBg="1" rev="0" advAuto="0" spid="375" grpId="75"/>
      <p:bldP build="whole" bldLvl="1" animBg="1" rev="0" advAuto="0" spid="420" grpId="14"/>
      <p:bldP build="whole" bldLvl="1" animBg="1" rev="0" advAuto="0" spid="343" grpId="23"/>
      <p:bldP build="whole" bldLvl="1" animBg="1" rev="0" advAuto="0" spid="327" grpId="55"/>
      <p:bldP build="whole" bldLvl="1" animBg="1" rev="0" advAuto="0" spid="413" grpId="7"/>
      <p:bldP build="whole" bldLvl="1" animBg="1" rev="0" advAuto="0" spid="373" grpId="73"/>
      <p:bldP build="whole" bldLvl="1" animBg="1" rev="0" advAuto="0" spid="335" grpId="63"/>
      <p:bldP build="whole" bldLvl="1" animBg="1" rev="0" advAuto="0" spid="357" grpId="30"/>
      <p:bldP build="whole" bldLvl="1" animBg="1" rev="0" advAuto="0" spid="392" grpId="92"/>
      <p:bldP build="whole" bldLvl="1" animBg="1" rev="0" advAuto="0" spid="399" grpId="99"/>
      <p:bldP build="whole" bldLvl="1" animBg="1" rev="0" advAuto="0" spid="338" grpId="66"/>
      <p:bldP build="whole" bldLvl="1" animBg="1" rev="0" advAuto="0" spid="402" grpId="102"/>
      <p:bldP build="whole" bldLvl="1" animBg="1" rev="0" advAuto="0" spid="377" grpId="77"/>
      <p:bldP build="whole" bldLvl="1" animBg="1" rev="0" advAuto="0" spid="418" grpId="12"/>
      <p:bldP build="whole" bldLvl="1" animBg="1" rev="0" advAuto="0" spid="385" grpId="85"/>
      <p:bldP build="whole" bldLvl="1" animBg="1" rev="0" advAuto="0" spid="334" grpId="62"/>
      <p:bldP build="whole" bldLvl="1" animBg="1" rev="0" advAuto="0" spid="412" grpId="6"/>
      <p:bldP build="whole" bldLvl="1" animBg="1" rev="0" advAuto="0" spid="339" grpId="36"/>
      <p:bldP build="whole" bldLvl="1" animBg="1" rev="0" advAuto="0" spid="381" grpId="81"/>
      <p:bldP build="whole" bldLvl="1" animBg="1" rev="0" advAuto="0" spid="344" grpId="24"/>
      <p:bldP build="whole" bldLvl="1" animBg="1" rev="0" advAuto="0" spid="391" grpId="91"/>
      <p:bldP build="whole" bldLvl="1" animBg="1" rev="0" advAuto="0" spid="366" grpId="50"/>
      <p:bldP build="whole" bldLvl="1" animBg="1" rev="0" advAuto="0" spid="350" grpId="39"/>
      <p:bldP build="whole" bldLvl="1" animBg="1" rev="0" advAuto="0" spid="326" grpId="54"/>
      <p:bldP build="whole" bldLvl="1" animBg="1" rev="0" advAuto="0" spid="396" grpId="96"/>
      <p:bldP build="whole" bldLvl="1" animBg="1" rev="0" advAuto="0" spid="405" grpId="105"/>
      <p:bldP build="whole" bldLvl="1" animBg="1" rev="0" advAuto="0" spid="374" grpId="74"/>
      <p:bldP build="whole" bldLvl="1" animBg="1" rev="0" advAuto="0" spid="423" grpId="17"/>
      <p:bldP build="whole" bldLvl="1" animBg="1" rev="0" advAuto="0" spid="333" grpId="61"/>
      <p:bldP build="whole" bldLvl="1" animBg="1" rev="0" advAuto="0" spid="323" grpId="51"/>
      <p:bldP build="whole" bldLvl="1" animBg="1" rev="0" advAuto="0" spid="346" grpId="26"/>
      <p:bldP build="whole" bldLvl="1" animBg="1" rev="0" advAuto="0" spid="358" grpId="31"/>
      <p:bldP build="whole" bldLvl="1" animBg="1" rev="0" advAuto="0" spid="416" grpId="10"/>
      <p:bldP build="whole" bldLvl="1" animBg="1" rev="0" advAuto="0" spid="390" grpId="90"/>
      <p:bldP build="whole" bldLvl="1" animBg="1" rev="0" advAuto="0" spid="363" grpId="47"/>
      <p:bldP build="whole" bldLvl="1" animBg="1" rev="0" advAuto="0" spid="361" grpId="45"/>
      <p:bldP build="whole" bldLvl="1" animBg="1" rev="0" advAuto="0" spid="383" grpId="83"/>
      <p:bldP build="whole" bldLvl="1" animBg="1" rev="0" advAuto="0" spid="397" grpId="97"/>
      <p:bldP build="whole" bldLvl="1" animBg="1" rev="0" advAuto="0" spid="321" grpId="19"/>
      <p:bldP build="whole" bldLvl="1" animBg="1" rev="0" advAuto="0" spid="421" grpId="15"/>
      <p:bldP build="whole" bldLvl="1" animBg="1" rev="0" advAuto="0" spid="352" grpId="41"/>
      <p:bldP build="whole" bldLvl="1" animBg="1" rev="0" advAuto="0" spid="380" grpId="80"/>
      <p:bldP build="whole" bldLvl="1" animBg="1" rev="0" advAuto="0" spid="332" grpId="60"/>
      <p:bldP build="whole" bldLvl="1" animBg="1" rev="0" advAuto="0" spid="389" grpId="89"/>
      <p:bldP build="whole" bldLvl="1" animBg="1" rev="0" advAuto="0" spid="368" grpId="68"/>
      <p:bldP build="whole" bldLvl="1" animBg="1" rev="0" advAuto="0" spid="414" grpId="8"/>
      <p:bldP build="whole" bldLvl="1" animBg="1" rev="0" advAuto="0" spid="371" grpId="71"/>
      <p:bldP build="whole" bldLvl="1" animBg="1" rev="0" advAuto="0" spid="376" grpId="76"/>
      <p:bldP build="whole" bldLvl="1" animBg="1" rev="0" advAuto="0" spid="384" grpId="84"/>
      <p:bldP build="whole" bldLvl="1" animBg="1" rev="0" advAuto="0" spid="394" grpId="94"/>
      <p:bldP build="whole" bldLvl="1" animBg="1" rev="0" advAuto="0" spid="378" grpId="78"/>
      <p:bldP build="whole" bldLvl="1" animBg="1" rev="0" advAuto="0" spid="347" grpId="44"/>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TextBox 3"/>
          <p:cNvSpPr txBox="1"/>
          <p:nvPr/>
        </p:nvSpPr>
        <p:spPr>
          <a:xfrm>
            <a:off x="1327152" y="1837345"/>
            <a:ext cx="2267606" cy="8765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sz="2800">
                <a:solidFill>
                  <a:srgbClr val="FFFFFF"/>
                </a:solidFill>
              </a:defRPr>
            </a:pPr>
            <a:r>
              <a:t>Training set of </a:t>
            </a:r>
          </a:p>
          <a:p>
            <a:pPr algn="ctr">
              <a:defRPr b="1" sz="2800">
                <a:solidFill>
                  <a:srgbClr val="FFFFFF"/>
                </a:solidFill>
              </a:defRPr>
            </a:pPr>
            <a:r>
              <a:t>Temp. Dataset</a:t>
            </a:r>
          </a:p>
        </p:txBody>
      </p:sp>
      <p:sp>
        <p:nvSpPr>
          <p:cNvPr id="428" name="Straight Connector 4"/>
          <p:cNvSpPr/>
          <p:nvPr/>
        </p:nvSpPr>
        <p:spPr>
          <a:xfrm>
            <a:off x="5973941" y="1174700"/>
            <a:ext cx="5537875" cy="1"/>
          </a:xfrm>
          <a:prstGeom prst="line">
            <a:avLst/>
          </a:prstGeom>
          <a:ln w="57150">
            <a:solidFill>
              <a:srgbClr val="00B0F0"/>
            </a:solidFill>
          </a:ln>
        </p:spPr>
        <p:txBody>
          <a:bodyPr lIns="45719" rIns="45719"/>
          <a:lstStyle/>
          <a:p>
            <a:pPr>
              <a:defRPr>
                <a:solidFill>
                  <a:srgbClr val="FFFFFF"/>
                </a:solidFill>
              </a:defRPr>
            </a:pPr>
          </a:p>
        </p:txBody>
      </p:sp>
      <p:sp>
        <p:nvSpPr>
          <p:cNvPr id="429" name="Straight Connector 5"/>
          <p:cNvSpPr/>
          <p:nvPr/>
        </p:nvSpPr>
        <p:spPr>
          <a:xfrm flipH="1">
            <a:off x="8691606" y="334461"/>
            <a:ext cx="31216" cy="3171544"/>
          </a:xfrm>
          <a:prstGeom prst="line">
            <a:avLst/>
          </a:prstGeom>
          <a:ln w="57150">
            <a:solidFill>
              <a:srgbClr val="00B0F0"/>
            </a:solidFill>
          </a:ln>
        </p:spPr>
        <p:txBody>
          <a:bodyPr lIns="45719" rIns="45719"/>
          <a:lstStyle/>
          <a:p>
            <a:pPr>
              <a:defRPr>
                <a:solidFill>
                  <a:srgbClr val="FFFFFF"/>
                </a:solidFill>
              </a:defRPr>
            </a:pPr>
          </a:p>
        </p:txBody>
      </p:sp>
      <p:sp>
        <p:nvSpPr>
          <p:cNvPr id="430" name="TextBox 9"/>
          <p:cNvSpPr txBox="1"/>
          <p:nvPr/>
        </p:nvSpPr>
        <p:spPr>
          <a:xfrm>
            <a:off x="6185623" y="306328"/>
            <a:ext cx="2491480"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FF"/>
                </a:solidFill>
              </a:defRPr>
            </a:pPr>
            <a:r>
              <a:t>Temp (C</a:t>
            </a:r>
            <a:r>
              <a:rPr baseline="30000"/>
              <a:t>°</a:t>
            </a:r>
            <a:r>
              <a:t>), (</a:t>
            </a:r>
            <a:r>
              <a:rPr>
                <a:solidFill>
                  <a:srgbClr val="FFFF00"/>
                </a:solidFill>
              </a:rPr>
              <a:t>x</a:t>
            </a:r>
            <a:r>
              <a:t>)</a:t>
            </a:r>
          </a:p>
        </p:txBody>
      </p:sp>
      <p:sp>
        <p:nvSpPr>
          <p:cNvPr id="431" name="TextBox 10"/>
          <p:cNvSpPr txBox="1"/>
          <p:nvPr/>
        </p:nvSpPr>
        <p:spPr>
          <a:xfrm>
            <a:off x="8860687" y="334461"/>
            <a:ext cx="2512336"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FF"/>
                </a:solidFill>
              </a:defRPr>
            </a:pPr>
            <a:r>
              <a:t>Temp F (</a:t>
            </a:r>
            <a:r>
              <a:rPr>
                <a:solidFill>
                  <a:srgbClr val="FFFF00"/>
                </a:solidFill>
              </a:rPr>
              <a:t>y</a:t>
            </a:r>
            <a:r>
              <a:t>)</a:t>
            </a:r>
          </a:p>
        </p:txBody>
      </p:sp>
      <p:sp>
        <p:nvSpPr>
          <p:cNvPr id="432" name="TextBox 12"/>
          <p:cNvSpPr txBox="1"/>
          <p:nvPr/>
        </p:nvSpPr>
        <p:spPr>
          <a:xfrm>
            <a:off x="6961327" y="1248548"/>
            <a:ext cx="413108"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10</a:t>
            </a:r>
          </a:p>
        </p:txBody>
      </p:sp>
      <p:sp>
        <p:nvSpPr>
          <p:cNvPr id="433" name="TextBox 13"/>
          <p:cNvSpPr txBox="1"/>
          <p:nvPr/>
        </p:nvSpPr>
        <p:spPr>
          <a:xfrm>
            <a:off x="6961327" y="1710214"/>
            <a:ext cx="413108"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15</a:t>
            </a:r>
          </a:p>
        </p:txBody>
      </p:sp>
      <p:sp>
        <p:nvSpPr>
          <p:cNvPr id="434" name="TextBox 14"/>
          <p:cNvSpPr txBox="1"/>
          <p:nvPr/>
        </p:nvSpPr>
        <p:spPr>
          <a:xfrm>
            <a:off x="6959428" y="2171879"/>
            <a:ext cx="413108"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20</a:t>
            </a:r>
          </a:p>
        </p:txBody>
      </p:sp>
      <p:sp>
        <p:nvSpPr>
          <p:cNvPr id="435" name="TextBox 15"/>
          <p:cNvSpPr txBox="1"/>
          <p:nvPr/>
        </p:nvSpPr>
        <p:spPr>
          <a:xfrm>
            <a:off x="6959426" y="2633544"/>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FF"/>
                </a:solidFill>
              </a:defRPr>
            </a:lvl1pPr>
          </a:lstStyle>
          <a:p>
            <a:pPr/>
            <a:r>
              <a:t>25</a:t>
            </a:r>
          </a:p>
        </p:txBody>
      </p:sp>
      <p:sp>
        <p:nvSpPr>
          <p:cNvPr id="436" name="TextBox 16"/>
          <p:cNvSpPr txBox="1"/>
          <p:nvPr/>
        </p:nvSpPr>
        <p:spPr>
          <a:xfrm>
            <a:off x="6966430" y="3095208"/>
            <a:ext cx="708186"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a:t>
            </a:r>
          </a:p>
        </p:txBody>
      </p:sp>
      <p:sp>
        <p:nvSpPr>
          <p:cNvPr id="437" name="TextBox 17"/>
          <p:cNvSpPr txBox="1"/>
          <p:nvPr/>
        </p:nvSpPr>
        <p:spPr>
          <a:xfrm>
            <a:off x="9671988" y="1248548"/>
            <a:ext cx="70628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50</a:t>
            </a:r>
          </a:p>
        </p:txBody>
      </p:sp>
      <p:sp>
        <p:nvSpPr>
          <p:cNvPr id="438" name="TextBox 18"/>
          <p:cNvSpPr txBox="1"/>
          <p:nvPr/>
        </p:nvSpPr>
        <p:spPr>
          <a:xfrm>
            <a:off x="9671988" y="1710214"/>
            <a:ext cx="706285"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59</a:t>
            </a:r>
          </a:p>
        </p:txBody>
      </p:sp>
      <p:sp>
        <p:nvSpPr>
          <p:cNvPr id="439" name="TextBox 19"/>
          <p:cNvSpPr txBox="1"/>
          <p:nvPr/>
        </p:nvSpPr>
        <p:spPr>
          <a:xfrm>
            <a:off x="9670089" y="2171879"/>
            <a:ext cx="708184"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68</a:t>
            </a:r>
          </a:p>
        </p:txBody>
      </p:sp>
      <p:sp>
        <p:nvSpPr>
          <p:cNvPr id="440" name="TextBox 20"/>
          <p:cNvSpPr txBox="1"/>
          <p:nvPr/>
        </p:nvSpPr>
        <p:spPr>
          <a:xfrm>
            <a:off x="9670088" y="2633544"/>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77</a:t>
            </a:r>
          </a:p>
        </p:txBody>
      </p:sp>
      <p:sp>
        <p:nvSpPr>
          <p:cNvPr id="441" name="TextBox 21"/>
          <p:cNvSpPr txBox="1"/>
          <p:nvPr/>
        </p:nvSpPr>
        <p:spPr>
          <a:xfrm>
            <a:off x="9677093" y="3095208"/>
            <a:ext cx="708186"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a:t>
            </a:r>
          </a:p>
        </p:txBody>
      </p:sp>
      <p:sp>
        <p:nvSpPr>
          <p:cNvPr id="442" name="TextBox 22"/>
          <p:cNvSpPr txBox="1"/>
          <p:nvPr/>
        </p:nvSpPr>
        <p:spPr>
          <a:xfrm>
            <a:off x="767368" y="5209263"/>
            <a:ext cx="6003378"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r>
              <a:t>(x, y)</a:t>
            </a:r>
            <a:r>
              <a:rPr>
                <a:solidFill>
                  <a:srgbClr val="FFFFFF"/>
                </a:solidFill>
              </a:rPr>
              <a:t> – one training example</a:t>
            </a:r>
            <a:endParaRPr>
              <a:solidFill>
                <a:srgbClr val="FFFFFF"/>
              </a:solidFill>
            </a:endParaRPr>
          </a:p>
          <a:p>
            <a:pPr>
              <a:defRPr sz="2400">
                <a:solidFill>
                  <a:srgbClr val="FFFF00"/>
                </a:solidFill>
                <a:latin typeface="Cambria Math"/>
                <a:ea typeface="Cambria Math"/>
                <a:cs typeface="Cambria Math"/>
                <a:sym typeface="Cambria Math"/>
              </a:defRPr>
            </a:pPr>
            <a:r>
              <a:t>(x</a:t>
            </a:r>
            <a:r>
              <a:rPr baseline="30000"/>
              <a:t>(i)</a:t>
            </a:r>
            <a:r>
              <a:t>, y</a:t>
            </a:r>
            <a:r>
              <a:rPr baseline="30000"/>
              <a:t>(i)</a:t>
            </a:r>
            <a:r>
              <a:t>) </a:t>
            </a:r>
            <a:r>
              <a:rPr>
                <a:solidFill>
                  <a:srgbClr val="FFFFFF"/>
                </a:solidFill>
              </a:rPr>
              <a:t>– i th training example</a:t>
            </a:r>
          </a:p>
        </p:txBody>
      </p:sp>
      <p:sp>
        <p:nvSpPr>
          <p:cNvPr id="443" name="TextBox 28"/>
          <p:cNvSpPr txBox="1"/>
          <p:nvPr/>
        </p:nvSpPr>
        <p:spPr>
          <a:xfrm>
            <a:off x="5185021" y="1254733"/>
            <a:ext cx="706284"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1</a:t>
            </a:r>
          </a:p>
        </p:txBody>
      </p:sp>
      <p:sp>
        <p:nvSpPr>
          <p:cNvPr id="444" name="TextBox 29"/>
          <p:cNvSpPr txBox="1"/>
          <p:nvPr/>
        </p:nvSpPr>
        <p:spPr>
          <a:xfrm>
            <a:off x="5185021" y="1716397"/>
            <a:ext cx="706285"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2</a:t>
            </a:r>
          </a:p>
        </p:txBody>
      </p:sp>
      <p:sp>
        <p:nvSpPr>
          <p:cNvPr id="445" name="TextBox 30"/>
          <p:cNvSpPr txBox="1"/>
          <p:nvPr/>
        </p:nvSpPr>
        <p:spPr>
          <a:xfrm>
            <a:off x="5183123" y="2178062"/>
            <a:ext cx="70818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3</a:t>
            </a:r>
          </a:p>
        </p:txBody>
      </p:sp>
      <p:sp>
        <p:nvSpPr>
          <p:cNvPr id="446" name="TextBox 31"/>
          <p:cNvSpPr txBox="1"/>
          <p:nvPr/>
        </p:nvSpPr>
        <p:spPr>
          <a:xfrm>
            <a:off x="5183122" y="2639728"/>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4</a:t>
            </a:r>
          </a:p>
        </p:txBody>
      </p:sp>
      <p:sp>
        <p:nvSpPr>
          <p:cNvPr id="447" name="TextBox 32"/>
          <p:cNvSpPr txBox="1"/>
          <p:nvPr/>
        </p:nvSpPr>
        <p:spPr>
          <a:xfrm>
            <a:off x="5190126" y="3101393"/>
            <a:ext cx="708186"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a:t>
            </a:r>
          </a:p>
        </p:txBody>
      </p:sp>
      <p:sp>
        <p:nvSpPr>
          <p:cNvPr id="448" name="Left Brace 33"/>
          <p:cNvSpPr/>
          <p:nvPr/>
        </p:nvSpPr>
        <p:spPr>
          <a:xfrm>
            <a:off x="6554803" y="1248548"/>
            <a:ext cx="358905" cy="2308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75"/>
                  <a:pt x="10800" y="21320"/>
                </a:cubicBezTo>
                <a:lnTo>
                  <a:pt x="10800" y="11080"/>
                </a:lnTo>
                <a:cubicBezTo>
                  <a:pt x="10800" y="10925"/>
                  <a:pt x="5965" y="10800"/>
                  <a:pt x="0" y="10800"/>
                </a:cubicBezTo>
                <a:cubicBezTo>
                  <a:pt x="5965" y="10800"/>
                  <a:pt x="10800" y="10675"/>
                  <a:pt x="10800" y="10520"/>
                </a:cubicBezTo>
                <a:lnTo>
                  <a:pt x="10800" y="280"/>
                </a:lnTo>
                <a:cubicBezTo>
                  <a:pt x="10800" y="125"/>
                  <a:pt x="15635" y="0"/>
                  <a:pt x="21600" y="0"/>
                </a:cubicBezTo>
              </a:path>
            </a:pathLst>
          </a:custGeom>
          <a:ln w="28575">
            <a:solidFill>
              <a:srgbClr val="FFFF00"/>
            </a:solidFill>
          </a:ln>
        </p:spPr>
        <p:txBody>
          <a:bodyPr lIns="45719" rIns="45719" anchor="ctr"/>
          <a:lstStyle/>
          <a:p>
            <a:pPr algn="ctr">
              <a:defRPr>
                <a:solidFill>
                  <a:srgbClr val="FFFFFF"/>
                </a:solidFill>
              </a:defRPr>
            </a:pPr>
          </a:p>
        </p:txBody>
      </p:sp>
      <p:sp>
        <p:nvSpPr>
          <p:cNvPr id="449" name="Left Brace 34"/>
          <p:cNvSpPr/>
          <p:nvPr/>
        </p:nvSpPr>
        <p:spPr>
          <a:xfrm>
            <a:off x="9372142" y="1248548"/>
            <a:ext cx="358905" cy="2308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75"/>
                  <a:pt x="10800" y="21320"/>
                </a:cubicBezTo>
                <a:lnTo>
                  <a:pt x="10800" y="11080"/>
                </a:lnTo>
                <a:cubicBezTo>
                  <a:pt x="10800" y="10925"/>
                  <a:pt x="5965" y="10800"/>
                  <a:pt x="0" y="10800"/>
                </a:cubicBezTo>
                <a:cubicBezTo>
                  <a:pt x="5965" y="10800"/>
                  <a:pt x="10800" y="10675"/>
                  <a:pt x="10800" y="10520"/>
                </a:cubicBezTo>
                <a:lnTo>
                  <a:pt x="10800" y="280"/>
                </a:lnTo>
                <a:cubicBezTo>
                  <a:pt x="10800" y="125"/>
                  <a:pt x="15635" y="0"/>
                  <a:pt x="21600" y="0"/>
                </a:cubicBezTo>
              </a:path>
            </a:pathLst>
          </a:custGeom>
          <a:ln w="28575">
            <a:solidFill>
              <a:srgbClr val="FFFF00"/>
            </a:solidFill>
          </a:ln>
        </p:spPr>
        <p:txBody>
          <a:bodyPr lIns="45719" rIns="45719" anchor="ctr"/>
          <a:lstStyle/>
          <a:p>
            <a:pPr algn="ctr">
              <a:defRPr>
                <a:solidFill>
                  <a:srgbClr val="FFFFFF"/>
                </a:solidFill>
              </a:defRPr>
            </a:pPr>
          </a:p>
        </p:txBody>
      </p:sp>
      <p:sp>
        <p:nvSpPr>
          <p:cNvPr id="450" name="Left Brace 35"/>
          <p:cNvSpPr/>
          <p:nvPr/>
        </p:nvSpPr>
        <p:spPr>
          <a:xfrm>
            <a:off x="4951548" y="1248548"/>
            <a:ext cx="358905" cy="2308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75"/>
                  <a:pt x="10800" y="21320"/>
                </a:cubicBezTo>
                <a:lnTo>
                  <a:pt x="10800" y="11080"/>
                </a:lnTo>
                <a:cubicBezTo>
                  <a:pt x="10800" y="10925"/>
                  <a:pt x="5965" y="10800"/>
                  <a:pt x="0" y="10800"/>
                </a:cubicBezTo>
                <a:cubicBezTo>
                  <a:pt x="5965" y="10800"/>
                  <a:pt x="10800" y="10675"/>
                  <a:pt x="10800" y="10520"/>
                </a:cubicBezTo>
                <a:lnTo>
                  <a:pt x="10800" y="280"/>
                </a:lnTo>
                <a:cubicBezTo>
                  <a:pt x="10800" y="125"/>
                  <a:pt x="15635" y="0"/>
                  <a:pt x="21600" y="0"/>
                </a:cubicBezTo>
              </a:path>
            </a:pathLst>
          </a:custGeom>
          <a:ln w="28575">
            <a:solidFill>
              <a:srgbClr val="FFFF00"/>
            </a:solidFill>
          </a:ln>
        </p:spPr>
        <p:txBody>
          <a:bodyPr lIns="45719" rIns="45719" anchor="ctr"/>
          <a:lstStyle/>
          <a:p>
            <a:pPr algn="ctr">
              <a:defRPr>
                <a:solidFill>
                  <a:srgbClr val="FFFFFF"/>
                </a:solidFill>
              </a:defRPr>
            </a:pPr>
          </a:p>
        </p:txBody>
      </p:sp>
      <p:sp>
        <p:nvSpPr>
          <p:cNvPr id="451" name="TextBox 37"/>
          <p:cNvSpPr txBox="1"/>
          <p:nvPr/>
        </p:nvSpPr>
        <p:spPr>
          <a:xfrm>
            <a:off x="4564548" y="2196742"/>
            <a:ext cx="395708"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m</a:t>
            </a:r>
          </a:p>
        </p:txBody>
      </p:sp>
      <p:sp>
        <p:nvSpPr>
          <p:cNvPr id="452" name="TextBox 39"/>
          <p:cNvSpPr txBox="1"/>
          <p:nvPr/>
        </p:nvSpPr>
        <p:spPr>
          <a:xfrm>
            <a:off x="6323114" y="2218044"/>
            <a:ext cx="267464"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x</a:t>
            </a:r>
          </a:p>
        </p:txBody>
      </p:sp>
      <p:sp>
        <p:nvSpPr>
          <p:cNvPr id="453" name="TextBox 41"/>
          <p:cNvSpPr txBox="1"/>
          <p:nvPr/>
        </p:nvSpPr>
        <p:spPr>
          <a:xfrm>
            <a:off x="9143231" y="2196742"/>
            <a:ext cx="267464"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y</a:t>
            </a:r>
          </a:p>
        </p:txBody>
      </p:sp>
      <p:sp>
        <p:nvSpPr>
          <p:cNvPr id="454" name="Straight Connector 45"/>
          <p:cNvSpPr/>
          <p:nvPr/>
        </p:nvSpPr>
        <p:spPr>
          <a:xfrm>
            <a:off x="7161532" y="4120297"/>
            <a:ext cx="1" cy="2132717"/>
          </a:xfrm>
          <a:prstGeom prst="line">
            <a:avLst/>
          </a:prstGeom>
          <a:ln w="57150">
            <a:solidFill>
              <a:srgbClr val="00B0F0"/>
            </a:solidFill>
          </a:ln>
        </p:spPr>
        <p:txBody>
          <a:bodyPr lIns="45719" rIns="45719"/>
          <a:lstStyle/>
          <a:p>
            <a:pPr>
              <a:defRPr>
                <a:solidFill>
                  <a:srgbClr val="FFFFFF"/>
                </a:solidFill>
              </a:defRPr>
            </a:pPr>
          </a:p>
        </p:txBody>
      </p:sp>
      <p:sp>
        <p:nvSpPr>
          <p:cNvPr id="455" name="TextBox 49"/>
          <p:cNvSpPr txBox="1"/>
          <p:nvPr/>
        </p:nvSpPr>
        <p:spPr>
          <a:xfrm>
            <a:off x="7447944" y="5694197"/>
            <a:ext cx="3182456"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r>
              <a:t>(x</a:t>
            </a:r>
            <a:r>
              <a:rPr baseline="30000"/>
              <a:t>(3)</a:t>
            </a:r>
            <a:r>
              <a:t>, y</a:t>
            </a:r>
            <a:r>
              <a:rPr baseline="30000"/>
              <a:t>(3)</a:t>
            </a:r>
            <a:r>
              <a:t>) = (    ,     )</a:t>
            </a:r>
          </a:p>
        </p:txBody>
      </p:sp>
      <p:sp>
        <p:nvSpPr>
          <p:cNvPr id="456" name="TextBox 2"/>
          <p:cNvSpPr txBox="1"/>
          <p:nvPr/>
        </p:nvSpPr>
        <p:spPr>
          <a:xfrm>
            <a:off x="767367" y="4783761"/>
            <a:ext cx="6003387"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r>
              <a:t>m</a:t>
            </a:r>
            <a:r>
              <a:rPr>
                <a:solidFill>
                  <a:srgbClr val="FFFFFF"/>
                </a:solidFill>
              </a:rPr>
              <a:t> = Number of training examples</a:t>
            </a:r>
          </a:p>
        </p:txBody>
      </p:sp>
      <p:sp>
        <p:nvSpPr>
          <p:cNvPr id="457" name="TextBox 7"/>
          <p:cNvSpPr txBox="1"/>
          <p:nvPr/>
        </p:nvSpPr>
        <p:spPr>
          <a:xfrm>
            <a:off x="767367" y="3947054"/>
            <a:ext cx="6003387"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r>
              <a:t>x</a:t>
            </a:r>
            <a:r>
              <a:rPr>
                <a:solidFill>
                  <a:srgbClr val="FFFFFF"/>
                </a:solidFill>
              </a:rPr>
              <a:t> = “input” variable/feature</a:t>
            </a:r>
          </a:p>
        </p:txBody>
      </p:sp>
      <p:sp>
        <p:nvSpPr>
          <p:cNvPr id="458" name="TextBox 11"/>
          <p:cNvSpPr txBox="1"/>
          <p:nvPr/>
        </p:nvSpPr>
        <p:spPr>
          <a:xfrm>
            <a:off x="767367" y="4372557"/>
            <a:ext cx="6003387"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r>
              <a:t>y</a:t>
            </a:r>
            <a:r>
              <a:rPr>
                <a:solidFill>
                  <a:srgbClr val="FFFFFF"/>
                </a:solidFill>
              </a:rPr>
              <a:t> = “output” variable/target</a:t>
            </a:r>
          </a:p>
        </p:txBody>
      </p:sp>
      <p:sp>
        <p:nvSpPr>
          <p:cNvPr id="459" name="TextBox 25"/>
          <p:cNvSpPr txBox="1"/>
          <p:nvPr/>
        </p:nvSpPr>
        <p:spPr>
          <a:xfrm>
            <a:off x="7473539" y="4124695"/>
            <a:ext cx="288357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r>
              <a:t>(x</a:t>
            </a:r>
            <a:r>
              <a:rPr baseline="30000"/>
              <a:t>(1)</a:t>
            </a:r>
            <a:r>
              <a:t>, y</a:t>
            </a:r>
            <a:r>
              <a:rPr baseline="30000"/>
              <a:t>(1)</a:t>
            </a:r>
            <a:r>
              <a:t>) = (    ,     )</a:t>
            </a:r>
          </a:p>
        </p:txBody>
      </p:sp>
      <p:sp>
        <p:nvSpPr>
          <p:cNvPr id="460" name="TextBox 27"/>
          <p:cNvSpPr txBox="1"/>
          <p:nvPr/>
        </p:nvSpPr>
        <p:spPr>
          <a:xfrm>
            <a:off x="7447944" y="4924476"/>
            <a:ext cx="275311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r>
              <a:t>(x</a:t>
            </a:r>
            <a:r>
              <a:rPr baseline="30000"/>
              <a:t>(2)</a:t>
            </a:r>
            <a:r>
              <a:t>, y</a:t>
            </a:r>
            <a:r>
              <a:rPr baseline="30000"/>
              <a:t>(2)</a:t>
            </a:r>
            <a:r>
              <a:t>) = (    ,     )</a:t>
            </a:r>
          </a:p>
        </p:txBody>
      </p:sp>
      <p:sp>
        <p:nvSpPr>
          <p:cNvPr id="461" name="TextBox 36"/>
          <p:cNvSpPr txBox="1"/>
          <p:nvPr/>
        </p:nvSpPr>
        <p:spPr>
          <a:xfrm>
            <a:off x="6958979" y="1246200"/>
            <a:ext cx="413109"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10</a:t>
            </a:r>
          </a:p>
        </p:txBody>
      </p:sp>
      <p:sp>
        <p:nvSpPr>
          <p:cNvPr id="462" name="TextBox 38"/>
          <p:cNvSpPr txBox="1"/>
          <p:nvPr/>
        </p:nvSpPr>
        <p:spPr>
          <a:xfrm>
            <a:off x="6958978" y="1714899"/>
            <a:ext cx="413108"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15</a:t>
            </a:r>
          </a:p>
        </p:txBody>
      </p:sp>
      <p:sp>
        <p:nvSpPr>
          <p:cNvPr id="463" name="TextBox 40"/>
          <p:cNvSpPr txBox="1"/>
          <p:nvPr/>
        </p:nvSpPr>
        <p:spPr>
          <a:xfrm>
            <a:off x="6957080" y="2169530"/>
            <a:ext cx="413108"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20</a:t>
            </a:r>
          </a:p>
        </p:txBody>
      </p:sp>
      <p:sp>
        <p:nvSpPr>
          <p:cNvPr id="464" name="TextBox 43"/>
          <p:cNvSpPr txBox="1"/>
          <p:nvPr/>
        </p:nvSpPr>
        <p:spPr>
          <a:xfrm>
            <a:off x="9671637" y="1246199"/>
            <a:ext cx="70628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50</a:t>
            </a:r>
          </a:p>
        </p:txBody>
      </p:sp>
      <p:sp>
        <p:nvSpPr>
          <p:cNvPr id="465" name="TextBox 46"/>
          <p:cNvSpPr txBox="1"/>
          <p:nvPr/>
        </p:nvSpPr>
        <p:spPr>
          <a:xfrm>
            <a:off x="9669640" y="1714899"/>
            <a:ext cx="706285"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59</a:t>
            </a:r>
          </a:p>
        </p:txBody>
      </p:sp>
      <p:sp>
        <p:nvSpPr>
          <p:cNvPr id="466" name="TextBox 47"/>
          <p:cNvSpPr txBox="1"/>
          <p:nvPr/>
        </p:nvSpPr>
        <p:spPr>
          <a:xfrm>
            <a:off x="9667741" y="2169530"/>
            <a:ext cx="70818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FF"/>
                </a:solidFill>
              </a:defRPr>
            </a:lvl1pPr>
          </a:lstStyle>
          <a:p>
            <a:pPr/>
            <a:r>
              <a:t>68</a:t>
            </a:r>
          </a:p>
        </p:txBody>
      </p:sp>
      <p:sp>
        <p:nvSpPr>
          <p:cNvPr id="467" name="TextBox 48"/>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428"/>
                                        </p:tgtEl>
                                        <p:attrNameLst>
                                          <p:attrName>style.visibility</p:attrName>
                                        </p:attrNameLst>
                                      </p:cBhvr>
                                      <p:to>
                                        <p:strVal val="visible"/>
                                      </p:to>
                                    </p:set>
                                    <p:animEffect filter="wipe(left)" transition="in">
                                      <p:cBhvr>
                                        <p:cTn id="7" dur="1000"/>
                                        <p:tgtEl>
                                          <p:spTgt spid="428"/>
                                        </p:tgtEl>
                                      </p:cBhvr>
                                    </p:animEffect>
                                  </p:childTnLst>
                                </p:cTn>
                              </p:par>
                            </p:childTnLst>
                          </p:cTn>
                        </p:par>
                        <p:par>
                          <p:cTn id="8" fill="hold">
                            <p:stCondLst>
                              <p:cond delay="1000"/>
                            </p:stCondLst>
                            <p:childTnLst>
                              <p:par>
                                <p:cTn id="9" presetClass="entr" nodeType="afterEffect" presetSubtype="1" presetID="22" grpId="2" fill="hold">
                                  <p:stCondLst>
                                    <p:cond delay="0"/>
                                  </p:stCondLst>
                                  <p:iterate type="el" backwards="0">
                                    <p:tmAbs val="0"/>
                                  </p:iterate>
                                  <p:childTnLst>
                                    <p:set>
                                      <p:cBhvr>
                                        <p:cTn id="10" fill="hold"/>
                                        <p:tgtEl>
                                          <p:spTgt spid="429"/>
                                        </p:tgtEl>
                                        <p:attrNameLst>
                                          <p:attrName>style.visibility</p:attrName>
                                        </p:attrNameLst>
                                      </p:cBhvr>
                                      <p:to>
                                        <p:strVal val="visible"/>
                                      </p:to>
                                    </p:set>
                                    <p:animEffect filter="wipe(up)" transition="in">
                                      <p:cBhvr>
                                        <p:cTn id="11" dur="1000"/>
                                        <p:tgtEl>
                                          <p:spTgt spid="42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4" presetID="2" grpId="3" fill="hold">
                                  <p:stCondLst>
                                    <p:cond delay="0"/>
                                  </p:stCondLst>
                                  <p:iterate type="el" backwards="0">
                                    <p:tmAbs val="0"/>
                                  </p:iterate>
                                  <p:childTnLst>
                                    <p:set>
                                      <p:cBhvr>
                                        <p:cTn id="15" fill="hold"/>
                                        <p:tgtEl>
                                          <p:spTgt spid="430"/>
                                        </p:tgtEl>
                                        <p:attrNameLst>
                                          <p:attrName>style.visibility</p:attrName>
                                        </p:attrNameLst>
                                      </p:cBhvr>
                                      <p:to>
                                        <p:strVal val="visible"/>
                                      </p:to>
                                    </p:set>
                                    <p:anim calcmode="lin" valueType="num">
                                      <p:cBhvr>
                                        <p:cTn id="16" dur="1000" fill="hold"/>
                                        <p:tgtEl>
                                          <p:spTgt spid="430"/>
                                        </p:tgtEl>
                                        <p:attrNameLst>
                                          <p:attrName>ppt_x</p:attrName>
                                        </p:attrNameLst>
                                      </p:cBhvr>
                                      <p:tavLst>
                                        <p:tav tm="0">
                                          <p:val>
                                            <p:strVal val="#ppt_x"/>
                                          </p:val>
                                        </p:tav>
                                        <p:tav tm="100000">
                                          <p:val>
                                            <p:strVal val="#ppt_x"/>
                                          </p:val>
                                        </p:tav>
                                      </p:tavLst>
                                    </p:anim>
                                    <p:anim calcmode="lin" valueType="num">
                                      <p:cBhvr>
                                        <p:cTn id="17" dur="1000" fill="hold"/>
                                        <p:tgtEl>
                                          <p:spTgt spid="430"/>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Class="entr" nodeType="afterEffect" presetSubtype="4" presetID="2" grpId="4" fill="hold">
                                  <p:stCondLst>
                                    <p:cond delay="0"/>
                                  </p:stCondLst>
                                  <p:iterate type="el" backwards="0">
                                    <p:tmAbs val="0"/>
                                  </p:iterate>
                                  <p:childTnLst>
                                    <p:set>
                                      <p:cBhvr>
                                        <p:cTn id="20" fill="hold"/>
                                        <p:tgtEl>
                                          <p:spTgt spid="431"/>
                                        </p:tgtEl>
                                        <p:attrNameLst>
                                          <p:attrName>style.visibility</p:attrName>
                                        </p:attrNameLst>
                                      </p:cBhvr>
                                      <p:to>
                                        <p:strVal val="visible"/>
                                      </p:to>
                                    </p:set>
                                    <p:anim calcmode="lin" valueType="num">
                                      <p:cBhvr>
                                        <p:cTn id="21" dur="1000" fill="hold"/>
                                        <p:tgtEl>
                                          <p:spTgt spid="431"/>
                                        </p:tgtEl>
                                        <p:attrNameLst>
                                          <p:attrName>ppt_x</p:attrName>
                                        </p:attrNameLst>
                                      </p:cBhvr>
                                      <p:tavLst>
                                        <p:tav tm="0">
                                          <p:val>
                                            <p:strVal val="#ppt_x"/>
                                          </p:val>
                                        </p:tav>
                                        <p:tav tm="100000">
                                          <p:val>
                                            <p:strVal val="#ppt_x"/>
                                          </p:val>
                                        </p:tav>
                                      </p:tavLst>
                                    </p:anim>
                                    <p:anim calcmode="lin" valueType="num">
                                      <p:cBhvr>
                                        <p:cTn id="22" dur="1000" fill="hold"/>
                                        <p:tgtEl>
                                          <p:spTgt spid="431"/>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Class="entr" nodeType="afterEffect" presetSubtype="4" presetID="2" grpId="5" fill="hold">
                                  <p:stCondLst>
                                    <p:cond delay="0"/>
                                  </p:stCondLst>
                                  <p:iterate type="el" backwards="0">
                                    <p:tmAbs val="0"/>
                                  </p:iterate>
                                  <p:childTnLst>
                                    <p:set>
                                      <p:cBhvr>
                                        <p:cTn id="25" fill="hold"/>
                                        <p:tgtEl>
                                          <p:spTgt spid="437"/>
                                        </p:tgtEl>
                                        <p:attrNameLst>
                                          <p:attrName>style.visibility</p:attrName>
                                        </p:attrNameLst>
                                      </p:cBhvr>
                                      <p:to>
                                        <p:strVal val="visible"/>
                                      </p:to>
                                    </p:set>
                                    <p:anim calcmode="lin" valueType="num">
                                      <p:cBhvr>
                                        <p:cTn id="26" dur="1000" fill="hold"/>
                                        <p:tgtEl>
                                          <p:spTgt spid="437"/>
                                        </p:tgtEl>
                                        <p:attrNameLst>
                                          <p:attrName>ppt_x</p:attrName>
                                        </p:attrNameLst>
                                      </p:cBhvr>
                                      <p:tavLst>
                                        <p:tav tm="0">
                                          <p:val>
                                            <p:strVal val="#ppt_x"/>
                                          </p:val>
                                        </p:tav>
                                        <p:tav tm="100000">
                                          <p:val>
                                            <p:strVal val="#ppt_x"/>
                                          </p:val>
                                        </p:tav>
                                      </p:tavLst>
                                    </p:anim>
                                    <p:anim calcmode="lin" valueType="num">
                                      <p:cBhvr>
                                        <p:cTn id="27" dur="1000" fill="hold"/>
                                        <p:tgtEl>
                                          <p:spTgt spid="437"/>
                                        </p:tgtEl>
                                        <p:attrNameLst>
                                          <p:attrName>ppt_y</p:attrName>
                                        </p:attrNameLst>
                                      </p:cBhvr>
                                      <p:tavLst>
                                        <p:tav tm="0">
                                          <p:val>
                                            <p:strVal val="1+#ppt_h/2"/>
                                          </p:val>
                                        </p:tav>
                                        <p:tav tm="100000">
                                          <p:val>
                                            <p:strVal val="#ppt_y"/>
                                          </p:val>
                                        </p:tav>
                                      </p:tavLst>
                                    </p:anim>
                                  </p:childTnLst>
                                </p:cTn>
                              </p:par>
                            </p:childTnLst>
                          </p:cTn>
                        </p:par>
                        <p:par>
                          <p:cTn id="28" fill="hold">
                            <p:stCondLst>
                              <p:cond delay="3000"/>
                            </p:stCondLst>
                            <p:childTnLst>
                              <p:par>
                                <p:cTn id="29" presetClass="entr" nodeType="afterEffect" presetSubtype="4" presetID="2" grpId="6" fill="hold">
                                  <p:stCondLst>
                                    <p:cond delay="0"/>
                                  </p:stCondLst>
                                  <p:iterate type="el" backwards="0">
                                    <p:tmAbs val="0"/>
                                  </p:iterate>
                                  <p:childTnLst>
                                    <p:set>
                                      <p:cBhvr>
                                        <p:cTn id="30" fill="hold"/>
                                        <p:tgtEl>
                                          <p:spTgt spid="438"/>
                                        </p:tgtEl>
                                        <p:attrNameLst>
                                          <p:attrName>style.visibility</p:attrName>
                                        </p:attrNameLst>
                                      </p:cBhvr>
                                      <p:to>
                                        <p:strVal val="visible"/>
                                      </p:to>
                                    </p:set>
                                    <p:anim calcmode="lin" valueType="num">
                                      <p:cBhvr>
                                        <p:cTn id="31" dur="1000" fill="hold"/>
                                        <p:tgtEl>
                                          <p:spTgt spid="438"/>
                                        </p:tgtEl>
                                        <p:attrNameLst>
                                          <p:attrName>ppt_x</p:attrName>
                                        </p:attrNameLst>
                                      </p:cBhvr>
                                      <p:tavLst>
                                        <p:tav tm="0">
                                          <p:val>
                                            <p:strVal val="#ppt_x"/>
                                          </p:val>
                                        </p:tav>
                                        <p:tav tm="100000">
                                          <p:val>
                                            <p:strVal val="#ppt_x"/>
                                          </p:val>
                                        </p:tav>
                                      </p:tavLst>
                                    </p:anim>
                                    <p:anim calcmode="lin" valueType="num">
                                      <p:cBhvr>
                                        <p:cTn id="32" dur="1000" fill="hold"/>
                                        <p:tgtEl>
                                          <p:spTgt spid="438"/>
                                        </p:tgtEl>
                                        <p:attrNameLst>
                                          <p:attrName>ppt_y</p:attrName>
                                        </p:attrNameLst>
                                      </p:cBhvr>
                                      <p:tavLst>
                                        <p:tav tm="0">
                                          <p:val>
                                            <p:strVal val="1+#ppt_h/2"/>
                                          </p:val>
                                        </p:tav>
                                        <p:tav tm="100000">
                                          <p:val>
                                            <p:strVal val="#ppt_y"/>
                                          </p:val>
                                        </p:tav>
                                      </p:tavLst>
                                    </p:anim>
                                  </p:childTnLst>
                                </p:cTn>
                              </p:par>
                            </p:childTnLst>
                          </p:cTn>
                        </p:par>
                        <p:par>
                          <p:cTn id="33" fill="hold">
                            <p:stCondLst>
                              <p:cond delay="4000"/>
                            </p:stCondLst>
                            <p:childTnLst>
                              <p:par>
                                <p:cTn id="34" presetClass="entr" nodeType="afterEffect" presetSubtype="4" presetID="2" grpId="7" fill="hold">
                                  <p:stCondLst>
                                    <p:cond delay="0"/>
                                  </p:stCondLst>
                                  <p:iterate type="el" backwards="0">
                                    <p:tmAbs val="0"/>
                                  </p:iterate>
                                  <p:childTnLst>
                                    <p:set>
                                      <p:cBhvr>
                                        <p:cTn id="35" fill="hold"/>
                                        <p:tgtEl>
                                          <p:spTgt spid="439"/>
                                        </p:tgtEl>
                                        <p:attrNameLst>
                                          <p:attrName>style.visibility</p:attrName>
                                        </p:attrNameLst>
                                      </p:cBhvr>
                                      <p:to>
                                        <p:strVal val="visible"/>
                                      </p:to>
                                    </p:set>
                                    <p:anim calcmode="lin" valueType="num">
                                      <p:cBhvr>
                                        <p:cTn id="36" dur="1000" fill="hold"/>
                                        <p:tgtEl>
                                          <p:spTgt spid="439"/>
                                        </p:tgtEl>
                                        <p:attrNameLst>
                                          <p:attrName>ppt_x</p:attrName>
                                        </p:attrNameLst>
                                      </p:cBhvr>
                                      <p:tavLst>
                                        <p:tav tm="0">
                                          <p:val>
                                            <p:strVal val="#ppt_x"/>
                                          </p:val>
                                        </p:tav>
                                        <p:tav tm="100000">
                                          <p:val>
                                            <p:strVal val="#ppt_x"/>
                                          </p:val>
                                        </p:tav>
                                      </p:tavLst>
                                    </p:anim>
                                    <p:anim calcmode="lin" valueType="num">
                                      <p:cBhvr>
                                        <p:cTn id="37" dur="1000" fill="hold"/>
                                        <p:tgtEl>
                                          <p:spTgt spid="439"/>
                                        </p:tgtEl>
                                        <p:attrNameLst>
                                          <p:attrName>ppt_y</p:attrName>
                                        </p:attrNameLst>
                                      </p:cBhvr>
                                      <p:tavLst>
                                        <p:tav tm="0">
                                          <p:val>
                                            <p:strVal val="1+#ppt_h/2"/>
                                          </p:val>
                                        </p:tav>
                                        <p:tav tm="100000">
                                          <p:val>
                                            <p:strVal val="#ppt_y"/>
                                          </p:val>
                                        </p:tav>
                                      </p:tavLst>
                                    </p:anim>
                                  </p:childTnLst>
                                </p:cTn>
                              </p:par>
                            </p:childTnLst>
                          </p:cTn>
                        </p:par>
                        <p:par>
                          <p:cTn id="38" fill="hold">
                            <p:stCondLst>
                              <p:cond delay="5000"/>
                            </p:stCondLst>
                            <p:childTnLst>
                              <p:par>
                                <p:cTn id="39" presetClass="entr" nodeType="afterEffect" presetSubtype="4" presetID="2" grpId="8" fill="hold">
                                  <p:stCondLst>
                                    <p:cond delay="0"/>
                                  </p:stCondLst>
                                  <p:iterate type="el" backwards="0">
                                    <p:tmAbs val="0"/>
                                  </p:iterate>
                                  <p:childTnLst>
                                    <p:set>
                                      <p:cBhvr>
                                        <p:cTn id="40" fill="hold"/>
                                        <p:tgtEl>
                                          <p:spTgt spid="440"/>
                                        </p:tgtEl>
                                        <p:attrNameLst>
                                          <p:attrName>style.visibility</p:attrName>
                                        </p:attrNameLst>
                                      </p:cBhvr>
                                      <p:to>
                                        <p:strVal val="visible"/>
                                      </p:to>
                                    </p:set>
                                    <p:anim calcmode="lin" valueType="num">
                                      <p:cBhvr>
                                        <p:cTn id="41" dur="1000" fill="hold"/>
                                        <p:tgtEl>
                                          <p:spTgt spid="440"/>
                                        </p:tgtEl>
                                        <p:attrNameLst>
                                          <p:attrName>ppt_x</p:attrName>
                                        </p:attrNameLst>
                                      </p:cBhvr>
                                      <p:tavLst>
                                        <p:tav tm="0">
                                          <p:val>
                                            <p:strVal val="#ppt_x"/>
                                          </p:val>
                                        </p:tav>
                                        <p:tav tm="100000">
                                          <p:val>
                                            <p:strVal val="#ppt_x"/>
                                          </p:val>
                                        </p:tav>
                                      </p:tavLst>
                                    </p:anim>
                                    <p:anim calcmode="lin" valueType="num">
                                      <p:cBhvr>
                                        <p:cTn id="42" dur="1000" fill="hold"/>
                                        <p:tgtEl>
                                          <p:spTgt spid="440"/>
                                        </p:tgtEl>
                                        <p:attrNameLst>
                                          <p:attrName>ppt_y</p:attrName>
                                        </p:attrNameLst>
                                      </p:cBhvr>
                                      <p:tavLst>
                                        <p:tav tm="0">
                                          <p:val>
                                            <p:strVal val="1+#ppt_h/2"/>
                                          </p:val>
                                        </p:tav>
                                        <p:tav tm="100000">
                                          <p:val>
                                            <p:strVal val="#ppt_y"/>
                                          </p:val>
                                        </p:tav>
                                      </p:tavLst>
                                    </p:anim>
                                  </p:childTnLst>
                                </p:cTn>
                              </p:par>
                            </p:childTnLst>
                          </p:cTn>
                        </p:par>
                        <p:par>
                          <p:cTn id="43" fill="hold">
                            <p:stCondLst>
                              <p:cond delay="6000"/>
                            </p:stCondLst>
                            <p:childTnLst>
                              <p:par>
                                <p:cTn id="44" presetClass="entr" nodeType="afterEffect" presetSubtype="4" presetID="2" grpId="9" fill="hold">
                                  <p:stCondLst>
                                    <p:cond delay="0"/>
                                  </p:stCondLst>
                                  <p:iterate type="el" backwards="0">
                                    <p:tmAbs val="0"/>
                                  </p:iterate>
                                  <p:childTnLst>
                                    <p:set>
                                      <p:cBhvr>
                                        <p:cTn id="45" fill="hold"/>
                                        <p:tgtEl>
                                          <p:spTgt spid="441"/>
                                        </p:tgtEl>
                                        <p:attrNameLst>
                                          <p:attrName>style.visibility</p:attrName>
                                        </p:attrNameLst>
                                      </p:cBhvr>
                                      <p:to>
                                        <p:strVal val="visible"/>
                                      </p:to>
                                    </p:set>
                                    <p:anim calcmode="lin" valueType="num">
                                      <p:cBhvr>
                                        <p:cTn id="46" dur="1000" fill="hold"/>
                                        <p:tgtEl>
                                          <p:spTgt spid="441"/>
                                        </p:tgtEl>
                                        <p:attrNameLst>
                                          <p:attrName>ppt_x</p:attrName>
                                        </p:attrNameLst>
                                      </p:cBhvr>
                                      <p:tavLst>
                                        <p:tav tm="0">
                                          <p:val>
                                            <p:strVal val="#ppt_x"/>
                                          </p:val>
                                        </p:tav>
                                        <p:tav tm="100000">
                                          <p:val>
                                            <p:strVal val="#ppt_x"/>
                                          </p:val>
                                        </p:tav>
                                      </p:tavLst>
                                    </p:anim>
                                    <p:anim calcmode="lin" valueType="num">
                                      <p:cBhvr>
                                        <p:cTn id="47" dur="1000" fill="hold"/>
                                        <p:tgtEl>
                                          <p:spTgt spid="441"/>
                                        </p:tgtEl>
                                        <p:attrNameLst>
                                          <p:attrName>ppt_y</p:attrName>
                                        </p:attrNameLst>
                                      </p:cBhvr>
                                      <p:tavLst>
                                        <p:tav tm="0">
                                          <p:val>
                                            <p:strVal val="1+#ppt_h/2"/>
                                          </p:val>
                                        </p:tav>
                                        <p:tav tm="100000">
                                          <p:val>
                                            <p:strVal val="#ppt_y"/>
                                          </p:val>
                                        </p:tav>
                                      </p:tavLst>
                                    </p:anim>
                                  </p:childTnLst>
                                </p:cTn>
                              </p:par>
                            </p:childTnLst>
                          </p:cTn>
                        </p:par>
                        <p:par>
                          <p:cTn id="48" fill="hold">
                            <p:stCondLst>
                              <p:cond delay="7000"/>
                            </p:stCondLst>
                            <p:childTnLst>
                              <p:par>
                                <p:cTn id="49" presetClass="entr" nodeType="afterEffect" presetSubtype="4" presetID="2" grpId="10" fill="hold">
                                  <p:stCondLst>
                                    <p:cond delay="0"/>
                                  </p:stCondLst>
                                  <p:iterate type="el" backwards="0">
                                    <p:tmAbs val="0"/>
                                  </p:iterate>
                                  <p:childTnLst>
                                    <p:set>
                                      <p:cBhvr>
                                        <p:cTn id="50" fill="hold"/>
                                        <p:tgtEl>
                                          <p:spTgt spid="432"/>
                                        </p:tgtEl>
                                        <p:attrNameLst>
                                          <p:attrName>style.visibility</p:attrName>
                                        </p:attrNameLst>
                                      </p:cBhvr>
                                      <p:to>
                                        <p:strVal val="visible"/>
                                      </p:to>
                                    </p:set>
                                    <p:anim calcmode="lin" valueType="num">
                                      <p:cBhvr>
                                        <p:cTn id="51" dur="1000" fill="hold"/>
                                        <p:tgtEl>
                                          <p:spTgt spid="432"/>
                                        </p:tgtEl>
                                        <p:attrNameLst>
                                          <p:attrName>ppt_x</p:attrName>
                                        </p:attrNameLst>
                                      </p:cBhvr>
                                      <p:tavLst>
                                        <p:tav tm="0">
                                          <p:val>
                                            <p:strVal val="#ppt_x"/>
                                          </p:val>
                                        </p:tav>
                                        <p:tav tm="100000">
                                          <p:val>
                                            <p:strVal val="#ppt_x"/>
                                          </p:val>
                                        </p:tav>
                                      </p:tavLst>
                                    </p:anim>
                                    <p:anim calcmode="lin" valueType="num">
                                      <p:cBhvr>
                                        <p:cTn id="52" dur="1000" fill="hold"/>
                                        <p:tgtEl>
                                          <p:spTgt spid="432"/>
                                        </p:tgtEl>
                                        <p:attrNameLst>
                                          <p:attrName>ppt_y</p:attrName>
                                        </p:attrNameLst>
                                      </p:cBhvr>
                                      <p:tavLst>
                                        <p:tav tm="0">
                                          <p:val>
                                            <p:strVal val="1+#ppt_h/2"/>
                                          </p:val>
                                        </p:tav>
                                        <p:tav tm="100000">
                                          <p:val>
                                            <p:strVal val="#ppt_y"/>
                                          </p:val>
                                        </p:tav>
                                      </p:tavLst>
                                    </p:anim>
                                  </p:childTnLst>
                                </p:cTn>
                              </p:par>
                            </p:childTnLst>
                          </p:cTn>
                        </p:par>
                        <p:par>
                          <p:cTn id="53" fill="hold">
                            <p:stCondLst>
                              <p:cond delay="8000"/>
                            </p:stCondLst>
                            <p:childTnLst>
                              <p:par>
                                <p:cTn id="54" presetClass="entr" nodeType="afterEffect" presetSubtype="4" presetID="2" grpId="11" fill="hold">
                                  <p:stCondLst>
                                    <p:cond delay="0"/>
                                  </p:stCondLst>
                                  <p:iterate type="el" backwards="0">
                                    <p:tmAbs val="0"/>
                                  </p:iterate>
                                  <p:childTnLst>
                                    <p:set>
                                      <p:cBhvr>
                                        <p:cTn id="55" fill="hold"/>
                                        <p:tgtEl>
                                          <p:spTgt spid="433"/>
                                        </p:tgtEl>
                                        <p:attrNameLst>
                                          <p:attrName>style.visibility</p:attrName>
                                        </p:attrNameLst>
                                      </p:cBhvr>
                                      <p:to>
                                        <p:strVal val="visible"/>
                                      </p:to>
                                    </p:set>
                                    <p:anim calcmode="lin" valueType="num">
                                      <p:cBhvr>
                                        <p:cTn id="56" dur="1000" fill="hold"/>
                                        <p:tgtEl>
                                          <p:spTgt spid="433"/>
                                        </p:tgtEl>
                                        <p:attrNameLst>
                                          <p:attrName>ppt_x</p:attrName>
                                        </p:attrNameLst>
                                      </p:cBhvr>
                                      <p:tavLst>
                                        <p:tav tm="0">
                                          <p:val>
                                            <p:strVal val="#ppt_x"/>
                                          </p:val>
                                        </p:tav>
                                        <p:tav tm="100000">
                                          <p:val>
                                            <p:strVal val="#ppt_x"/>
                                          </p:val>
                                        </p:tav>
                                      </p:tavLst>
                                    </p:anim>
                                    <p:anim calcmode="lin" valueType="num">
                                      <p:cBhvr>
                                        <p:cTn id="57" dur="1000" fill="hold"/>
                                        <p:tgtEl>
                                          <p:spTgt spid="433"/>
                                        </p:tgtEl>
                                        <p:attrNameLst>
                                          <p:attrName>ppt_y</p:attrName>
                                        </p:attrNameLst>
                                      </p:cBhvr>
                                      <p:tavLst>
                                        <p:tav tm="0">
                                          <p:val>
                                            <p:strVal val="1+#ppt_h/2"/>
                                          </p:val>
                                        </p:tav>
                                        <p:tav tm="100000">
                                          <p:val>
                                            <p:strVal val="#ppt_y"/>
                                          </p:val>
                                        </p:tav>
                                      </p:tavLst>
                                    </p:anim>
                                  </p:childTnLst>
                                </p:cTn>
                              </p:par>
                            </p:childTnLst>
                          </p:cTn>
                        </p:par>
                        <p:par>
                          <p:cTn id="58" fill="hold">
                            <p:stCondLst>
                              <p:cond delay="9000"/>
                            </p:stCondLst>
                            <p:childTnLst>
                              <p:par>
                                <p:cTn id="59" presetClass="entr" nodeType="afterEffect" presetSubtype="4" presetID="2" grpId="12" fill="hold">
                                  <p:stCondLst>
                                    <p:cond delay="0"/>
                                  </p:stCondLst>
                                  <p:iterate type="el" backwards="0">
                                    <p:tmAbs val="0"/>
                                  </p:iterate>
                                  <p:childTnLst>
                                    <p:set>
                                      <p:cBhvr>
                                        <p:cTn id="60" fill="hold"/>
                                        <p:tgtEl>
                                          <p:spTgt spid="434"/>
                                        </p:tgtEl>
                                        <p:attrNameLst>
                                          <p:attrName>style.visibility</p:attrName>
                                        </p:attrNameLst>
                                      </p:cBhvr>
                                      <p:to>
                                        <p:strVal val="visible"/>
                                      </p:to>
                                    </p:set>
                                    <p:anim calcmode="lin" valueType="num">
                                      <p:cBhvr>
                                        <p:cTn id="61" dur="1000" fill="hold"/>
                                        <p:tgtEl>
                                          <p:spTgt spid="434"/>
                                        </p:tgtEl>
                                        <p:attrNameLst>
                                          <p:attrName>ppt_x</p:attrName>
                                        </p:attrNameLst>
                                      </p:cBhvr>
                                      <p:tavLst>
                                        <p:tav tm="0">
                                          <p:val>
                                            <p:strVal val="#ppt_x"/>
                                          </p:val>
                                        </p:tav>
                                        <p:tav tm="100000">
                                          <p:val>
                                            <p:strVal val="#ppt_x"/>
                                          </p:val>
                                        </p:tav>
                                      </p:tavLst>
                                    </p:anim>
                                    <p:anim calcmode="lin" valueType="num">
                                      <p:cBhvr>
                                        <p:cTn id="62" dur="1000" fill="hold"/>
                                        <p:tgtEl>
                                          <p:spTgt spid="434"/>
                                        </p:tgtEl>
                                        <p:attrNameLst>
                                          <p:attrName>ppt_y</p:attrName>
                                        </p:attrNameLst>
                                      </p:cBhvr>
                                      <p:tavLst>
                                        <p:tav tm="0">
                                          <p:val>
                                            <p:strVal val="1+#ppt_h/2"/>
                                          </p:val>
                                        </p:tav>
                                        <p:tav tm="100000">
                                          <p:val>
                                            <p:strVal val="#ppt_y"/>
                                          </p:val>
                                        </p:tav>
                                      </p:tavLst>
                                    </p:anim>
                                  </p:childTnLst>
                                </p:cTn>
                              </p:par>
                            </p:childTnLst>
                          </p:cTn>
                        </p:par>
                        <p:par>
                          <p:cTn id="63" fill="hold">
                            <p:stCondLst>
                              <p:cond delay="10000"/>
                            </p:stCondLst>
                            <p:childTnLst>
                              <p:par>
                                <p:cTn id="64" presetClass="entr" nodeType="afterEffect" presetSubtype="4" presetID="2" grpId="13" fill="hold">
                                  <p:stCondLst>
                                    <p:cond delay="0"/>
                                  </p:stCondLst>
                                  <p:iterate type="el" backwards="0">
                                    <p:tmAbs val="0"/>
                                  </p:iterate>
                                  <p:childTnLst>
                                    <p:set>
                                      <p:cBhvr>
                                        <p:cTn id="65" fill="hold"/>
                                        <p:tgtEl>
                                          <p:spTgt spid="435"/>
                                        </p:tgtEl>
                                        <p:attrNameLst>
                                          <p:attrName>style.visibility</p:attrName>
                                        </p:attrNameLst>
                                      </p:cBhvr>
                                      <p:to>
                                        <p:strVal val="visible"/>
                                      </p:to>
                                    </p:set>
                                    <p:anim calcmode="lin" valueType="num">
                                      <p:cBhvr>
                                        <p:cTn id="66" dur="1000" fill="hold"/>
                                        <p:tgtEl>
                                          <p:spTgt spid="435"/>
                                        </p:tgtEl>
                                        <p:attrNameLst>
                                          <p:attrName>ppt_x</p:attrName>
                                        </p:attrNameLst>
                                      </p:cBhvr>
                                      <p:tavLst>
                                        <p:tav tm="0">
                                          <p:val>
                                            <p:strVal val="#ppt_x"/>
                                          </p:val>
                                        </p:tav>
                                        <p:tav tm="100000">
                                          <p:val>
                                            <p:strVal val="#ppt_x"/>
                                          </p:val>
                                        </p:tav>
                                      </p:tavLst>
                                    </p:anim>
                                    <p:anim calcmode="lin" valueType="num">
                                      <p:cBhvr>
                                        <p:cTn id="67" dur="1000" fill="hold"/>
                                        <p:tgtEl>
                                          <p:spTgt spid="435"/>
                                        </p:tgtEl>
                                        <p:attrNameLst>
                                          <p:attrName>ppt_y</p:attrName>
                                        </p:attrNameLst>
                                      </p:cBhvr>
                                      <p:tavLst>
                                        <p:tav tm="0">
                                          <p:val>
                                            <p:strVal val="1+#ppt_h/2"/>
                                          </p:val>
                                        </p:tav>
                                        <p:tav tm="100000">
                                          <p:val>
                                            <p:strVal val="#ppt_y"/>
                                          </p:val>
                                        </p:tav>
                                      </p:tavLst>
                                    </p:anim>
                                  </p:childTnLst>
                                </p:cTn>
                              </p:par>
                            </p:childTnLst>
                          </p:cTn>
                        </p:par>
                        <p:par>
                          <p:cTn id="68" fill="hold">
                            <p:stCondLst>
                              <p:cond delay="11000"/>
                            </p:stCondLst>
                            <p:childTnLst>
                              <p:par>
                                <p:cTn id="69" presetClass="entr" nodeType="afterEffect" presetSubtype="4" presetID="2" grpId="14" fill="hold">
                                  <p:stCondLst>
                                    <p:cond delay="0"/>
                                  </p:stCondLst>
                                  <p:iterate type="el" backwards="0">
                                    <p:tmAbs val="0"/>
                                  </p:iterate>
                                  <p:childTnLst>
                                    <p:set>
                                      <p:cBhvr>
                                        <p:cTn id="70" fill="hold"/>
                                        <p:tgtEl>
                                          <p:spTgt spid="436"/>
                                        </p:tgtEl>
                                        <p:attrNameLst>
                                          <p:attrName>style.visibility</p:attrName>
                                        </p:attrNameLst>
                                      </p:cBhvr>
                                      <p:to>
                                        <p:strVal val="visible"/>
                                      </p:to>
                                    </p:set>
                                    <p:anim calcmode="lin" valueType="num">
                                      <p:cBhvr>
                                        <p:cTn id="71" dur="1000" fill="hold"/>
                                        <p:tgtEl>
                                          <p:spTgt spid="436"/>
                                        </p:tgtEl>
                                        <p:attrNameLst>
                                          <p:attrName>ppt_x</p:attrName>
                                        </p:attrNameLst>
                                      </p:cBhvr>
                                      <p:tavLst>
                                        <p:tav tm="0">
                                          <p:val>
                                            <p:strVal val="#ppt_x"/>
                                          </p:val>
                                        </p:tav>
                                        <p:tav tm="100000">
                                          <p:val>
                                            <p:strVal val="#ppt_x"/>
                                          </p:val>
                                        </p:tav>
                                      </p:tavLst>
                                    </p:anim>
                                    <p:anim calcmode="lin" valueType="num">
                                      <p:cBhvr>
                                        <p:cTn id="72" dur="1000" fill="hold"/>
                                        <p:tgtEl>
                                          <p:spTgt spid="43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Class="entr" nodeType="clickEffect" presetSubtype="8" presetID="22" grpId="15" fill="hold">
                                  <p:stCondLst>
                                    <p:cond delay="0"/>
                                  </p:stCondLst>
                                  <p:iterate type="el" backwards="0">
                                    <p:tmAbs val="0"/>
                                  </p:iterate>
                                  <p:childTnLst>
                                    <p:set>
                                      <p:cBhvr>
                                        <p:cTn id="76" fill="hold"/>
                                        <p:tgtEl>
                                          <p:spTgt spid="452"/>
                                        </p:tgtEl>
                                        <p:attrNameLst>
                                          <p:attrName>style.visibility</p:attrName>
                                        </p:attrNameLst>
                                      </p:cBhvr>
                                      <p:to>
                                        <p:strVal val="visible"/>
                                      </p:to>
                                    </p:set>
                                    <p:animEffect filter="wipe(left)" transition="in">
                                      <p:cBhvr>
                                        <p:cTn id="77" dur="1000"/>
                                        <p:tgtEl>
                                          <p:spTgt spid="452"/>
                                        </p:tgtEl>
                                      </p:cBhvr>
                                    </p:animEffect>
                                  </p:childTnLst>
                                </p:cTn>
                              </p:par>
                            </p:childTnLst>
                          </p:cTn>
                        </p:par>
                        <p:par>
                          <p:cTn id="78" fill="hold">
                            <p:stCondLst>
                              <p:cond delay="1000"/>
                            </p:stCondLst>
                            <p:childTnLst>
                              <p:par>
                                <p:cTn id="79" presetClass="entr" nodeType="afterEffect" presetSubtype="8" presetID="22" grpId="16" fill="hold">
                                  <p:stCondLst>
                                    <p:cond delay="0"/>
                                  </p:stCondLst>
                                  <p:iterate type="el" backwards="0">
                                    <p:tmAbs val="0"/>
                                  </p:iterate>
                                  <p:childTnLst>
                                    <p:set>
                                      <p:cBhvr>
                                        <p:cTn id="80" fill="hold"/>
                                        <p:tgtEl>
                                          <p:spTgt spid="448"/>
                                        </p:tgtEl>
                                        <p:attrNameLst>
                                          <p:attrName>style.visibility</p:attrName>
                                        </p:attrNameLst>
                                      </p:cBhvr>
                                      <p:to>
                                        <p:strVal val="visible"/>
                                      </p:to>
                                    </p:set>
                                    <p:animEffect filter="wipe(left)" transition="in">
                                      <p:cBhvr>
                                        <p:cTn id="81" dur="1000"/>
                                        <p:tgtEl>
                                          <p:spTgt spid="448"/>
                                        </p:tgtEl>
                                      </p:cBhvr>
                                    </p:animEffect>
                                  </p:childTnLst>
                                </p:cTn>
                              </p:par>
                            </p:childTnLst>
                          </p:cTn>
                        </p:par>
                        <p:par>
                          <p:cTn id="82" fill="hold">
                            <p:stCondLst>
                              <p:cond delay="2000"/>
                            </p:stCondLst>
                            <p:childTnLst>
                              <p:par>
                                <p:cTn id="83" presetClass="entr" nodeType="afterEffect" presetSubtype="4" presetID="22" grpId="17" fill="hold">
                                  <p:stCondLst>
                                    <p:cond delay="0"/>
                                  </p:stCondLst>
                                  <p:iterate type="el" backwards="0">
                                    <p:tmAbs val="0"/>
                                  </p:iterate>
                                  <p:childTnLst>
                                    <p:set>
                                      <p:cBhvr>
                                        <p:cTn id="84" fill="hold"/>
                                        <p:tgtEl>
                                          <p:spTgt spid="457"/>
                                        </p:tgtEl>
                                        <p:attrNameLst>
                                          <p:attrName>style.visibility</p:attrName>
                                        </p:attrNameLst>
                                      </p:cBhvr>
                                      <p:to>
                                        <p:strVal val="visible"/>
                                      </p:to>
                                    </p:set>
                                    <p:animEffect filter="wipe(down)" transition="in">
                                      <p:cBhvr>
                                        <p:cTn id="85" dur="500"/>
                                        <p:tgtEl>
                                          <p:spTgt spid="457"/>
                                        </p:tgtEl>
                                      </p:cBhvr>
                                    </p:animEffect>
                                  </p:childTnLst>
                                </p:cTn>
                              </p:par>
                            </p:childTnLst>
                          </p:cTn>
                        </p:par>
                      </p:childTnLst>
                    </p:cTn>
                  </p:par>
                  <p:par>
                    <p:cTn id="86" fill="hold">
                      <p:stCondLst>
                        <p:cond delay="indefinite"/>
                      </p:stCondLst>
                      <p:childTnLst>
                        <p:par>
                          <p:cTn id="87" fill="hold">
                            <p:stCondLst>
                              <p:cond delay="0"/>
                            </p:stCondLst>
                            <p:childTnLst>
                              <p:par>
                                <p:cTn id="88" presetClass="entr" nodeType="clickEffect" presetSubtype="8" presetID="22" grpId="18" fill="hold">
                                  <p:stCondLst>
                                    <p:cond delay="0"/>
                                  </p:stCondLst>
                                  <p:iterate type="el" backwards="0">
                                    <p:tmAbs val="0"/>
                                  </p:iterate>
                                  <p:childTnLst>
                                    <p:set>
                                      <p:cBhvr>
                                        <p:cTn id="89" fill="hold"/>
                                        <p:tgtEl>
                                          <p:spTgt spid="453"/>
                                        </p:tgtEl>
                                        <p:attrNameLst>
                                          <p:attrName>style.visibility</p:attrName>
                                        </p:attrNameLst>
                                      </p:cBhvr>
                                      <p:to>
                                        <p:strVal val="visible"/>
                                      </p:to>
                                    </p:set>
                                    <p:animEffect filter="wipe(left)" transition="in">
                                      <p:cBhvr>
                                        <p:cTn id="90" dur="500"/>
                                        <p:tgtEl>
                                          <p:spTgt spid="453"/>
                                        </p:tgtEl>
                                      </p:cBhvr>
                                    </p:animEffect>
                                  </p:childTnLst>
                                </p:cTn>
                              </p:par>
                            </p:childTnLst>
                          </p:cTn>
                        </p:par>
                        <p:par>
                          <p:cTn id="91" fill="hold">
                            <p:stCondLst>
                              <p:cond delay="500"/>
                            </p:stCondLst>
                            <p:childTnLst>
                              <p:par>
                                <p:cTn id="92" presetClass="entr" nodeType="afterEffect" presetSubtype="8" presetID="22" grpId="19" fill="hold">
                                  <p:stCondLst>
                                    <p:cond delay="0"/>
                                  </p:stCondLst>
                                  <p:iterate type="el" backwards="0">
                                    <p:tmAbs val="0"/>
                                  </p:iterate>
                                  <p:childTnLst>
                                    <p:set>
                                      <p:cBhvr>
                                        <p:cTn id="93" fill="hold"/>
                                        <p:tgtEl>
                                          <p:spTgt spid="449"/>
                                        </p:tgtEl>
                                        <p:attrNameLst>
                                          <p:attrName>style.visibility</p:attrName>
                                        </p:attrNameLst>
                                      </p:cBhvr>
                                      <p:to>
                                        <p:strVal val="visible"/>
                                      </p:to>
                                    </p:set>
                                    <p:animEffect filter="wipe(left)" transition="in">
                                      <p:cBhvr>
                                        <p:cTn id="94" dur="500"/>
                                        <p:tgtEl>
                                          <p:spTgt spid="449"/>
                                        </p:tgtEl>
                                      </p:cBhvr>
                                    </p:animEffect>
                                  </p:childTnLst>
                                </p:cTn>
                              </p:par>
                            </p:childTnLst>
                          </p:cTn>
                        </p:par>
                        <p:par>
                          <p:cTn id="95" fill="hold">
                            <p:stCondLst>
                              <p:cond delay="1000"/>
                            </p:stCondLst>
                            <p:childTnLst>
                              <p:par>
                                <p:cTn id="96" presetClass="entr" nodeType="afterEffect" presetSubtype="4" presetID="22" grpId="20" fill="hold">
                                  <p:stCondLst>
                                    <p:cond delay="0"/>
                                  </p:stCondLst>
                                  <p:iterate type="el" backwards="0">
                                    <p:tmAbs val="0"/>
                                  </p:iterate>
                                  <p:childTnLst>
                                    <p:set>
                                      <p:cBhvr>
                                        <p:cTn id="97" fill="hold"/>
                                        <p:tgtEl>
                                          <p:spTgt spid="458"/>
                                        </p:tgtEl>
                                        <p:attrNameLst>
                                          <p:attrName>style.visibility</p:attrName>
                                        </p:attrNameLst>
                                      </p:cBhvr>
                                      <p:to>
                                        <p:strVal val="visible"/>
                                      </p:to>
                                    </p:set>
                                    <p:animEffect filter="wipe(down)" transition="in">
                                      <p:cBhvr>
                                        <p:cTn id="98" dur="500"/>
                                        <p:tgtEl>
                                          <p:spTgt spid="458"/>
                                        </p:tgtEl>
                                      </p:cBhvr>
                                    </p:animEffect>
                                  </p:childTnLst>
                                </p:cTn>
                              </p:par>
                            </p:childTnLst>
                          </p:cTn>
                        </p:par>
                      </p:childTnLst>
                    </p:cTn>
                  </p:par>
                  <p:par>
                    <p:cTn id="99" fill="hold">
                      <p:stCondLst>
                        <p:cond delay="indefinite"/>
                      </p:stCondLst>
                      <p:childTnLst>
                        <p:par>
                          <p:cTn id="100" fill="hold">
                            <p:stCondLst>
                              <p:cond delay="0"/>
                            </p:stCondLst>
                            <p:childTnLst>
                              <p:par>
                                <p:cTn id="101" presetClass="entr" nodeType="clickEffect" presetSubtype="4" presetID="2" grpId="21" fill="hold">
                                  <p:stCondLst>
                                    <p:cond delay="0"/>
                                  </p:stCondLst>
                                  <p:iterate type="el" backwards="0">
                                    <p:tmAbs val="0"/>
                                  </p:iterate>
                                  <p:childTnLst>
                                    <p:set>
                                      <p:cBhvr>
                                        <p:cTn id="102" fill="hold"/>
                                        <p:tgtEl>
                                          <p:spTgt spid="443"/>
                                        </p:tgtEl>
                                        <p:attrNameLst>
                                          <p:attrName>style.visibility</p:attrName>
                                        </p:attrNameLst>
                                      </p:cBhvr>
                                      <p:to>
                                        <p:strVal val="visible"/>
                                      </p:to>
                                    </p:set>
                                    <p:anim calcmode="lin" valueType="num">
                                      <p:cBhvr>
                                        <p:cTn id="103" dur="500" fill="hold"/>
                                        <p:tgtEl>
                                          <p:spTgt spid="443"/>
                                        </p:tgtEl>
                                        <p:attrNameLst>
                                          <p:attrName>ppt_x</p:attrName>
                                        </p:attrNameLst>
                                      </p:cBhvr>
                                      <p:tavLst>
                                        <p:tav tm="0">
                                          <p:val>
                                            <p:strVal val="#ppt_x"/>
                                          </p:val>
                                        </p:tav>
                                        <p:tav tm="100000">
                                          <p:val>
                                            <p:strVal val="#ppt_x"/>
                                          </p:val>
                                        </p:tav>
                                      </p:tavLst>
                                    </p:anim>
                                    <p:anim calcmode="lin" valueType="num">
                                      <p:cBhvr>
                                        <p:cTn id="104" dur="500" fill="hold"/>
                                        <p:tgtEl>
                                          <p:spTgt spid="443"/>
                                        </p:tgtEl>
                                        <p:attrNameLst>
                                          <p:attrName>ppt_y</p:attrName>
                                        </p:attrNameLst>
                                      </p:cBhvr>
                                      <p:tavLst>
                                        <p:tav tm="0">
                                          <p:val>
                                            <p:strVal val="1+#ppt_h/2"/>
                                          </p:val>
                                        </p:tav>
                                        <p:tav tm="100000">
                                          <p:val>
                                            <p:strVal val="#ppt_y"/>
                                          </p:val>
                                        </p:tav>
                                      </p:tavLst>
                                    </p:anim>
                                  </p:childTnLst>
                                </p:cTn>
                              </p:par>
                            </p:childTnLst>
                          </p:cTn>
                        </p:par>
                        <p:par>
                          <p:cTn id="105" fill="hold">
                            <p:stCondLst>
                              <p:cond delay="500"/>
                            </p:stCondLst>
                            <p:childTnLst>
                              <p:par>
                                <p:cTn id="106" presetClass="entr" nodeType="afterEffect" presetSubtype="4" presetID="2" grpId="22" fill="hold">
                                  <p:stCondLst>
                                    <p:cond delay="0"/>
                                  </p:stCondLst>
                                  <p:iterate type="el" backwards="0">
                                    <p:tmAbs val="0"/>
                                  </p:iterate>
                                  <p:childTnLst>
                                    <p:set>
                                      <p:cBhvr>
                                        <p:cTn id="107" fill="hold"/>
                                        <p:tgtEl>
                                          <p:spTgt spid="444"/>
                                        </p:tgtEl>
                                        <p:attrNameLst>
                                          <p:attrName>style.visibility</p:attrName>
                                        </p:attrNameLst>
                                      </p:cBhvr>
                                      <p:to>
                                        <p:strVal val="visible"/>
                                      </p:to>
                                    </p:set>
                                    <p:anim calcmode="lin" valueType="num">
                                      <p:cBhvr>
                                        <p:cTn id="108" dur="500" fill="hold"/>
                                        <p:tgtEl>
                                          <p:spTgt spid="444"/>
                                        </p:tgtEl>
                                        <p:attrNameLst>
                                          <p:attrName>ppt_x</p:attrName>
                                        </p:attrNameLst>
                                      </p:cBhvr>
                                      <p:tavLst>
                                        <p:tav tm="0">
                                          <p:val>
                                            <p:strVal val="#ppt_x"/>
                                          </p:val>
                                        </p:tav>
                                        <p:tav tm="100000">
                                          <p:val>
                                            <p:strVal val="#ppt_x"/>
                                          </p:val>
                                        </p:tav>
                                      </p:tavLst>
                                    </p:anim>
                                    <p:anim calcmode="lin" valueType="num">
                                      <p:cBhvr>
                                        <p:cTn id="109" dur="500" fill="hold"/>
                                        <p:tgtEl>
                                          <p:spTgt spid="444"/>
                                        </p:tgtEl>
                                        <p:attrNameLst>
                                          <p:attrName>ppt_y</p:attrName>
                                        </p:attrNameLst>
                                      </p:cBhvr>
                                      <p:tavLst>
                                        <p:tav tm="0">
                                          <p:val>
                                            <p:strVal val="1+#ppt_h/2"/>
                                          </p:val>
                                        </p:tav>
                                        <p:tav tm="100000">
                                          <p:val>
                                            <p:strVal val="#ppt_y"/>
                                          </p:val>
                                        </p:tav>
                                      </p:tavLst>
                                    </p:anim>
                                  </p:childTnLst>
                                </p:cTn>
                              </p:par>
                            </p:childTnLst>
                          </p:cTn>
                        </p:par>
                        <p:par>
                          <p:cTn id="110" fill="hold">
                            <p:stCondLst>
                              <p:cond delay="1000"/>
                            </p:stCondLst>
                            <p:childTnLst>
                              <p:par>
                                <p:cTn id="111" presetClass="entr" nodeType="afterEffect" presetSubtype="4" presetID="2" grpId="23" fill="hold">
                                  <p:stCondLst>
                                    <p:cond delay="0"/>
                                  </p:stCondLst>
                                  <p:iterate type="el" backwards="0">
                                    <p:tmAbs val="0"/>
                                  </p:iterate>
                                  <p:childTnLst>
                                    <p:set>
                                      <p:cBhvr>
                                        <p:cTn id="112" fill="hold"/>
                                        <p:tgtEl>
                                          <p:spTgt spid="445"/>
                                        </p:tgtEl>
                                        <p:attrNameLst>
                                          <p:attrName>style.visibility</p:attrName>
                                        </p:attrNameLst>
                                      </p:cBhvr>
                                      <p:to>
                                        <p:strVal val="visible"/>
                                      </p:to>
                                    </p:set>
                                    <p:anim calcmode="lin" valueType="num">
                                      <p:cBhvr>
                                        <p:cTn id="113" dur="500" fill="hold"/>
                                        <p:tgtEl>
                                          <p:spTgt spid="445"/>
                                        </p:tgtEl>
                                        <p:attrNameLst>
                                          <p:attrName>ppt_x</p:attrName>
                                        </p:attrNameLst>
                                      </p:cBhvr>
                                      <p:tavLst>
                                        <p:tav tm="0">
                                          <p:val>
                                            <p:strVal val="#ppt_x"/>
                                          </p:val>
                                        </p:tav>
                                        <p:tav tm="100000">
                                          <p:val>
                                            <p:strVal val="#ppt_x"/>
                                          </p:val>
                                        </p:tav>
                                      </p:tavLst>
                                    </p:anim>
                                    <p:anim calcmode="lin" valueType="num">
                                      <p:cBhvr>
                                        <p:cTn id="114" dur="500" fill="hold"/>
                                        <p:tgtEl>
                                          <p:spTgt spid="445"/>
                                        </p:tgtEl>
                                        <p:attrNameLst>
                                          <p:attrName>ppt_y</p:attrName>
                                        </p:attrNameLst>
                                      </p:cBhvr>
                                      <p:tavLst>
                                        <p:tav tm="0">
                                          <p:val>
                                            <p:strVal val="1+#ppt_h/2"/>
                                          </p:val>
                                        </p:tav>
                                        <p:tav tm="100000">
                                          <p:val>
                                            <p:strVal val="#ppt_y"/>
                                          </p:val>
                                        </p:tav>
                                      </p:tavLst>
                                    </p:anim>
                                  </p:childTnLst>
                                </p:cTn>
                              </p:par>
                            </p:childTnLst>
                          </p:cTn>
                        </p:par>
                        <p:par>
                          <p:cTn id="115" fill="hold">
                            <p:stCondLst>
                              <p:cond delay="1500"/>
                            </p:stCondLst>
                            <p:childTnLst>
                              <p:par>
                                <p:cTn id="116" presetClass="entr" nodeType="afterEffect" presetSubtype="4" presetID="2" grpId="24" fill="hold">
                                  <p:stCondLst>
                                    <p:cond delay="0"/>
                                  </p:stCondLst>
                                  <p:iterate type="el" backwards="0">
                                    <p:tmAbs val="0"/>
                                  </p:iterate>
                                  <p:childTnLst>
                                    <p:set>
                                      <p:cBhvr>
                                        <p:cTn id="117" fill="hold"/>
                                        <p:tgtEl>
                                          <p:spTgt spid="446"/>
                                        </p:tgtEl>
                                        <p:attrNameLst>
                                          <p:attrName>style.visibility</p:attrName>
                                        </p:attrNameLst>
                                      </p:cBhvr>
                                      <p:to>
                                        <p:strVal val="visible"/>
                                      </p:to>
                                    </p:set>
                                    <p:anim calcmode="lin" valueType="num">
                                      <p:cBhvr>
                                        <p:cTn id="118" dur="500" fill="hold"/>
                                        <p:tgtEl>
                                          <p:spTgt spid="446"/>
                                        </p:tgtEl>
                                        <p:attrNameLst>
                                          <p:attrName>ppt_x</p:attrName>
                                        </p:attrNameLst>
                                      </p:cBhvr>
                                      <p:tavLst>
                                        <p:tav tm="0">
                                          <p:val>
                                            <p:strVal val="#ppt_x"/>
                                          </p:val>
                                        </p:tav>
                                        <p:tav tm="100000">
                                          <p:val>
                                            <p:strVal val="#ppt_x"/>
                                          </p:val>
                                        </p:tav>
                                      </p:tavLst>
                                    </p:anim>
                                    <p:anim calcmode="lin" valueType="num">
                                      <p:cBhvr>
                                        <p:cTn id="119" dur="500" fill="hold"/>
                                        <p:tgtEl>
                                          <p:spTgt spid="446"/>
                                        </p:tgtEl>
                                        <p:attrNameLst>
                                          <p:attrName>ppt_y</p:attrName>
                                        </p:attrNameLst>
                                      </p:cBhvr>
                                      <p:tavLst>
                                        <p:tav tm="0">
                                          <p:val>
                                            <p:strVal val="1+#ppt_h/2"/>
                                          </p:val>
                                        </p:tav>
                                        <p:tav tm="100000">
                                          <p:val>
                                            <p:strVal val="#ppt_y"/>
                                          </p:val>
                                        </p:tav>
                                      </p:tavLst>
                                    </p:anim>
                                  </p:childTnLst>
                                </p:cTn>
                              </p:par>
                            </p:childTnLst>
                          </p:cTn>
                        </p:par>
                        <p:par>
                          <p:cTn id="120" fill="hold">
                            <p:stCondLst>
                              <p:cond delay="2000"/>
                            </p:stCondLst>
                            <p:childTnLst>
                              <p:par>
                                <p:cTn id="121" presetClass="entr" nodeType="afterEffect" presetSubtype="4" presetID="2" grpId="25" fill="hold">
                                  <p:stCondLst>
                                    <p:cond delay="0"/>
                                  </p:stCondLst>
                                  <p:iterate type="el" backwards="0">
                                    <p:tmAbs val="0"/>
                                  </p:iterate>
                                  <p:childTnLst>
                                    <p:set>
                                      <p:cBhvr>
                                        <p:cTn id="122" fill="hold"/>
                                        <p:tgtEl>
                                          <p:spTgt spid="447"/>
                                        </p:tgtEl>
                                        <p:attrNameLst>
                                          <p:attrName>style.visibility</p:attrName>
                                        </p:attrNameLst>
                                      </p:cBhvr>
                                      <p:to>
                                        <p:strVal val="visible"/>
                                      </p:to>
                                    </p:set>
                                    <p:anim calcmode="lin" valueType="num">
                                      <p:cBhvr>
                                        <p:cTn id="123" dur="500" fill="hold"/>
                                        <p:tgtEl>
                                          <p:spTgt spid="447"/>
                                        </p:tgtEl>
                                        <p:attrNameLst>
                                          <p:attrName>ppt_x</p:attrName>
                                        </p:attrNameLst>
                                      </p:cBhvr>
                                      <p:tavLst>
                                        <p:tav tm="0">
                                          <p:val>
                                            <p:strVal val="#ppt_x"/>
                                          </p:val>
                                        </p:tav>
                                        <p:tav tm="100000">
                                          <p:val>
                                            <p:strVal val="#ppt_x"/>
                                          </p:val>
                                        </p:tav>
                                      </p:tavLst>
                                    </p:anim>
                                    <p:anim calcmode="lin" valueType="num">
                                      <p:cBhvr>
                                        <p:cTn id="124"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Class="entr" nodeType="clickEffect" presetSubtype="8" presetID="22" grpId="26" fill="hold">
                                  <p:stCondLst>
                                    <p:cond delay="0"/>
                                  </p:stCondLst>
                                  <p:iterate type="el" backwards="0">
                                    <p:tmAbs val="0"/>
                                  </p:iterate>
                                  <p:childTnLst>
                                    <p:set>
                                      <p:cBhvr>
                                        <p:cTn id="128" fill="hold"/>
                                        <p:tgtEl>
                                          <p:spTgt spid="451"/>
                                        </p:tgtEl>
                                        <p:attrNameLst>
                                          <p:attrName>style.visibility</p:attrName>
                                        </p:attrNameLst>
                                      </p:cBhvr>
                                      <p:to>
                                        <p:strVal val="visible"/>
                                      </p:to>
                                    </p:set>
                                    <p:animEffect filter="wipe(left)" transition="in">
                                      <p:cBhvr>
                                        <p:cTn id="129" dur="500"/>
                                        <p:tgtEl>
                                          <p:spTgt spid="451"/>
                                        </p:tgtEl>
                                      </p:cBhvr>
                                    </p:animEffect>
                                  </p:childTnLst>
                                </p:cTn>
                              </p:par>
                            </p:childTnLst>
                          </p:cTn>
                        </p:par>
                        <p:par>
                          <p:cTn id="130" fill="hold">
                            <p:stCondLst>
                              <p:cond delay="500"/>
                            </p:stCondLst>
                            <p:childTnLst>
                              <p:par>
                                <p:cTn id="131" presetClass="entr" nodeType="afterEffect" presetSubtype="8" presetID="22" grpId="27" fill="hold">
                                  <p:stCondLst>
                                    <p:cond delay="0"/>
                                  </p:stCondLst>
                                  <p:iterate type="el" backwards="0">
                                    <p:tmAbs val="0"/>
                                  </p:iterate>
                                  <p:childTnLst>
                                    <p:set>
                                      <p:cBhvr>
                                        <p:cTn id="132" fill="hold"/>
                                        <p:tgtEl>
                                          <p:spTgt spid="450"/>
                                        </p:tgtEl>
                                        <p:attrNameLst>
                                          <p:attrName>style.visibility</p:attrName>
                                        </p:attrNameLst>
                                      </p:cBhvr>
                                      <p:to>
                                        <p:strVal val="visible"/>
                                      </p:to>
                                    </p:set>
                                    <p:animEffect filter="wipe(left)" transition="in">
                                      <p:cBhvr>
                                        <p:cTn id="133" dur="500"/>
                                        <p:tgtEl>
                                          <p:spTgt spid="450"/>
                                        </p:tgtEl>
                                      </p:cBhvr>
                                    </p:animEffect>
                                  </p:childTnLst>
                                </p:cTn>
                              </p:par>
                            </p:childTnLst>
                          </p:cTn>
                        </p:par>
                        <p:par>
                          <p:cTn id="134" fill="hold">
                            <p:stCondLst>
                              <p:cond delay="1000"/>
                            </p:stCondLst>
                            <p:childTnLst>
                              <p:par>
                                <p:cTn id="135" presetClass="entr" nodeType="afterEffect" presetSubtype="4" presetID="22" grpId="28" fill="hold">
                                  <p:stCondLst>
                                    <p:cond delay="0"/>
                                  </p:stCondLst>
                                  <p:iterate type="el" backwards="0">
                                    <p:tmAbs val="0"/>
                                  </p:iterate>
                                  <p:childTnLst>
                                    <p:set>
                                      <p:cBhvr>
                                        <p:cTn id="136" fill="hold"/>
                                        <p:tgtEl>
                                          <p:spTgt spid="456"/>
                                        </p:tgtEl>
                                        <p:attrNameLst>
                                          <p:attrName>style.visibility</p:attrName>
                                        </p:attrNameLst>
                                      </p:cBhvr>
                                      <p:to>
                                        <p:strVal val="visible"/>
                                      </p:to>
                                    </p:set>
                                    <p:animEffect filter="wipe(down)" transition="in">
                                      <p:cBhvr>
                                        <p:cTn id="137" dur="500"/>
                                        <p:tgtEl>
                                          <p:spTgt spid="456"/>
                                        </p:tgtEl>
                                      </p:cBhvr>
                                    </p:animEffect>
                                  </p:childTnLst>
                                </p:cTn>
                              </p:par>
                            </p:childTnLst>
                          </p:cTn>
                        </p:par>
                      </p:childTnLst>
                    </p:cTn>
                  </p:par>
                  <p:par>
                    <p:cTn id="138" fill="hold">
                      <p:stCondLst>
                        <p:cond delay="indefinite"/>
                      </p:stCondLst>
                      <p:childTnLst>
                        <p:par>
                          <p:cTn id="139" fill="hold">
                            <p:stCondLst>
                              <p:cond delay="0"/>
                            </p:stCondLst>
                            <p:childTnLst>
                              <p:par>
                                <p:cTn id="140" presetClass="entr" nodeType="clickEffect" presetSubtype="4" presetID="22" grpId="29" fill="hold">
                                  <p:stCondLst>
                                    <p:cond delay="0"/>
                                  </p:stCondLst>
                                  <p:iterate type="el" backwards="0">
                                    <p:tmAbs val="0"/>
                                  </p:iterate>
                                  <p:childTnLst>
                                    <p:set>
                                      <p:cBhvr>
                                        <p:cTn id="141" fill="hold"/>
                                        <p:tgtEl>
                                          <p:spTgt spid="442"/>
                                        </p:tgtEl>
                                        <p:attrNameLst>
                                          <p:attrName>style.visibility</p:attrName>
                                        </p:attrNameLst>
                                      </p:cBhvr>
                                      <p:to>
                                        <p:strVal val="visible"/>
                                      </p:to>
                                    </p:set>
                                    <p:animEffect filter="wipe(down)" transition="in">
                                      <p:cBhvr>
                                        <p:cTn id="142" dur="500"/>
                                        <p:tgtEl>
                                          <p:spTgt spid="442"/>
                                        </p:tgtEl>
                                      </p:cBhvr>
                                    </p:animEffect>
                                  </p:childTnLst>
                                </p:cTn>
                              </p:par>
                            </p:childTnLst>
                          </p:cTn>
                        </p:par>
                        <p:par>
                          <p:cTn id="143" fill="hold">
                            <p:stCondLst>
                              <p:cond delay="500"/>
                            </p:stCondLst>
                            <p:childTnLst>
                              <p:par>
                                <p:cTn id="144" presetClass="entr" nodeType="afterEffect" presetSubtype="0" presetID="1" grpId="30" fill="hold">
                                  <p:stCondLst>
                                    <p:cond delay="0"/>
                                  </p:stCondLst>
                                  <p:iterate type="el" backwards="0">
                                    <p:tmAbs val="0"/>
                                  </p:iterate>
                                  <p:childTnLst>
                                    <p:set>
                                      <p:cBhvr>
                                        <p:cTn id="145" fill="hold"/>
                                        <p:tgtEl>
                                          <p:spTgt spid="461"/>
                                        </p:tgtEl>
                                        <p:attrNameLst>
                                          <p:attrName>style.visibility</p:attrName>
                                        </p:attrNameLst>
                                      </p:cBhvr>
                                      <p:to>
                                        <p:strVal val="visible"/>
                                      </p:to>
                                    </p:set>
                                  </p:childTnLst>
                                </p:cTn>
                              </p:par>
                            </p:childTnLst>
                          </p:cTn>
                        </p:par>
                        <p:par>
                          <p:cTn id="146" fill="hold">
                            <p:stCondLst>
                              <p:cond delay="500"/>
                            </p:stCondLst>
                            <p:childTnLst>
                              <p:par>
                                <p:cTn id="147" presetClass="entr" nodeType="afterEffect" presetSubtype="0" presetID="1" grpId="31" fill="hold">
                                  <p:stCondLst>
                                    <p:cond delay="0"/>
                                  </p:stCondLst>
                                  <p:iterate type="el" backwards="0">
                                    <p:tmAbs val="0"/>
                                  </p:iterate>
                                  <p:childTnLst>
                                    <p:set>
                                      <p:cBhvr>
                                        <p:cTn id="148" fill="hold"/>
                                        <p:tgtEl>
                                          <p:spTgt spid="462"/>
                                        </p:tgtEl>
                                        <p:attrNameLst>
                                          <p:attrName>style.visibility</p:attrName>
                                        </p:attrNameLst>
                                      </p:cBhvr>
                                      <p:to>
                                        <p:strVal val="visible"/>
                                      </p:to>
                                    </p:set>
                                  </p:childTnLst>
                                </p:cTn>
                              </p:par>
                            </p:childTnLst>
                          </p:cTn>
                        </p:par>
                        <p:par>
                          <p:cTn id="149" fill="hold">
                            <p:stCondLst>
                              <p:cond delay="500"/>
                            </p:stCondLst>
                            <p:childTnLst>
                              <p:par>
                                <p:cTn id="150" presetClass="entr" nodeType="afterEffect" presetSubtype="0" presetID="1" grpId="32" fill="hold">
                                  <p:stCondLst>
                                    <p:cond delay="0"/>
                                  </p:stCondLst>
                                  <p:iterate type="el" backwards="0">
                                    <p:tmAbs val="0"/>
                                  </p:iterate>
                                  <p:childTnLst>
                                    <p:set>
                                      <p:cBhvr>
                                        <p:cTn id="151" fill="hold"/>
                                        <p:tgtEl>
                                          <p:spTgt spid="463"/>
                                        </p:tgtEl>
                                        <p:attrNameLst>
                                          <p:attrName>style.visibility</p:attrName>
                                        </p:attrNameLst>
                                      </p:cBhvr>
                                      <p:to>
                                        <p:strVal val="visible"/>
                                      </p:to>
                                    </p:set>
                                  </p:childTnLst>
                                </p:cTn>
                              </p:par>
                            </p:childTnLst>
                          </p:cTn>
                        </p:par>
                        <p:par>
                          <p:cTn id="152" fill="hold">
                            <p:stCondLst>
                              <p:cond delay="500"/>
                            </p:stCondLst>
                            <p:childTnLst>
                              <p:par>
                                <p:cTn id="153" presetClass="entr" nodeType="afterEffect" presetSubtype="0" presetID="1" grpId="33" fill="hold">
                                  <p:stCondLst>
                                    <p:cond delay="0"/>
                                  </p:stCondLst>
                                  <p:iterate type="el" backwards="0">
                                    <p:tmAbs val="0"/>
                                  </p:iterate>
                                  <p:childTnLst>
                                    <p:set>
                                      <p:cBhvr>
                                        <p:cTn id="154" fill="hold"/>
                                        <p:tgtEl>
                                          <p:spTgt spid="464"/>
                                        </p:tgtEl>
                                        <p:attrNameLst>
                                          <p:attrName>style.visibility</p:attrName>
                                        </p:attrNameLst>
                                      </p:cBhvr>
                                      <p:to>
                                        <p:strVal val="visible"/>
                                      </p:to>
                                    </p:set>
                                  </p:childTnLst>
                                </p:cTn>
                              </p:par>
                            </p:childTnLst>
                          </p:cTn>
                        </p:par>
                        <p:par>
                          <p:cTn id="155" fill="hold">
                            <p:stCondLst>
                              <p:cond delay="500"/>
                            </p:stCondLst>
                            <p:childTnLst>
                              <p:par>
                                <p:cTn id="156" presetClass="entr" nodeType="afterEffect" presetSubtype="0" presetID="1" grpId="34" fill="hold">
                                  <p:stCondLst>
                                    <p:cond delay="0"/>
                                  </p:stCondLst>
                                  <p:iterate type="el" backwards="0">
                                    <p:tmAbs val="0"/>
                                  </p:iterate>
                                  <p:childTnLst>
                                    <p:set>
                                      <p:cBhvr>
                                        <p:cTn id="157" fill="hold"/>
                                        <p:tgtEl>
                                          <p:spTgt spid="465"/>
                                        </p:tgtEl>
                                        <p:attrNameLst>
                                          <p:attrName>style.visibility</p:attrName>
                                        </p:attrNameLst>
                                      </p:cBhvr>
                                      <p:to>
                                        <p:strVal val="visible"/>
                                      </p:to>
                                    </p:set>
                                  </p:childTnLst>
                                </p:cTn>
                              </p:par>
                            </p:childTnLst>
                          </p:cTn>
                        </p:par>
                        <p:par>
                          <p:cTn id="158" fill="hold">
                            <p:stCondLst>
                              <p:cond delay="500"/>
                            </p:stCondLst>
                            <p:childTnLst>
                              <p:par>
                                <p:cTn id="159" presetClass="entr" nodeType="afterEffect" presetSubtype="0" presetID="1" grpId="35" fill="hold">
                                  <p:stCondLst>
                                    <p:cond delay="0"/>
                                  </p:stCondLst>
                                  <p:iterate type="el" backwards="0">
                                    <p:tmAbs val="0"/>
                                  </p:iterate>
                                  <p:childTnLst>
                                    <p:set>
                                      <p:cBhvr>
                                        <p:cTn id="160" fill="hold"/>
                                        <p:tgtEl>
                                          <p:spTgt spid="466"/>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Class="entr" nodeType="clickEffect" presetSubtype="1" presetID="22" grpId="36" fill="hold">
                                  <p:stCondLst>
                                    <p:cond delay="0"/>
                                  </p:stCondLst>
                                  <p:iterate type="el" backwards="0">
                                    <p:tmAbs val="0"/>
                                  </p:iterate>
                                  <p:childTnLst>
                                    <p:set>
                                      <p:cBhvr>
                                        <p:cTn id="164" fill="hold"/>
                                        <p:tgtEl>
                                          <p:spTgt spid="454"/>
                                        </p:tgtEl>
                                        <p:attrNameLst>
                                          <p:attrName>style.visibility</p:attrName>
                                        </p:attrNameLst>
                                      </p:cBhvr>
                                      <p:to>
                                        <p:strVal val="visible"/>
                                      </p:to>
                                    </p:set>
                                    <p:animEffect filter="wipe(up)" transition="in">
                                      <p:cBhvr>
                                        <p:cTn id="165" dur="500"/>
                                        <p:tgtEl>
                                          <p:spTgt spid="454"/>
                                        </p:tgtEl>
                                      </p:cBhvr>
                                    </p:animEffect>
                                  </p:childTnLst>
                                </p:cTn>
                              </p:par>
                            </p:childTnLst>
                          </p:cTn>
                        </p:par>
                      </p:childTnLst>
                    </p:cTn>
                  </p:par>
                  <p:par>
                    <p:cTn id="166" fill="hold">
                      <p:stCondLst>
                        <p:cond delay="indefinite"/>
                      </p:stCondLst>
                      <p:childTnLst>
                        <p:par>
                          <p:cTn id="167" fill="hold">
                            <p:stCondLst>
                              <p:cond delay="0"/>
                            </p:stCondLst>
                            <p:childTnLst>
                              <p:par>
                                <p:cTn id="168" presetClass="entr" nodeType="clickEffect" presetSubtype="4" presetID="22" grpId="37" fill="hold">
                                  <p:stCondLst>
                                    <p:cond delay="0"/>
                                  </p:stCondLst>
                                  <p:iterate type="el" backwards="0">
                                    <p:tmAbs val="0"/>
                                  </p:iterate>
                                  <p:childTnLst>
                                    <p:set>
                                      <p:cBhvr>
                                        <p:cTn id="169" fill="hold"/>
                                        <p:tgtEl>
                                          <p:spTgt spid="459"/>
                                        </p:tgtEl>
                                        <p:attrNameLst>
                                          <p:attrName>style.visibility</p:attrName>
                                        </p:attrNameLst>
                                      </p:cBhvr>
                                      <p:to>
                                        <p:strVal val="visible"/>
                                      </p:to>
                                    </p:set>
                                    <p:animEffect filter="wipe(down)" transition="in">
                                      <p:cBhvr>
                                        <p:cTn id="170" dur="500"/>
                                        <p:tgtEl>
                                          <p:spTgt spid="459"/>
                                        </p:tgtEl>
                                      </p:cBhvr>
                                    </p:animEffect>
                                  </p:childTnLst>
                                </p:cTn>
                              </p:par>
                            </p:childTnLst>
                          </p:cTn>
                        </p:par>
                      </p:childTnLst>
                    </p:cTn>
                  </p:par>
                  <p:par>
                    <p:cTn id="171" fill="hold">
                      <p:stCondLst>
                        <p:cond delay="indefinite"/>
                      </p:stCondLst>
                      <p:childTnLst>
                        <p:par>
                          <p:cTn id="172" fill="hold">
                            <p:stCondLst>
                              <p:cond delay="0"/>
                            </p:stCondLst>
                            <p:childTnLst>
                              <p:par>
                                <p:cTn id="173" presetClass="path" nodeType="clickEffect" presetSubtype="0" presetID="-1" grpId="38" accel="50000" decel="50000" fill="hold">
                                  <p:stCondLst>
                                    <p:cond delay="0"/>
                                  </p:stCondLst>
                                  <p:childTnLst>
                                    <p:animMotion path="M 0.000000 0.000000 L 0.170413 0.429514" origin="layout" pathEditMode="relative">
                                      <p:cBhvr>
                                        <p:cTn id="174" dur="2000" fill="hold"/>
                                        <p:tgtEl>
                                          <p:spTgt spid="461"/>
                                        </p:tgtEl>
                                        <p:attrNameLst>
                                          <p:attrName>ppt_x</p:attrName>
                                          <p:attrName>ppt_y</p:attrName>
                                        </p:attrNameLst>
                                      </p:cBhvr>
                                    </p:animMotion>
                                  </p:childTnLst>
                                </p:cTn>
                              </p:par>
                            </p:childTnLst>
                          </p:cTn>
                        </p:par>
                        <p:par>
                          <p:cTn id="175" fill="hold">
                            <p:stCondLst>
                              <p:cond delay="0"/>
                            </p:stCondLst>
                            <p:childTnLst>
                              <p:par>
                                <p:cTn id="176" presetClass="path" nodeType="afterEffect" presetSubtype="0" presetID="-1" grpId="39" accel="50000" decel="50000" fill="hold">
                                  <p:stCondLst>
                                    <p:cond delay="0"/>
                                  </p:stCondLst>
                                  <p:childTnLst>
                                    <p:animMotion path="M 0.000000 0.000000 L -0.028858 0.432161" origin="layout" pathEditMode="relative">
                                      <p:cBhvr>
                                        <p:cTn id="177" dur="2000" fill="hold"/>
                                        <p:tgtEl>
                                          <p:spTgt spid="464"/>
                                        </p:tgtEl>
                                        <p:attrNameLst>
                                          <p:attrName>ppt_x</p:attrName>
                                          <p:attrName>ppt_y</p:attrName>
                                        </p:attrNameLst>
                                      </p:cBhvr>
                                    </p:animMotion>
                                  </p:childTnLst>
                                </p:cTn>
                              </p:par>
                            </p:childTnLst>
                          </p:cTn>
                        </p:par>
                      </p:childTnLst>
                    </p:cTn>
                  </p:par>
                  <p:par>
                    <p:cTn id="178" fill="hold">
                      <p:stCondLst>
                        <p:cond delay="indefinite"/>
                      </p:stCondLst>
                      <p:childTnLst>
                        <p:par>
                          <p:cTn id="179" fill="hold">
                            <p:stCondLst>
                              <p:cond delay="0"/>
                            </p:stCondLst>
                            <p:childTnLst>
                              <p:par>
                                <p:cTn id="180" presetClass="entr" nodeType="clickEffect" presetSubtype="4" presetID="22" grpId="40" fill="hold">
                                  <p:stCondLst>
                                    <p:cond delay="0"/>
                                  </p:stCondLst>
                                  <p:iterate type="el" backwards="0">
                                    <p:tmAbs val="0"/>
                                  </p:iterate>
                                  <p:childTnLst>
                                    <p:set>
                                      <p:cBhvr>
                                        <p:cTn id="181" fill="hold"/>
                                        <p:tgtEl>
                                          <p:spTgt spid="460"/>
                                        </p:tgtEl>
                                        <p:attrNameLst>
                                          <p:attrName>style.visibility</p:attrName>
                                        </p:attrNameLst>
                                      </p:cBhvr>
                                      <p:to>
                                        <p:strVal val="visible"/>
                                      </p:to>
                                    </p:set>
                                    <p:animEffect filter="wipe(down)" transition="in">
                                      <p:cBhvr>
                                        <p:cTn id="182" dur="500"/>
                                        <p:tgtEl>
                                          <p:spTgt spid="460"/>
                                        </p:tgtEl>
                                      </p:cBhvr>
                                    </p:animEffect>
                                  </p:childTnLst>
                                </p:cTn>
                              </p:par>
                            </p:childTnLst>
                          </p:cTn>
                        </p:par>
                      </p:childTnLst>
                    </p:cTn>
                  </p:par>
                  <p:par>
                    <p:cTn id="183" fill="hold">
                      <p:stCondLst>
                        <p:cond delay="indefinite"/>
                      </p:stCondLst>
                      <p:childTnLst>
                        <p:par>
                          <p:cTn id="184" fill="hold">
                            <p:stCondLst>
                              <p:cond delay="0"/>
                            </p:stCondLst>
                            <p:childTnLst>
                              <p:par>
                                <p:cTn id="185" presetClass="path" nodeType="clickEffect" presetSubtype="0" presetID="-1" grpId="41" accel="50000" decel="50000" fill="hold">
                                  <p:stCondLst>
                                    <p:cond delay="0"/>
                                  </p:stCondLst>
                                  <p:childTnLst>
                                    <p:animMotion path="M 0.000000 0.000000 L 0.167659 0.479279" origin="layout" pathEditMode="relative">
                                      <p:cBhvr>
                                        <p:cTn id="186" dur="2000" fill="hold"/>
                                        <p:tgtEl>
                                          <p:spTgt spid="462"/>
                                        </p:tgtEl>
                                        <p:attrNameLst>
                                          <p:attrName>ppt_x</p:attrName>
                                          <p:attrName>ppt_y</p:attrName>
                                        </p:attrNameLst>
                                      </p:cBhvr>
                                    </p:animMotion>
                                  </p:childTnLst>
                                </p:cTn>
                              </p:par>
                            </p:childTnLst>
                          </p:cTn>
                        </p:par>
                        <p:par>
                          <p:cTn id="187" fill="hold">
                            <p:stCondLst>
                              <p:cond delay="0"/>
                            </p:stCondLst>
                            <p:childTnLst>
                              <p:par>
                                <p:cTn id="188" presetClass="path" nodeType="afterEffect" presetSubtype="0" presetID="-1" grpId="42" accel="50000" decel="50000" fill="hold">
                                  <p:stCondLst>
                                    <p:cond delay="0"/>
                                  </p:stCondLst>
                                  <p:childTnLst>
                                    <p:animMotion path="M 0.000000 0.000000 L -0.029988 0.480153" origin="layout" pathEditMode="relative">
                                      <p:cBhvr>
                                        <p:cTn id="189" dur="2000" fill="hold"/>
                                        <p:tgtEl>
                                          <p:spTgt spid="465"/>
                                        </p:tgtEl>
                                        <p:attrNameLst>
                                          <p:attrName>ppt_x</p:attrName>
                                          <p:attrName>ppt_y</p:attrName>
                                        </p:attrNameLst>
                                      </p:cBhvr>
                                    </p:animMotion>
                                  </p:childTnLst>
                                </p:cTn>
                              </p:par>
                            </p:childTnLst>
                          </p:cTn>
                        </p:par>
                      </p:childTnLst>
                    </p:cTn>
                  </p:par>
                  <p:par>
                    <p:cTn id="190" fill="hold">
                      <p:stCondLst>
                        <p:cond delay="indefinite"/>
                      </p:stCondLst>
                      <p:childTnLst>
                        <p:par>
                          <p:cTn id="191" fill="hold">
                            <p:stCondLst>
                              <p:cond delay="0"/>
                            </p:stCondLst>
                            <p:childTnLst>
                              <p:par>
                                <p:cTn id="192" presetClass="entr" nodeType="clickEffect" presetSubtype="4" presetID="22" grpId="43" fill="hold">
                                  <p:stCondLst>
                                    <p:cond delay="0"/>
                                  </p:stCondLst>
                                  <p:iterate type="el" backwards="0">
                                    <p:tmAbs val="0"/>
                                  </p:iterate>
                                  <p:childTnLst>
                                    <p:set>
                                      <p:cBhvr>
                                        <p:cTn id="193" fill="hold"/>
                                        <p:tgtEl>
                                          <p:spTgt spid="455"/>
                                        </p:tgtEl>
                                        <p:attrNameLst>
                                          <p:attrName>style.visibility</p:attrName>
                                        </p:attrNameLst>
                                      </p:cBhvr>
                                      <p:to>
                                        <p:strVal val="visible"/>
                                      </p:to>
                                    </p:set>
                                    <p:animEffect filter="wipe(down)" transition="in">
                                      <p:cBhvr>
                                        <p:cTn id="194" dur="500"/>
                                        <p:tgtEl>
                                          <p:spTgt spid="455"/>
                                        </p:tgtEl>
                                      </p:cBhvr>
                                    </p:animEffect>
                                  </p:childTnLst>
                                </p:cTn>
                              </p:par>
                            </p:childTnLst>
                          </p:cTn>
                        </p:par>
                      </p:childTnLst>
                    </p:cTn>
                  </p:par>
                  <p:par>
                    <p:cTn id="195" fill="hold">
                      <p:stCondLst>
                        <p:cond delay="indefinite"/>
                      </p:stCondLst>
                      <p:childTnLst>
                        <p:par>
                          <p:cTn id="196" fill="hold">
                            <p:stCondLst>
                              <p:cond delay="0"/>
                            </p:stCondLst>
                            <p:childTnLst>
                              <p:par>
                                <p:cTn id="197" presetClass="path" nodeType="clickEffect" presetSubtype="0" presetID="-1" grpId="44" accel="50000" decel="50000" fill="hold">
                                  <p:stCondLst>
                                    <p:cond delay="0"/>
                                  </p:stCondLst>
                                  <p:childTnLst>
                                    <p:animMotion path="M 0.000000 0.000000 L 0.167560 0.521946" origin="layout" pathEditMode="relative">
                                      <p:cBhvr>
                                        <p:cTn id="198" dur="2000" fill="hold"/>
                                        <p:tgtEl>
                                          <p:spTgt spid="463"/>
                                        </p:tgtEl>
                                        <p:attrNameLst>
                                          <p:attrName>ppt_x</p:attrName>
                                          <p:attrName>ppt_y</p:attrName>
                                        </p:attrNameLst>
                                      </p:cBhvr>
                                    </p:animMotion>
                                  </p:childTnLst>
                                </p:cTn>
                              </p:par>
                            </p:childTnLst>
                          </p:cTn>
                        </p:par>
                        <p:par>
                          <p:cTn id="199" fill="hold">
                            <p:stCondLst>
                              <p:cond delay="0"/>
                            </p:stCondLst>
                            <p:childTnLst>
                              <p:par>
                                <p:cTn id="200" presetClass="path" nodeType="afterEffect" presetSubtype="0" presetID="-1" grpId="45" accel="50000" decel="50000" fill="hold">
                                  <p:stCondLst>
                                    <p:cond delay="0"/>
                                  </p:stCondLst>
                                  <p:childTnLst>
                                    <p:animMotion path="M 0.000000 0.000000 L -0.029264 0.523653" origin="layout" pathEditMode="relative">
                                      <p:cBhvr>
                                        <p:cTn id="201" dur="2000" fill="hold"/>
                                        <p:tgtEl>
                                          <p:spTgt spid="466"/>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6" grpId="24"/>
      <p:bldP build="whole" bldLvl="1" animBg="1" rev="0" advAuto="0" spid="441" grpId="9"/>
      <p:bldP build="whole" bldLvl="1" animBg="1" rev="0" advAuto="0" spid="465" grpId="34"/>
      <p:bldP build="whole" bldLvl="1" animBg="1" rev="0" advAuto="0" spid="466" grpId="35"/>
      <p:bldP build="whole" bldLvl="1" animBg="1" rev="0" advAuto="0" spid="436" grpId="14"/>
      <p:bldP build="whole" bldLvl="1" animBg="1" rev="0" advAuto="0" spid="464" grpId="33"/>
      <p:bldP build="whole" bldLvl="1" animBg="1" rev="0" advAuto="0" spid="440" grpId="8"/>
      <p:bldP build="whole" bldLvl="1" animBg="1" rev="0" advAuto="0" spid="434" grpId="12"/>
      <p:bldP build="whole" bldLvl="1" animBg="1" rev="0" advAuto="0" spid="456" grpId="28"/>
      <p:bldP build="whole" bldLvl="1" animBg="1" rev="0" advAuto="0" spid="438" grpId="6"/>
      <p:bldP build="whole" bldLvl="1" animBg="1" rev="0" advAuto="0" spid="445" grpId="23"/>
      <p:bldP build="whole" bldLvl="1" animBg="1" rev="0" advAuto="0" spid="429" grpId="2"/>
      <p:bldP build="whole" bldLvl="1" animBg="1" rev="0" advAuto="0" spid="444" grpId="22"/>
      <p:bldP build="whole" bldLvl="1" animBg="1" rev="0" advAuto="0" spid="462" grpId="31"/>
      <p:bldP build="whole" bldLvl="1" animBg="1" rev="0" advAuto="0" spid="430" grpId="3"/>
      <p:bldP build="whole" bldLvl="1" animBg="1" rev="0" advAuto="0" spid="442" grpId="29"/>
      <p:bldP build="whole" bldLvl="1" animBg="1" rev="0" advAuto="0" spid="428" grpId="1"/>
      <p:bldP build="whole" bldLvl="1" animBg="1" rev="0" advAuto="0" spid="443" grpId="21"/>
      <p:bldP build="whole" bldLvl="1" animBg="1" rev="0" advAuto="0" spid="449" grpId="19"/>
      <p:bldP build="whole" bldLvl="1" animBg="1" rev="0" advAuto="0" spid="458" grpId="20"/>
      <p:bldP build="whole" bldLvl="1" animBg="1" rev="0" advAuto="0" spid="448" grpId="16"/>
      <p:bldP build="whole" bldLvl="1" animBg="1" rev="0" advAuto="0" spid="455" grpId="43"/>
      <p:bldP build="whole" bldLvl="1" animBg="1" rev="0" advAuto="0" spid="450" grpId="27"/>
      <p:bldP build="whole" bldLvl="1" animBg="1" rev="0" advAuto="0" spid="447" grpId="25"/>
      <p:bldP build="whole" bldLvl="1" animBg="1" rev="0" advAuto="0" spid="454" grpId="36"/>
      <p:bldP build="whole" bldLvl="1" animBg="1" rev="0" advAuto="0" spid="432" grpId="10"/>
      <p:bldP build="whole" bldLvl="1" animBg="1" rev="0" advAuto="0" spid="460" grpId="40"/>
      <p:bldP build="whole" bldLvl="1" animBg="1" rev="0" advAuto="0" spid="461" grpId="30"/>
      <p:bldP build="whole" bldLvl="1" animBg="1" rev="0" advAuto="0" spid="459" grpId="37"/>
      <p:bldP build="whole" bldLvl="1" animBg="1" rev="0" advAuto="0" spid="451" grpId="26"/>
      <p:bldP build="whole" bldLvl="1" animBg="1" rev="0" advAuto="0" spid="431" grpId="4"/>
      <p:bldP build="whole" bldLvl="1" animBg="1" rev="0" advAuto="0" spid="433" grpId="11"/>
      <p:bldP build="whole" bldLvl="1" animBg="1" rev="0" advAuto="0" spid="435" grpId="13"/>
      <p:bldP build="whole" bldLvl="1" animBg="1" rev="0" advAuto="0" spid="437" grpId="5"/>
      <p:bldP build="whole" bldLvl="1" animBg="1" rev="0" advAuto="0" spid="457" grpId="17"/>
      <p:bldP build="whole" bldLvl="1" animBg="1" rev="0" advAuto="0" spid="439" grpId="7"/>
      <p:bldP build="whole" bldLvl="1" animBg="1" rev="0" advAuto="0" spid="452" grpId="15"/>
      <p:bldP build="whole" bldLvl="1" animBg="1" rev="0" advAuto="0" spid="453" grpId="18"/>
      <p:bldP build="whole" bldLvl="1" animBg="1" rev="0" advAuto="0" spid="463" grpId="32"/>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69" name="Picture 72" descr="Picture 72"/>
          <p:cNvPicPr>
            <a:picLocks noChangeAspect="1"/>
          </p:cNvPicPr>
          <p:nvPr/>
        </p:nvPicPr>
        <p:blipFill>
          <a:blip r:embed="rId2">
            <a:extLst/>
          </a:blip>
          <a:stretch>
            <a:fillRect/>
          </a:stretch>
        </p:blipFill>
        <p:spPr>
          <a:xfrm>
            <a:off x="7315197" y="2060990"/>
            <a:ext cx="4550236" cy="2387706"/>
          </a:xfrm>
          <a:prstGeom prst="rect">
            <a:avLst/>
          </a:prstGeom>
          <a:ln w="12700">
            <a:miter lim="400000"/>
          </a:ln>
        </p:spPr>
      </p:pic>
      <p:grpSp>
        <p:nvGrpSpPr>
          <p:cNvPr id="472" name="Rectangle: Rounded Corners 3"/>
          <p:cNvGrpSpPr/>
          <p:nvPr/>
        </p:nvGrpSpPr>
        <p:grpSpPr>
          <a:xfrm>
            <a:off x="2213809" y="567891"/>
            <a:ext cx="2550696" cy="904775"/>
            <a:chOff x="0" y="0"/>
            <a:chExt cx="2550695" cy="904774"/>
          </a:xfrm>
        </p:grpSpPr>
        <p:sp>
          <p:nvSpPr>
            <p:cNvPr id="470" name="Rounded Rectangle"/>
            <p:cNvSpPr/>
            <p:nvPr/>
          </p:nvSpPr>
          <p:spPr>
            <a:xfrm>
              <a:off x="0" y="0"/>
              <a:ext cx="2550696" cy="904775"/>
            </a:xfrm>
            <a:prstGeom prst="roundRect">
              <a:avLst>
                <a:gd name="adj" fmla="val 16667"/>
              </a:avLst>
            </a:prstGeom>
            <a:noFill/>
            <a:ln w="38100" cap="flat">
              <a:solidFill>
                <a:srgbClr val="00B0F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71" name="Training Set"/>
            <p:cNvSpPr txBox="1"/>
            <p:nvPr/>
          </p:nvSpPr>
          <p:spPr>
            <a:xfrm>
              <a:off x="108937" y="256152"/>
              <a:ext cx="2332822" cy="392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2400">
                  <a:solidFill>
                    <a:srgbClr val="FFFFFF"/>
                  </a:solidFill>
                </a:defRPr>
              </a:lvl1pPr>
            </a:lstStyle>
            <a:p>
              <a:pPr/>
              <a:r>
                <a:t>Training Set</a:t>
              </a:r>
            </a:p>
          </p:txBody>
        </p:sp>
      </p:grpSp>
      <p:sp>
        <p:nvSpPr>
          <p:cNvPr id="504" name="Straight Arrow Connector 5"/>
          <p:cNvSpPr/>
          <p:nvPr/>
        </p:nvSpPr>
        <p:spPr>
          <a:xfrm>
            <a:off x="3489156" y="1491816"/>
            <a:ext cx="1" cy="6740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1600" y="7200"/>
                  <a:pt x="21600" y="14400"/>
                  <a:pt x="0" y="21600"/>
                </a:cubicBezTo>
              </a:path>
            </a:pathLst>
          </a:custGeom>
          <a:ln w="57150">
            <a:solidFill>
              <a:srgbClr val="00B0F0"/>
            </a:solidFill>
            <a:tailEnd type="triangle"/>
          </a:ln>
        </p:spPr>
        <p:txBody>
          <a:bodyPr/>
          <a:lstStyle/>
          <a:p>
            <a:pPr/>
          </a:p>
        </p:txBody>
      </p:sp>
      <p:grpSp>
        <p:nvGrpSpPr>
          <p:cNvPr id="476" name="Rectangle: Rounded Corners 6"/>
          <p:cNvGrpSpPr/>
          <p:nvPr/>
        </p:nvGrpSpPr>
        <p:grpSpPr>
          <a:xfrm>
            <a:off x="2213809" y="2184932"/>
            <a:ext cx="2550696" cy="904775"/>
            <a:chOff x="0" y="0"/>
            <a:chExt cx="2550695" cy="904774"/>
          </a:xfrm>
        </p:grpSpPr>
        <p:sp>
          <p:nvSpPr>
            <p:cNvPr id="474" name="Rounded Rectangle"/>
            <p:cNvSpPr/>
            <p:nvPr/>
          </p:nvSpPr>
          <p:spPr>
            <a:xfrm>
              <a:off x="0" y="0"/>
              <a:ext cx="2550696" cy="904775"/>
            </a:xfrm>
            <a:prstGeom prst="roundRect">
              <a:avLst>
                <a:gd name="adj" fmla="val 16667"/>
              </a:avLst>
            </a:prstGeom>
            <a:noFill/>
            <a:ln w="38100" cap="flat">
              <a:solidFill>
                <a:srgbClr val="00B0F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75" name="Learning Algorithm"/>
            <p:cNvSpPr txBox="1"/>
            <p:nvPr/>
          </p:nvSpPr>
          <p:spPr>
            <a:xfrm>
              <a:off x="108937" y="72002"/>
              <a:ext cx="2332822" cy="7607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2400">
                  <a:solidFill>
                    <a:srgbClr val="FFFFFF"/>
                  </a:solidFill>
                </a:defRPr>
              </a:lvl1pPr>
            </a:lstStyle>
            <a:p>
              <a:pPr/>
              <a:r>
                <a:t>Learning Algorithm</a:t>
              </a:r>
            </a:p>
          </p:txBody>
        </p:sp>
      </p:grpSp>
      <p:sp>
        <p:nvSpPr>
          <p:cNvPr id="477" name="Straight Arrow Connector 8"/>
          <p:cNvSpPr/>
          <p:nvPr/>
        </p:nvSpPr>
        <p:spPr>
          <a:xfrm>
            <a:off x="3489155" y="3072865"/>
            <a:ext cx="1" cy="712270"/>
          </a:xfrm>
          <a:prstGeom prst="line">
            <a:avLst/>
          </a:prstGeom>
          <a:ln w="57150">
            <a:solidFill>
              <a:srgbClr val="00B0F0"/>
            </a:solidFill>
            <a:tailEnd type="triangle"/>
          </a:ln>
        </p:spPr>
        <p:txBody>
          <a:bodyPr lIns="45719" rIns="45719"/>
          <a:lstStyle/>
          <a:p>
            <a:pPr>
              <a:defRPr>
                <a:solidFill>
                  <a:srgbClr val="FFFFFF"/>
                </a:solidFill>
              </a:defRPr>
            </a:pPr>
          </a:p>
        </p:txBody>
      </p:sp>
      <p:grpSp>
        <p:nvGrpSpPr>
          <p:cNvPr id="480" name="Rectangle: Rounded Corners 9"/>
          <p:cNvGrpSpPr/>
          <p:nvPr/>
        </p:nvGrpSpPr>
        <p:grpSpPr>
          <a:xfrm>
            <a:off x="2213808" y="3768294"/>
            <a:ext cx="2550696" cy="904775"/>
            <a:chOff x="0" y="0"/>
            <a:chExt cx="2550695" cy="904774"/>
          </a:xfrm>
        </p:grpSpPr>
        <p:sp>
          <p:nvSpPr>
            <p:cNvPr id="478" name="Rounded Rectangle"/>
            <p:cNvSpPr/>
            <p:nvPr/>
          </p:nvSpPr>
          <p:spPr>
            <a:xfrm>
              <a:off x="0" y="0"/>
              <a:ext cx="2550696" cy="904775"/>
            </a:xfrm>
            <a:prstGeom prst="roundRect">
              <a:avLst>
                <a:gd name="adj" fmla="val 16667"/>
              </a:avLst>
            </a:prstGeom>
            <a:noFill/>
            <a:ln w="38100" cap="flat">
              <a:solidFill>
                <a:srgbClr val="00B0F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79" name="h"/>
            <p:cNvSpPr txBox="1"/>
            <p:nvPr/>
          </p:nvSpPr>
          <p:spPr>
            <a:xfrm>
              <a:off x="108937" y="203863"/>
              <a:ext cx="2332822" cy="4970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i="1" sz="3200">
                  <a:solidFill>
                    <a:srgbClr val="FFFF00"/>
                  </a:solidFill>
                </a:defRPr>
              </a:lvl1pPr>
            </a:lstStyle>
            <a:p>
              <a:pPr/>
              <a:r>
                <a:t>h</a:t>
              </a:r>
            </a:p>
          </p:txBody>
        </p:sp>
      </p:grpSp>
      <p:sp>
        <p:nvSpPr>
          <p:cNvPr id="481" name="TextBox 10"/>
          <p:cNvSpPr txBox="1"/>
          <p:nvPr/>
        </p:nvSpPr>
        <p:spPr>
          <a:xfrm>
            <a:off x="2742030" y="4764504"/>
            <a:ext cx="1492558"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i="1" sz="2400">
                <a:solidFill>
                  <a:srgbClr val="FFFF00"/>
                </a:solidFill>
              </a:defRPr>
            </a:lvl1pPr>
          </a:lstStyle>
          <a:p>
            <a:pPr/>
            <a:r>
              <a:t>Hypothesis</a:t>
            </a:r>
          </a:p>
        </p:txBody>
      </p:sp>
      <p:sp>
        <p:nvSpPr>
          <p:cNvPr id="482" name="Straight Arrow Connector 11"/>
          <p:cNvSpPr/>
          <p:nvPr/>
        </p:nvSpPr>
        <p:spPr>
          <a:xfrm>
            <a:off x="1626666" y="4220681"/>
            <a:ext cx="587142" cy="1"/>
          </a:xfrm>
          <a:prstGeom prst="line">
            <a:avLst/>
          </a:prstGeom>
          <a:ln w="57150">
            <a:solidFill>
              <a:srgbClr val="00B0F0"/>
            </a:solidFill>
            <a:tailEnd type="triangle"/>
          </a:ln>
        </p:spPr>
        <p:txBody>
          <a:bodyPr lIns="45719" rIns="45719"/>
          <a:lstStyle/>
          <a:p>
            <a:pPr>
              <a:defRPr>
                <a:solidFill>
                  <a:srgbClr val="FFFFFF"/>
                </a:solidFill>
              </a:defRPr>
            </a:pPr>
          </a:p>
        </p:txBody>
      </p:sp>
      <p:sp>
        <p:nvSpPr>
          <p:cNvPr id="483" name="Straight Arrow Connector 14"/>
          <p:cNvSpPr/>
          <p:nvPr/>
        </p:nvSpPr>
        <p:spPr>
          <a:xfrm>
            <a:off x="4764502" y="4204642"/>
            <a:ext cx="587142" cy="1"/>
          </a:xfrm>
          <a:prstGeom prst="line">
            <a:avLst/>
          </a:prstGeom>
          <a:ln w="57150">
            <a:solidFill>
              <a:srgbClr val="00B0F0"/>
            </a:solidFill>
            <a:tailEnd type="triangle"/>
          </a:ln>
        </p:spPr>
        <p:txBody>
          <a:bodyPr lIns="45719" rIns="45719"/>
          <a:lstStyle/>
          <a:p>
            <a:pPr>
              <a:defRPr>
                <a:solidFill>
                  <a:srgbClr val="FFFFFF"/>
                </a:solidFill>
              </a:defRPr>
            </a:pPr>
          </a:p>
        </p:txBody>
      </p:sp>
      <p:sp>
        <p:nvSpPr>
          <p:cNvPr id="484" name="TextBox 16"/>
          <p:cNvSpPr txBox="1"/>
          <p:nvPr/>
        </p:nvSpPr>
        <p:spPr>
          <a:xfrm>
            <a:off x="191336" y="3811611"/>
            <a:ext cx="1389612" cy="7607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00"/>
                </a:solidFill>
              </a:defRPr>
            </a:pPr>
            <a:r>
              <a:t>Temp</a:t>
            </a:r>
            <a:endParaRPr>
              <a:solidFill>
                <a:srgbClr val="FFFFFF"/>
              </a:solidFill>
            </a:endParaRPr>
          </a:p>
          <a:p>
            <a:pPr algn="ctr">
              <a:defRPr b="1" sz="2400">
                <a:solidFill>
                  <a:srgbClr val="FFFF00"/>
                </a:solidFill>
              </a:defRPr>
            </a:pPr>
            <a:r>
              <a:t>(C</a:t>
            </a:r>
            <a:r>
              <a:rPr baseline="30000"/>
              <a:t>°</a:t>
            </a:r>
            <a:r>
              <a:t>)</a:t>
            </a:r>
          </a:p>
        </p:txBody>
      </p:sp>
      <p:sp>
        <p:nvSpPr>
          <p:cNvPr id="485" name="TextBox 17"/>
          <p:cNvSpPr txBox="1"/>
          <p:nvPr/>
        </p:nvSpPr>
        <p:spPr>
          <a:xfrm>
            <a:off x="5426200" y="3764812"/>
            <a:ext cx="1494251" cy="7607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FFFF00"/>
                </a:solidFill>
              </a:defRPr>
            </a:pPr>
            <a:r>
              <a:t>Temp</a:t>
            </a:r>
            <a:endParaRPr>
              <a:solidFill>
                <a:srgbClr val="FFFFFF"/>
              </a:solidFill>
            </a:endParaRPr>
          </a:p>
          <a:p>
            <a:pPr algn="ctr">
              <a:defRPr b="1" sz="2400">
                <a:solidFill>
                  <a:srgbClr val="FFFF00"/>
                </a:solidFill>
              </a:defRPr>
            </a:pPr>
            <a:r>
              <a:t>(F)</a:t>
            </a:r>
          </a:p>
        </p:txBody>
      </p:sp>
      <p:sp>
        <p:nvSpPr>
          <p:cNvPr id="486" name="Straight Connector 18"/>
          <p:cNvSpPr/>
          <p:nvPr/>
        </p:nvSpPr>
        <p:spPr>
          <a:xfrm flipH="1">
            <a:off x="7218940" y="202130"/>
            <a:ext cx="1" cy="6012765"/>
          </a:xfrm>
          <a:prstGeom prst="line">
            <a:avLst/>
          </a:prstGeom>
          <a:ln w="57150">
            <a:solidFill>
              <a:srgbClr val="00B0F0"/>
            </a:solidFill>
          </a:ln>
        </p:spPr>
        <p:txBody>
          <a:bodyPr lIns="45719" rIns="45719"/>
          <a:lstStyle/>
          <a:p>
            <a:pPr>
              <a:defRPr>
                <a:solidFill>
                  <a:srgbClr val="FFFFFF"/>
                </a:solidFill>
              </a:defRPr>
            </a:pPr>
          </a:p>
        </p:txBody>
      </p:sp>
      <p:sp>
        <p:nvSpPr>
          <p:cNvPr id="487" name="TextBox 20"/>
          <p:cNvSpPr txBox="1"/>
          <p:nvPr/>
        </p:nvSpPr>
        <p:spPr>
          <a:xfrm>
            <a:off x="7876542" y="664845"/>
            <a:ext cx="3167322"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i="1" sz="2400">
                <a:solidFill>
                  <a:srgbClr val="FFFFFF"/>
                </a:solidFill>
              </a:defRPr>
            </a:pPr>
            <a:r>
              <a:t>How do we represent </a:t>
            </a:r>
            <a:r>
              <a:rPr>
                <a:solidFill>
                  <a:srgbClr val="FFFF00"/>
                </a:solidFill>
              </a:rPr>
              <a:t>h</a:t>
            </a:r>
            <a:r>
              <a:t>?</a:t>
            </a:r>
          </a:p>
        </p:txBody>
      </p:sp>
      <p:sp>
        <p:nvSpPr>
          <p:cNvPr id="488" name="TextBox 22"/>
          <p:cNvSpPr txBox="1"/>
          <p:nvPr/>
        </p:nvSpPr>
        <p:spPr>
          <a:xfrm>
            <a:off x="8611806" y="1172678"/>
            <a:ext cx="2297096" cy="9454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b="1" sz="2400">
                <a:solidFill>
                  <a:srgbClr val="FFFF00"/>
                </a:solidFill>
              </a:defRPr>
            </a:pPr>
            <a:r>
              <a:t>h</a:t>
            </a:r>
            <a:r>
              <a:rPr baseline="-25000"/>
              <a:t>θ</a:t>
            </a:r>
            <a:r>
              <a:t>(x) = θ</a:t>
            </a:r>
            <a:r>
              <a:rPr baseline="-25000"/>
              <a:t>0</a:t>
            </a:r>
            <a:r>
              <a:t> + θ</a:t>
            </a:r>
            <a:r>
              <a:rPr baseline="-25000"/>
              <a:t>1</a:t>
            </a:r>
            <a:r>
              <a:t>x </a:t>
            </a:r>
            <a:endParaRPr>
              <a:solidFill>
                <a:srgbClr val="FFFFFF"/>
              </a:solidFill>
            </a:endParaRPr>
          </a:p>
          <a:p>
            <a:pPr algn="ctr">
              <a:lnSpc>
                <a:spcPct val="107000"/>
              </a:lnSpc>
              <a:spcBef>
                <a:spcPts val="800"/>
              </a:spcBef>
              <a:defRPr b="1" sz="2400">
                <a:solidFill>
                  <a:srgbClr val="FFFF00"/>
                </a:solidFill>
              </a:defRPr>
            </a:pPr>
            <a:r>
              <a:t>y = b + wx</a:t>
            </a:r>
          </a:p>
        </p:txBody>
      </p:sp>
      <p:sp>
        <p:nvSpPr>
          <p:cNvPr id="489" name="TextBox 51"/>
          <p:cNvSpPr txBox="1"/>
          <p:nvPr/>
        </p:nvSpPr>
        <p:spPr>
          <a:xfrm>
            <a:off x="11747174" y="4060028"/>
            <a:ext cx="343759"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00"/>
                </a:solidFill>
              </a:defRPr>
            </a:lvl1pPr>
          </a:lstStyle>
          <a:p>
            <a:pPr/>
            <a:r>
              <a:t>x</a:t>
            </a:r>
          </a:p>
        </p:txBody>
      </p:sp>
      <p:sp>
        <p:nvSpPr>
          <p:cNvPr id="490" name="TextBox 52"/>
          <p:cNvSpPr txBox="1"/>
          <p:nvPr/>
        </p:nvSpPr>
        <p:spPr>
          <a:xfrm>
            <a:off x="7605375" y="1622730"/>
            <a:ext cx="343759"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FFFF00"/>
                </a:solidFill>
              </a:defRPr>
            </a:lvl1pPr>
          </a:lstStyle>
          <a:p>
            <a:pPr/>
            <a:r>
              <a:t>y</a:t>
            </a:r>
          </a:p>
        </p:txBody>
      </p:sp>
      <p:sp>
        <p:nvSpPr>
          <p:cNvPr id="491" name="TextBox 53"/>
          <p:cNvSpPr txBox="1"/>
          <p:nvPr/>
        </p:nvSpPr>
        <p:spPr>
          <a:xfrm>
            <a:off x="9873544" y="3684477"/>
            <a:ext cx="2217389" cy="37652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b="1">
                <a:solidFill>
                  <a:srgbClr val="FFFF00"/>
                </a:solidFill>
              </a:defRPr>
            </a:pPr>
            <a:r>
              <a:t>h</a:t>
            </a:r>
            <a:r>
              <a:rPr baseline="-25000"/>
              <a:t>θ</a:t>
            </a:r>
            <a:r>
              <a:t>(x) = θ</a:t>
            </a:r>
            <a:r>
              <a:rPr baseline="-25000"/>
              <a:t>0</a:t>
            </a:r>
            <a:r>
              <a:t> + θ</a:t>
            </a:r>
            <a:r>
              <a:rPr baseline="-25000"/>
              <a:t>1</a:t>
            </a:r>
            <a:r>
              <a:t>x</a:t>
            </a:r>
          </a:p>
        </p:txBody>
      </p:sp>
      <p:sp>
        <p:nvSpPr>
          <p:cNvPr id="492" name="Connector: Elbow 55"/>
          <p:cNvSpPr/>
          <p:nvPr/>
        </p:nvSpPr>
        <p:spPr>
          <a:xfrm>
            <a:off x="9158068" y="3622430"/>
            <a:ext cx="1100094" cy="2403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ln w="28575">
            <a:solidFill>
              <a:srgbClr val="92D050"/>
            </a:solidFill>
            <a:tailEnd type="triangle"/>
          </a:ln>
        </p:spPr>
        <p:txBody>
          <a:bodyPr lIns="45719" rIns="45719" anchor="ctr"/>
          <a:lstStyle/>
          <a:p>
            <a:pPr/>
          </a:p>
        </p:txBody>
      </p:sp>
      <p:sp>
        <p:nvSpPr>
          <p:cNvPr id="493" name="TextBox 58"/>
          <p:cNvSpPr txBox="1"/>
          <p:nvPr/>
        </p:nvSpPr>
        <p:spPr>
          <a:xfrm>
            <a:off x="7995398" y="5706843"/>
            <a:ext cx="3616050"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FF"/>
                </a:solidFill>
              </a:defRPr>
            </a:lvl1pPr>
          </a:lstStyle>
          <a:p>
            <a:pPr/>
            <a:r>
              <a:t>Linear Regression with one variable</a:t>
            </a:r>
          </a:p>
        </p:txBody>
      </p:sp>
      <p:sp>
        <p:nvSpPr>
          <p:cNvPr id="494" name="TextBox 74"/>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495" name="TextBox 75"/>
          <p:cNvSpPr txBox="1"/>
          <p:nvPr/>
        </p:nvSpPr>
        <p:spPr>
          <a:xfrm>
            <a:off x="8776754" y="4765006"/>
            <a:ext cx="1697347"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F = 32 + 1.8·t</a:t>
            </a:r>
          </a:p>
        </p:txBody>
      </p:sp>
      <p:sp>
        <p:nvSpPr>
          <p:cNvPr id="496" name="TextBox 77"/>
          <p:cNvSpPr txBox="1"/>
          <p:nvPr/>
        </p:nvSpPr>
        <p:spPr>
          <a:xfrm>
            <a:off x="673838" y="5376057"/>
            <a:ext cx="1494251" cy="450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00"/>
                </a:solidFill>
              </a:defRPr>
            </a:pPr>
            <a:r>
              <a:t>y = h</a:t>
            </a:r>
            <a:r>
              <a:rPr baseline="-25000"/>
              <a:t>θ</a:t>
            </a:r>
            <a:r>
              <a:t>(x) =  </a:t>
            </a:r>
          </a:p>
        </p:txBody>
      </p:sp>
      <p:sp>
        <p:nvSpPr>
          <p:cNvPr id="497" name="TextBox 78"/>
          <p:cNvSpPr txBox="1"/>
          <p:nvPr/>
        </p:nvSpPr>
        <p:spPr>
          <a:xfrm>
            <a:off x="669406" y="5753229"/>
            <a:ext cx="1147135" cy="45038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00"/>
                </a:solidFill>
              </a:defRPr>
            </a:pPr>
            <a:r>
              <a:t>θ</a:t>
            </a:r>
            <a:r>
              <a:rPr baseline="-25000"/>
              <a:t>0</a:t>
            </a:r>
            <a:r>
              <a:t> = b =  </a:t>
            </a:r>
          </a:p>
        </p:txBody>
      </p:sp>
      <p:sp>
        <p:nvSpPr>
          <p:cNvPr id="498" name="TextBox 79"/>
          <p:cNvSpPr txBox="1"/>
          <p:nvPr/>
        </p:nvSpPr>
        <p:spPr>
          <a:xfrm>
            <a:off x="3865219" y="5326338"/>
            <a:ext cx="1147134" cy="45038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00"/>
                </a:solidFill>
              </a:defRPr>
            </a:pPr>
            <a:r>
              <a:t>θ</a:t>
            </a:r>
            <a:r>
              <a:rPr baseline="-25000"/>
              <a:t>1</a:t>
            </a:r>
            <a:r>
              <a:t> = w =  </a:t>
            </a:r>
          </a:p>
        </p:txBody>
      </p:sp>
      <p:sp>
        <p:nvSpPr>
          <p:cNvPr id="499" name="TextBox 80"/>
          <p:cNvSpPr txBox="1"/>
          <p:nvPr/>
        </p:nvSpPr>
        <p:spPr>
          <a:xfrm>
            <a:off x="3865219" y="5788002"/>
            <a:ext cx="1147134"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x =</a:t>
            </a:r>
          </a:p>
        </p:txBody>
      </p:sp>
      <p:sp>
        <p:nvSpPr>
          <p:cNvPr id="500" name="TextBox 82"/>
          <p:cNvSpPr txBox="1"/>
          <p:nvPr/>
        </p:nvSpPr>
        <p:spPr>
          <a:xfrm>
            <a:off x="8775926" y="4760512"/>
            <a:ext cx="254047"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FF"/>
                </a:solidFill>
              </a:defRPr>
            </a:lvl1pPr>
          </a:lstStyle>
          <a:p>
            <a:pPr/>
            <a:r>
              <a:t>F</a:t>
            </a:r>
          </a:p>
        </p:txBody>
      </p:sp>
      <p:sp>
        <p:nvSpPr>
          <p:cNvPr id="501" name="TextBox 83"/>
          <p:cNvSpPr txBox="1"/>
          <p:nvPr/>
        </p:nvSpPr>
        <p:spPr>
          <a:xfrm>
            <a:off x="9203787" y="4764504"/>
            <a:ext cx="542532"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FF"/>
                </a:solidFill>
              </a:defRPr>
            </a:lvl1pPr>
          </a:lstStyle>
          <a:p>
            <a:pPr/>
            <a:r>
              <a:t>32</a:t>
            </a:r>
          </a:p>
        </p:txBody>
      </p:sp>
      <p:sp>
        <p:nvSpPr>
          <p:cNvPr id="502" name="TextBox 84"/>
          <p:cNvSpPr txBox="1"/>
          <p:nvPr/>
        </p:nvSpPr>
        <p:spPr>
          <a:xfrm>
            <a:off x="9806074" y="4763215"/>
            <a:ext cx="542532"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FF"/>
                </a:solidFill>
              </a:defRPr>
            </a:lvl1pPr>
          </a:lstStyle>
          <a:p>
            <a:pPr/>
            <a:r>
              <a:t>1.8</a:t>
            </a:r>
          </a:p>
        </p:txBody>
      </p:sp>
      <p:sp>
        <p:nvSpPr>
          <p:cNvPr id="503" name="TextBox 85"/>
          <p:cNvSpPr txBox="1"/>
          <p:nvPr/>
        </p:nvSpPr>
        <p:spPr>
          <a:xfrm>
            <a:off x="10266837" y="4761010"/>
            <a:ext cx="288522"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FF"/>
                </a:solidFill>
              </a:defRPr>
            </a:lvl1pPr>
          </a:lstStyle>
          <a:p>
            <a:pPr/>
            <a:r>
              <a:t>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2" grpId="1" fill="hold">
                                  <p:stCondLst>
                                    <p:cond delay="0"/>
                                  </p:stCondLst>
                                  <p:iterate type="el" backwards="0">
                                    <p:tmAbs val="0"/>
                                  </p:iterate>
                                  <p:childTnLst>
                                    <p:set>
                                      <p:cBhvr>
                                        <p:cTn id="6" fill="hold"/>
                                        <p:tgtEl>
                                          <p:spTgt spid="486"/>
                                        </p:tgtEl>
                                        <p:attrNameLst>
                                          <p:attrName>style.visibility</p:attrName>
                                        </p:attrNameLst>
                                      </p:cBhvr>
                                      <p:to>
                                        <p:strVal val="visible"/>
                                      </p:to>
                                    </p:set>
                                    <p:animEffect filter="wipe(up)" transition="in">
                                      <p:cBhvr>
                                        <p:cTn id="7" dur="1000"/>
                                        <p:tgtEl>
                                          <p:spTgt spid="486"/>
                                        </p:tgtEl>
                                      </p:cBhvr>
                                    </p:animEffect>
                                  </p:childTnLst>
                                </p:cTn>
                              </p:par>
                            </p:childTnLst>
                          </p:cTn>
                        </p:par>
                        <p:par>
                          <p:cTn id="8" fill="hold">
                            <p:stCondLst>
                              <p:cond delay="1000"/>
                            </p:stCondLst>
                            <p:childTnLst>
                              <p:par>
                                <p:cTn id="9" presetClass="entr" nodeType="afterEffect" presetSubtype="2" presetID="2" grpId="2" fill="hold">
                                  <p:stCondLst>
                                    <p:cond delay="0"/>
                                  </p:stCondLst>
                                  <p:iterate type="el" backwards="0">
                                    <p:tmAbs val="0"/>
                                  </p:iterate>
                                  <p:childTnLst>
                                    <p:set>
                                      <p:cBhvr>
                                        <p:cTn id="10" fill="hold"/>
                                        <p:tgtEl>
                                          <p:spTgt spid="487"/>
                                        </p:tgtEl>
                                        <p:attrNameLst>
                                          <p:attrName>style.visibility</p:attrName>
                                        </p:attrNameLst>
                                      </p:cBhvr>
                                      <p:to>
                                        <p:strVal val="visible"/>
                                      </p:to>
                                    </p:set>
                                    <p:anim calcmode="lin" valueType="num">
                                      <p:cBhvr>
                                        <p:cTn id="11" dur="500" fill="hold"/>
                                        <p:tgtEl>
                                          <p:spTgt spid="487"/>
                                        </p:tgtEl>
                                        <p:attrNameLst>
                                          <p:attrName>ppt_x</p:attrName>
                                        </p:attrNameLst>
                                      </p:cBhvr>
                                      <p:tavLst>
                                        <p:tav tm="0">
                                          <p:val>
                                            <p:strVal val="1+#ppt_w/2"/>
                                          </p:val>
                                        </p:tav>
                                        <p:tav tm="100000">
                                          <p:val>
                                            <p:strVal val="#ppt_x"/>
                                          </p:val>
                                        </p:tav>
                                      </p:tavLst>
                                    </p:anim>
                                    <p:anim calcmode="lin" valueType="num">
                                      <p:cBhvr>
                                        <p:cTn id="12" dur="500" fill="hold"/>
                                        <p:tgtEl>
                                          <p:spTgt spid="487"/>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Class="entr" nodeType="afterEffect" presetSubtype="2" presetID="2" grpId="3" fill="hold">
                                  <p:stCondLst>
                                    <p:cond delay="0"/>
                                  </p:stCondLst>
                                  <p:iterate type="el" backwards="0">
                                    <p:tmAbs val="0"/>
                                  </p:iterate>
                                  <p:childTnLst>
                                    <p:set>
                                      <p:cBhvr>
                                        <p:cTn id="15" fill="hold"/>
                                        <p:tgtEl>
                                          <p:spTgt spid="488"/>
                                        </p:tgtEl>
                                        <p:attrNameLst>
                                          <p:attrName>style.visibility</p:attrName>
                                        </p:attrNameLst>
                                      </p:cBhvr>
                                      <p:to>
                                        <p:strVal val="visible"/>
                                      </p:to>
                                    </p:set>
                                    <p:anim calcmode="lin" valueType="num">
                                      <p:cBhvr>
                                        <p:cTn id="16" dur="500" fill="hold"/>
                                        <p:tgtEl>
                                          <p:spTgt spid="488"/>
                                        </p:tgtEl>
                                        <p:attrNameLst>
                                          <p:attrName>ppt_x</p:attrName>
                                        </p:attrNameLst>
                                      </p:cBhvr>
                                      <p:tavLst>
                                        <p:tav tm="0">
                                          <p:val>
                                            <p:strVal val="1+#ppt_w/2"/>
                                          </p:val>
                                        </p:tav>
                                        <p:tav tm="100000">
                                          <p:val>
                                            <p:strVal val="#ppt_x"/>
                                          </p:val>
                                        </p:tav>
                                      </p:tavLst>
                                    </p:anim>
                                    <p:anim calcmode="lin" valueType="num">
                                      <p:cBhvr>
                                        <p:cTn id="17" dur="500" fill="hold"/>
                                        <p:tgtEl>
                                          <p:spTgt spid="48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469"/>
                                        </p:tgtEl>
                                        <p:attrNameLst>
                                          <p:attrName>style.visibility</p:attrName>
                                        </p:attrNameLst>
                                      </p:cBhvr>
                                      <p:to>
                                        <p:strVal val="visible"/>
                                      </p:to>
                                    </p:set>
                                    <p:animEffect filter="wipe(left)" transition="in">
                                      <p:cBhvr>
                                        <p:cTn id="22" dur="1000"/>
                                        <p:tgtEl>
                                          <p:spTgt spid="469"/>
                                        </p:tgtEl>
                                      </p:cBhvr>
                                    </p:animEffect>
                                  </p:childTnLst>
                                </p:cTn>
                              </p:par>
                            </p:childTnLst>
                          </p:cTn>
                        </p:par>
                        <p:par>
                          <p:cTn id="23" fill="hold">
                            <p:stCondLst>
                              <p:cond delay="1000"/>
                            </p:stCondLst>
                            <p:childTnLst>
                              <p:par>
                                <p:cTn id="24" presetClass="entr" nodeType="afterEffect" presetSubtype="4" presetID="2" grpId="5" fill="hold">
                                  <p:stCondLst>
                                    <p:cond delay="0"/>
                                  </p:stCondLst>
                                  <p:iterate type="el" backwards="0">
                                    <p:tmAbs val="0"/>
                                  </p:iterate>
                                  <p:childTnLst>
                                    <p:set>
                                      <p:cBhvr>
                                        <p:cTn id="25" fill="hold"/>
                                        <p:tgtEl>
                                          <p:spTgt spid="490"/>
                                        </p:tgtEl>
                                        <p:attrNameLst>
                                          <p:attrName>style.visibility</p:attrName>
                                        </p:attrNameLst>
                                      </p:cBhvr>
                                      <p:to>
                                        <p:strVal val="visible"/>
                                      </p:to>
                                    </p:set>
                                    <p:anim calcmode="lin" valueType="num">
                                      <p:cBhvr>
                                        <p:cTn id="26" dur="500" fill="hold"/>
                                        <p:tgtEl>
                                          <p:spTgt spid="490"/>
                                        </p:tgtEl>
                                        <p:attrNameLst>
                                          <p:attrName>ppt_x</p:attrName>
                                        </p:attrNameLst>
                                      </p:cBhvr>
                                      <p:tavLst>
                                        <p:tav tm="0">
                                          <p:val>
                                            <p:strVal val="#ppt_x"/>
                                          </p:val>
                                        </p:tav>
                                        <p:tav tm="100000">
                                          <p:val>
                                            <p:strVal val="#ppt_x"/>
                                          </p:val>
                                        </p:tav>
                                      </p:tavLst>
                                    </p:anim>
                                    <p:anim calcmode="lin" valueType="num">
                                      <p:cBhvr>
                                        <p:cTn id="27" dur="500" fill="hold"/>
                                        <p:tgtEl>
                                          <p:spTgt spid="490"/>
                                        </p:tgtEl>
                                        <p:attrNameLst>
                                          <p:attrName>ppt_y</p:attrName>
                                        </p:attrNameLst>
                                      </p:cBhvr>
                                      <p:tavLst>
                                        <p:tav tm="0">
                                          <p:val>
                                            <p:strVal val="1+#ppt_h/2"/>
                                          </p:val>
                                        </p:tav>
                                        <p:tav tm="100000">
                                          <p:val>
                                            <p:strVal val="#ppt_y"/>
                                          </p:val>
                                        </p:tav>
                                      </p:tavLst>
                                    </p:anim>
                                  </p:childTnLst>
                                </p:cTn>
                              </p:par>
                            </p:childTnLst>
                          </p:cTn>
                        </p:par>
                        <p:par>
                          <p:cTn id="28" fill="hold">
                            <p:stCondLst>
                              <p:cond delay="1500"/>
                            </p:stCondLst>
                            <p:childTnLst>
                              <p:par>
                                <p:cTn id="29" presetClass="entr" nodeType="afterEffect" presetSubtype="4" presetID="2" grpId="6" fill="hold">
                                  <p:stCondLst>
                                    <p:cond delay="0"/>
                                  </p:stCondLst>
                                  <p:iterate type="el" backwards="0">
                                    <p:tmAbs val="0"/>
                                  </p:iterate>
                                  <p:childTnLst>
                                    <p:set>
                                      <p:cBhvr>
                                        <p:cTn id="30" fill="hold"/>
                                        <p:tgtEl>
                                          <p:spTgt spid="489"/>
                                        </p:tgtEl>
                                        <p:attrNameLst>
                                          <p:attrName>style.visibility</p:attrName>
                                        </p:attrNameLst>
                                      </p:cBhvr>
                                      <p:to>
                                        <p:strVal val="visible"/>
                                      </p:to>
                                    </p:set>
                                    <p:anim calcmode="lin" valueType="num">
                                      <p:cBhvr>
                                        <p:cTn id="31" dur="500" fill="hold"/>
                                        <p:tgtEl>
                                          <p:spTgt spid="489"/>
                                        </p:tgtEl>
                                        <p:attrNameLst>
                                          <p:attrName>ppt_x</p:attrName>
                                        </p:attrNameLst>
                                      </p:cBhvr>
                                      <p:tavLst>
                                        <p:tav tm="0">
                                          <p:val>
                                            <p:strVal val="#ppt_x"/>
                                          </p:val>
                                        </p:tav>
                                        <p:tav tm="100000">
                                          <p:val>
                                            <p:strVal val="#ppt_x"/>
                                          </p:val>
                                        </p:tav>
                                      </p:tavLst>
                                    </p:anim>
                                    <p:anim calcmode="lin" valueType="num">
                                      <p:cBhvr>
                                        <p:cTn id="32" dur="500" fill="hold"/>
                                        <p:tgtEl>
                                          <p:spTgt spid="489"/>
                                        </p:tgtEl>
                                        <p:attrNameLst>
                                          <p:attrName>ppt_y</p:attrName>
                                        </p:attrNameLst>
                                      </p:cBhvr>
                                      <p:tavLst>
                                        <p:tav tm="0">
                                          <p:val>
                                            <p:strVal val="1+#ppt_h/2"/>
                                          </p:val>
                                        </p:tav>
                                        <p:tav tm="100000">
                                          <p:val>
                                            <p:strVal val="#ppt_y"/>
                                          </p:val>
                                        </p:tav>
                                      </p:tavLst>
                                    </p:anim>
                                  </p:childTnLst>
                                </p:cTn>
                              </p:par>
                            </p:childTnLst>
                          </p:cTn>
                        </p:par>
                        <p:par>
                          <p:cTn id="33" fill="hold">
                            <p:stCondLst>
                              <p:cond delay="2000"/>
                            </p:stCondLst>
                            <p:childTnLst>
                              <p:par>
                                <p:cTn id="34" presetClass="entr" nodeType="afterEffect" presetSubtype="2" presetID="2" grpId="7" fill="hold">
                                  <p:stCondLst>
                                    <p:cond delay="0"/>
                                  </p:stCondLst>
                                  <p:iterate type="el" backwards="0">
                                    <p:tmAbs val="0"/>
                                  </p:iterate>
                                  <p:childTnLst>
                                    <p:set>
                                      <p:cBhvr>
                                        <p:cTn id="35" fill="hold"/>
                                        <p:tgtEl>
                                          <p:spTgt spid="491"/>
                                        </p:tgtEl>
                                        <p:attrNameLst>
                                          <p:attrName>style.visibility</p:attrName>
                                        </p:attrNameLst>
                                      </p:cBhvr>
                                      <p:to>
                                        <p:strVal val="visible"/>
                                      </p:to>
                                    </p:set>
                                    <p:anim calcmode="lin" valueType="num">
                                      <p:cBhvr>
                                        <p:cTn id="36" dur="500" fill="hold"/>
                                        <p:tgtEl>
                                          <p:spTgt spid="491"/>
                                        </p:tgtEl>
                                        <p:attrNameLst>
                                          <p:attrName>ppt_x</p:attrName>
                                        </p:attrNameLst>
                                      </p:cBhvr>
                                      <p:tavLst>
                                        <p:tav tm="0">
                                          <p:val>
                                            <p:strVal val="1+#ppt_w/2"/>
                                          </p:val>
                                        </p:tav>
                                        <p:tav tm="100000">
                                          <p:val>
                                            <p:strVal val="#ppt_x"/>
                                          </p:val>
                                        </p:tav>
                                      </p:tavLst>
                                    </p:anim>
                                    <p:anim calcmode="lin" valueType="num">
                                      <p:cBhvr>
                                        <p:cTn id="37" dur="500" fill="hold"/>
                                        <p:tgtEl>
                                          <p:spTgt spid="491"/>
                                        </p:tgtEl>
                                        <p:attrNameLst>
                                          <p:attrName>ppt_y</p:attrName>
                                        </p:attrNameLst>
                                      </p:cBhvr>
                                      <p:tavLst>
                                        <p:tav tm="0">
                                          <p:val>
                                            <p:strVal val="#ppt_y"/>
                                          </p:val>
                                        </p:tav>
                                        <p:tav tm="100000">
                                          <p:val>
                                            <p:strVal val="#ppt_y"/>
                                          </p:val>
                                        </p:tav>
                                      </p:tavLst>
                                    </p:anim>
                                  </p:childTnLst>
                                </p:cTn>
                              </p:par>
                            </p:childTnLst>
                          </p:cTn>
                        </p:par>
                        <p:par>
                          <p:cTn id="38" fill="hold">
                            <p:stCondLst>
                              <p:cond delay="2500"/>
                            </p:stCondLst>
                            <p:childTnLst>
                              <p:par>
                                <p:cTn id="39" presetClass="entr" nodeType="afterEffect" presetSubtype="2" presetID="2" grpId="8" fill="hold">
                                  <p:stCondLst>
                                    <p:cond delay="0"/>
                                  </p:stCondLst>
                                  <p:iterate type="el" backwards="0">
                                    <p:tmAbs val="0"/>
                                  </p:iterate>
                                  <p:childTnLst>
                                    <p:set>
                                      <p:cBhvr>
                                        <p:cTn id="40" fill="hold"/>
                                        <p:tgtEl>
                                          <p:spTgt spid="492"/>
                                        </p:tgtEl>
                                        <p:attrNameLst>
                                          <p:attrName>style.visibility</p:attrName>
                                        </p:attrNameLst>
                                      </p:cBhvr>
                                      <p:to>
                                        <p:strVal val="visible"/>
                                      </p:to>
                                    </p:set>
                                    <p:anim calcmode="lin" valueType="num">
                                      <p:cBhvr>
                                        <p:cTn id="41" dur="500" fill="hold"/>
                                        <p:tgtEl>
                                          <p:spTgt spid="492"/>
                                        </p:tgtEl>
                                        <p:attrNameLst>
                                          <p:attrName>ppt_x</p:attrName>
                                        </p:attrNameLst>
                                      </p:cBhvr>
                                      <p:tavLst>
                                        <p:tav tm="0">
                                          <p:val>
                                            <p:strVal val="1+#ppt_w/2"/>
                                          </p:val>
                                        </p:tav>
                                        <p:tav tm="100000">
                                          <p:val>
                                            <p:strVal val="#ppt_x"/>
                                          </p:val>
                                        </p:tav>
                                      </p:tavLst>
                                    </p:anim>
                                    <p:anim calcmode="lin" valueType="num">
                                      <p:cBhvr>
                                        <p:cTn id="42" dur="500" fill="hold"/>
                                        <p:tgtEl>
                                          <p:spTgt spid="49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2" presetID="2" grpId="9" fill="hold">
                                  <p:stCondLst>
                                    <p:cond delay="0"/>
                                  </p:stCondLst>
                                  <p:iterate type="el" backwards="0">
                                    <p:tmAbs val="0"/>
                                  </p:iterate>
                                  <p:childTnLst>
                                    <p:set>
                                      <p:cBhvr>
                                        <p:cTn id="46" fill="hold"/>
                                        <p:tgtEl>
                                          <p:spTgt spid="495"/>
                                        </p:tgtEl>
                                        <p:attrNameLst>
                                          <p:attrName>style.visibility</p:attrName>
                                        </p:attrNameLst>
                                      </p:cBhvr>
                                      <p:to>
                                        <p:strVal val="visible"/>
                                      </p:to>
                                    </p:set>
                                    <p:anim calcmode="lin" valueType="num">
                                      <p:cBhvr>
                                        <p:cTn id="47" dur="500" fill="hold"/>
                                        <p:tgtEl>
                                          <p:spTgt spid="495"/>
                                        </p:tgtEl>
                                        <p:attrNameLst>
                                          <p:attrName>ppt_x</p:attrName>
                                        </p:attrNameLst>
                                      </p:cBhvr>
                                      <p:tavLst>
                                        <p:tav tm="0">
                                          <p:val>
                                            <p:strVal val="1+#ppt_w/2"/>
                                          </p:val>
                                        </p:tav>
                                        <p:tav tm="100000">
                                          <p:val>
                                            <p:strVal val="#ppt_x"/>
                                          </p:val>
                                        </p:tav>
                                      </p:tavLst>
                                    </p:anim>
                                    <p:anim calcmode="lin" valueType="num">
                                      <p:cBhvr>
                                        <p:cTn id="48" dur="500" fill="hold"/>
                                        <p:tgtEl>
                                          <p:spTgt spid="495"/>
                                        </p:tgtEl>
                                        <p:attrNameLst>
                                          <p:attrName>ppt_y</p:attrName>
                                        </p:attrNameLst>
                                      </p:cBhvr>
                                      <p:tavLst>
                                        <p:tav tm="0">
                                          <p:val>
                                            <p:strVal val="#ppt_y"/>
                                          </p:val>
                                        </p:tav>
                                        <p:tav tm="100000">
                                          <p:val>
                                            <p:strVal val="#ppt_y"/>
                                          </p:val>
                                        </p:tav>
                                      </p:tavLst>
                                    </p:anim>
                                  </p:childTnLst>
                                </p:cTn>
                              </p:par>
                            </p:childTnLst>
                          </p:cTn>
                        </p:par>
                        <p:par>
                          <p:cTn id="49" fill="hold">
                            <p:stCondLst>
                              <p:cond delay="500"/>
                            </p:stCondLst>
                            <p:childTnLst>
                              <p:par>
                                <p:cTn id="50" presetClass="entr" nodeType="afterEffect" presetSubtype="2" presetID="2" grpId="10" fill="hold">
                                  <p:stCondLst>
                                    <p:cond delay="0"/>
                                  </p:stCondLst>
                                  <p:iterate type="el" backwards="0">
                                    <p:tmAbs val="0"/>
                                  </p:iterate>
                                  <p:childTnLst>
                                    <p:set>
                                      <p:cBhvr>
                                        <p:cTn id="51" fill="hold"/>
                                        <p:tgtEl>
                                          <p:spTgt spid="500"/>
                                        </p:tgtEl>
                                        <p:attrNameLst>
                                          <p:attrName>style.visibility</p:attrName>
                                        </p:attrNameLst>
                                      </p:cBhvr>
                                      <p:to>
                                        <p:strVal val="visible"/>
                                      </p:to>
                                    </p:set>
                                    <p:anim calcmode="lin" valueType="num">
                                      <p:cBhvr>
                                        <p:cTn id="52" dur="500" fill="hold"/>
                                        <p:tgtEl>
                                          <p:spTgt spid="500"/>
                                        </p:tgtEl>
                                        <p:attrNameLst>
                                          <p:attrName>ppt_x</p:attrName>
                                        </p:attrNameLst>
                                      </p:cBhvr>
                                      <p:tavLst>
                                        <p:tav tm="0">
                                          <p:val>
                                            <p:strVal val="1+#ppt_w/2"/>
                                          </p:val>
                                        </p:tav>
                                        <p:tav tm="100000">
                                          <p:val>
                                            <p:strVal val="#ppt_x"/>
                                          </p:val>
                                        </p:tav>
                                      </p:tavLst>
                                    </p:anim>
                                    <p:anim calcmode="lin" valueType="num">
                                      <p:cBhvr>
                                        <p:cTn id="53" dur="500" fill="hold"/>
                                        <p:tgtEl>
                                          <p:spTgt spid="500"/>
                                        </p:tgtEl>
                                        <p:attrNameLst>
                                          <p:attrName>ppt_y</p:attrName>
                                        </p:attrNameLst>
                                      </p:cBhvr>
                                      <p:tavLst>
                                        <p:tav tm="0">
                                          <p:val>
                                            <p:strVal val="#ppt_y"/>
                                          </p:val>
                                        </p:tav>
                                        <p:tav tm="100000">
                                          <p:val>
                                            <p:strVal val="#ppt_y"/>
                                          </p:val>
                                        </p:tav>
                                      </p:tavLst>
                                    </p:anim>
                                  </p:childTnLst>
                                </p:cTn>
                              </p:par>
                            </p:childTnLst>
                          </p:cTn>
                        </p:par>
                        <p:par>
                          <p:cTn id="54" fill="hold">
                            <p:stCondLst>
                              <p:cond delay="1000"/>
                            </p:stCondLst>
                            <p:childTnLst>
                              <p:par>
                                <p:cTn id="55" presetClass="entr" nodeType="afterEffect" presetSubtype="2" presetID="2" grpId="11" fill="hold">
                                  <p:stCondLst>
                                    <p:cond delay="0"/>
                                  </p:stCondLst>
                                  <p:iterate type="el" backwards="0">
                                    <p:tmAbs val="0"/>
                                  </p:iterate>
                                  <p:childTnLst>
                                    <p:set>
                                      <p:cBhvr>
                                        <p:cTn id="56" fill="hold"/>
                                        <p:tgtEl>
                                          <p:spTgt spid="501"/>
                                        </p:tgtEl>
                                        <p:attrNameLst>
                                          <p:attrName>style.visibility</p:attrName>
                                        </p:attrNameLst>
                                      </p:cBhvr>
                                      <p:to>
                                        <p:strVal val="visible"/>
                                      </p:to>
                                    </p:set>
                                    <p:anim calcmode="lin" valueType="num">
                                      <p:cBhvr>
                                        <p:cTn id="57" dur="500" fill="hold"/>
                                        <p:tgtEl>
                                          <p:spTgt spid="501"/>
                                        </p:tgtEl>
                                        <p:attrNameLst>
                                          <p:attrName>ppt_x</p:attrName>
                                        </p:attrNameLst>
                                      </p:cBhvr>
                                      <p:tavLst>
                                        <p:tav tm="0">
                                          <p:val>
                                            <p:strVal val="1+#ppt_w/2"/>
                                          </p:val>
                                        </p:tav>
                                        <p:tav tm="100000">
                                          <p:val>
                                            <p:strVal val="#ppt_x"/>
                                          </p:val>
                                        </p:tav>
                                      </p:tavLst>
                                    </p:anim>
                                    <p:anim calcmode="lin" valueType="num">
                                      <p:cBhvr>
                                        <p:cTn id="58" dur="500" fill="hold"/>
                                        <p:tgtEl>
                                          <p:spTgt spid="501"/>
                                        </p:tgtEl>
                                        <p:attrNameLst>
                                          <p:attrName>ppt_y</p:attrName>
                                        </p:attrNameLst>
                                      </p:cBhvr>
                                      <p:tavLst>
                                        <p:tav tm="0">
                                          <p:val>
                                            <p:strVal val="#ppt_y"/>
                                          </p:val>
                                        </p:tav>
                                        <p:tav tm="100000">
                                          <p:val>
                                            <p:strVal val="#ppt_y"/>
                                          </p:val>
                                        </p:tav>
                                      </p:tavLst>
                                    </p:anim>
                                  </p:childTnLst>
                                </p:cTn>
                              </p:par>
                            </p:childTnLst>
                          </p:cTn>
                        </p:par>
                        <p:par>
                          <p:cTn id="59" fill="hold">
                            <p:stCondLst>
                              <p:cond delay="1500"/>
                            </p:stCondLst>
                            <p:childTnLst>
                              <p:par>
                                <p:cTn id="60" presetClass="entr" nodeType="afterEffect" presetSubtype="2" presetID="2" grpId="12" fill="hold">
                                  <p:stCondLst>
                                    <p:cond delay="0"/>
                                  </p:stCondLst>
                                  <p:iterate type="el" backwards="0">
                                    <p:tmAbs val="0"/>
                                  </p:iterate>
                                  <p:childTnLst>
                                    <p:set>
                                      <p:cBhvr>
                                        <p:cTn id="61" fill="hold"/>
                                        <p:tgtEl>
                                          <p:spTgt spid="502"/>
                                        </p:tgtEl>
                                        <p:attrNameLst>
                                          <p:attrName>style.visibility</p:attrName>
                                        </p:attrNameLst>
                                      </p:cBhvr>
                                      <p:to>
                                        <p:strVal val="visible"/>
                                      </p:to>
                                    </p:set>
                                    <p:anim calcmode="lin" valueType="num">
                                      <p:cBhvr>
                                        <p:cTn id="62" dur="500" fill="hold"/>
                                        <p:tgtEl>
                                          <p:spTgt spid="502"/>
                                        </p:tgtEl>
                                        <p:attrNameLst>
                                          <p:attrName>ppt_x</p:attrName>
                                        </p:attrNameLst>
                                      </p:cBhvr>
                                      <p:tavLst>
                                        <p:tav tm="0">
                                          <p:val>
                                            <p:strVal val="1+#ppt_w/2"/>
                                          </p:val>
                                        </p:tav>
                                        <p:tav tm="100000">
                                          <p:val>
                                            <p:strVal val="#ppt_x"/>
                                          </p:val>
                                        </p:tav>
                                      </p:tavLst>
                                    </p:anim>
                                    <p:anim calcmode="lin" valueType="num">
                                      <p:cBhvr>
                                        <p:cTn id="63" dur="500" fill="hold"/>
                                        <p:tgtEl>
                                          <p:spTgt spid="502"/>
                                        </p:tgtEl>
                                        <p:attrNameLst>
                                          <p:attrName>ppt_y</p:attrName>
                                        </p:attrNameLst>
                                      </p:cBhvr>
                                      <p:tavLst>
                                        <p:tav tm="0">
                                          <p:val>
                                            <p:strVal val="#ppt_y"/>
                                          </p:val>
                                        </p:tav>
                                        <p:tav tm="100000">
                                          <p:val>
                                            <p:strVal val="#ppt_y"/>
                                          </p:val>
                                        </p:tav>
                                      </p:tavLst>
                                    </p:anim>
                                  </p:childTnLst>
                                </p:cTn>
                              </p:par>
                            </p:childTnLst>
                          </p:cTn>
                        </p:par>
                        <p:par>
                          <p:cTn id="64" fill="hold">
                            <p:stCondLst>
                              <p:cond delay="2000"/>
                            </p:stCondLst>
                            <p:childTnLst>
                              <p:par>
                                <p:cTn id="65" presetClass="entr" nodeType="afterEffect" presetSubtype="2" presetID="2" grpId="13" fill="hold">
                                  <p:stCondLst>
                                    <p:cond delay="0"/>
                                  </p:stCondLst>
                                  <p:iterate type="el" backwards="0">
                                    <p:tmAbs val="0"/>
                                  </p:iterate>
                                  <p:childTnLst>
                                    <p:set>
                                      <p:cBhvr>
                                        <p:cTn id="66" fill="hold"/>
                                        <p:tgtEl>
                                          <p:spTgt spid="503"/>
                                        </p:tgtEl>
                                        <p:attrNameLst>
                                          <p:attrName>style.visibility</p:attrName>
                                        </p:attrNameLst>
                                      </p:cBhvr>
                                      <p:to>
                                        <p:strVal val="visible"/>
                                      </p:to>
                                    </p:set>
                                    <p:anim calcmode="lin" valueType="num">
                                      <p:cBhvr>
                                        <p:cTn id="67" dur="500" fill="hold"/>
                                        <p:tgtEl>
                                          <p:spTgt spid="503"/>
                                        </p:tgtEl>
                                        <p:attrNameLst>
                                          <p:attrName>ppt_x</p:attrName>
                                        </p:attrNameLst>
                                      </p:cBhvr>
                                      <p:tavLst>
                                        <p:tav tm="0">
                                          <p:val>
                                            <p:strVal val="1+#ppt_w/2"/>
                                          </p:val>
                                        </p:tav>
                                        <p:tav tm="100000">
                                          <p:val>
                                            <p:strVal val="#ppt_x"/>
                                          </p:val>
                                        </p:tav>
                                      </p:tavLst>
                                    </p:anim>
                                    <p:anim calcmode="lin" valueType="num">
                                      <p:cBhvr>
                                        <p:cTn id="68" dur="500" fill="hold"/>
                                        <p:tgtEl>
                                          <p:spTgt spid="50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Class="entr" nodeType="clickEffect" presetSubtype="4" presetID="2" grpId="14" fill="hold">
                                  <p:stCondLst>
                                    <p:cond delay="0"/>
                                  </p:stCondLst>
                                  <p:iterate type="el" backwards="0">
                                    <p:tmAbs val="0"/>
                                  </p:iterate>
                                  <p:childTnLst>
                                    <p:set>
                                      <p:cBhvr>
                                        <p:cTn id="72" fill="hold"/>
                                        <p:tgtEl>
                                          <p:spTgt spid="496"/>
                                        </p:tgtEl>
                                        <p:attrNameLst>
                                          <p:attrName>style.visibility</p:attrName>
                                        </p:attrNameLst>
                                      </p:cBhvr>
                                      <p:to>
                                        <p:strVal val="visible"/>
                                      </p:to>
                                    </p:set>
                                    <p:anim calcmode="lin" valueType="num">
                                      <p:cBhvr>
                                        <p:cTn id="73" dur="500" fill="hold"/>
                                        <p:tgtEl>
                                          <p:spTgt spid="496"/>
                                        </p:tgtEl>
                                        <p:attrNameLst>
                                          <p:attrName>ppt_x</p:attrName>
                                        </p:attrNameLst>
                                      </p:cBhvr>
                                      <p:tavLst>
                                        <p:tav tm="0">
                                          <p:val>
                                            <p:strVal val="#ppt_x"/>
                                          </p:val>
                                        </p:tav>
                                        <p:tav tm="100000">
                                          <p:val>
                                            <p:strVal val="#ppt_x"/>
                                          </p:val>
                                        </p:tav>
                                      </p:tavLst>
                                    </p:anim>
                                    <p:anim calcmode="lin" valueType="num">
                                      <p:cBhvr>
                                        <p:cTn id="74" dur="500" fill="hold"/>
                                        <p:tgtEl>
                                          <p:spTgt spid="49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Class="path" nodeType="clickEffect" presetSubtype="0" presetID="-1" grpId="15" accel="50000" decel="50000" fill="hold">
                                  <p:stCondLst>
                                    <p:cond delay="0"/>
                                  </p:stCondLst>
                                  <p:childTnLst>
                                    <p:animMotion path="M 0.000000 0.000000 L -0.555992 0.092818" origin="layout" pathEditMode="relative">
                                      <p:cBhvr>
                                        <p:cTn id="78" dur="2000" fill="hold"/>
                                        <p:tgtEl>
                                          <p:spTgt spid="500"/>
                                        </p:tgtEl>
                                        <p:attrNameLst>
                                          <p:attrName>ppt_x</p:attrName>
                                          <p:attrName>ppt_y</p:attrName>
                                        </p:attrNameLst>
                                      </p:cBhvr>
                                    </p:animMotion>
                                  </p:childTnLst>
                                </p:cTn>
                              </p:par>
                            </p:childTnLst>
                          </p:cTn>
                        </p:par>
                      </p:childTnLst>
                    </p:cTn>
                  </p:par>
                  <p:par>
                    <p:cTn id="79" fill="hold">
                      <p:stCondLst>
                        <p:cond delay="indefinite"/>
                      </p:stCondLst>
                      <p:childTnLst>
                        <p:par>
                          <p:cTn id="80" fill="hold">
                            <p:stCondLst>
                              <p:cond delay="0"/>
                            </p:stCondLst>
                            <p:childTnLst>
                              <p:par>
                                <p:cTn id="81" presetClass="entr" nodeType="clickEffect" presetSubtype="4" presetID="2" grpId="16" fill="hold">
                                  <p:stCondLst>
                                    <p:cond delay="0"/>
                                  </p:stCondLst>
                                  <p:iterate type="el" backwards="0">
                                    <p:tmAbs val="0"/>
                                  </p:iterate>
                                  <p:childTnLst>
                                    <p:set>
                                      <p:cBhvr>
                                        <p:cTn id="82" fill="hold"/>
                                        <p:tgtEl>
                                          <p:spTgt spid="497"/>
                                        </p:tgtEl>
                                        <p:attrNameLst>
                                          <p:attrName>style.visibility</p:attrName>
                                        </p:attrNameLst>
                                      </p:cBhvr>
                                      <p:to>
                                        <p:strVal val="visible"/>
                                      </p:to>
                                    </p:set>
                                    <p:anim calcmode="lin" valueType="num">
                                      <p:cBhvr>
                                        <p:cTn id="83" dur="500" fill="hold"/>
                                        <p:tgtEl>
                                          <p:spTgt spid="497"/>
                                        </p:tgtEl>
                                        <p:attrNameLst>
                                          <p:attrName>ppt_x</p:attrName>
                                        </p:attrNameLst>
                                      </p:cBhvr>
                                      <p:tavLst>
                                        <p:tav tm="0">
                                          <p:val>
                                            <p:strVal val="#ppt_x"/>
                                          </p:val>
                                        </p:tav>
                                        <p:tav tm="100000">
                                          <p:val>
                                            <p:strVal val="#ppt_x"/>
                                          </p:val>
                                        </p:tav>
                                      </p:tavLst>
                                    </p:anim>
                                    <p:anim calcmode="lin" valueType="num">
                                      <p:cBhvr>
                                        <p:cTn id="84" dur="500" fill="hold"/>
                                        <p:tgtEl>
                                          <p:spTgt spid="497"/>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Class="path" nodeType="clickEffect" presetSubtype="0" presetID="-1" grpId="17" accel="50000" decel="50000" fill="hold">
                                  <p:stCondLst>
                                    <p:cond delay="0"/>
                                  </p:stCondLst>
                                  <p:childTnLst>
                                    <p:animMotion path="M 0.000000 0.000000 L -0.617567 0.148151" origin="layout" pathEditMode="relative">
                                      <p:cBhvr>
                                        <p:cTn id="88" dur="2000" fill="hold"/>
                                        <p:tgtEl>
                                          <p:spTgt spid="501"/>
                                        </p:tgtEl>
                                        <p:attrNameLst>
                                          <p:attrName>ppt_x</p:attrName>
                                          <p:attrName>ppt_y</p:attrName>
                                        </p:attrNameLst>
                                      </p:cBhvr>
                                    </p:animMotion>
                                  </p:childTnLst>
                                </p:cTn>
                              </p:par>
                            </p:childTnLst>
                          </p:cTn>
                        </p:par>
                      </p:childTnLst>
                    </p:cTn>
                  </p:par>
                  <p:par>
                    <p:cTn id="89" fill="hold">
                      <p:stCondLst>
                        <p:cond delay="indefinite"/>
                      </p:stCondLst>
                      <p:childTnLst>
                        <p:par>
                          <p:cTn id="90" fill="hold">
                            <p:stCondLst>
                              <p:cond delay="0"/>
                            </p:stCondLst>
                            <p:childTnLst>
                              <p:par>
                                <p:cTn id="91" presetClass="entr" nodeType="clickEffect" presetSubtype="4" presetID="2" grpId="18" fill="hold">
                                  <p:stCondLst>
                                    <p:cond delay="0"/>
                                  </p:stCondLst>
                                  <p:iterate type="el" backwards="0">
                                    <p:tmAbs val="0"/>
                                  </p:iterate>
                                  <p:childTnLst>
                                    <p:set>
                                      <p:cBhvr>
                                        <p:cTn id="92" fill="hold"/>
                                        <p:tgtEl>
                                          <p:spTgt spid="498"/>
                                        </p:tgtEl>
                                        <p:attrNameLst>
                                          <p:attrName>style.visibility</p:attrName>
                                        </p:attrNameLst>
                                      </p:cBhvr>
                                      <p:to>
                                        <p:strVal val="visible"/>
                                      </p:to>
                                    </p:set>
                                    <p:anim calcmode="lin" valueType="num">
                                      <p:cBhvr>
                                        <p:cTn id="93" dur="500" fill="hold"/>
                                        <p:tgtEl>
                                          <p:spTgt spid="498"/>
                                        </p:tgtEl>
                                        <p:attrNameLst>
                                          <p:attrName>ppt_x</p:attrName>
                                        </p:attrNameLst>
                                      </p:cBhvr>
                                      <p:tavLst>
                                        <p:tav tm="0">
                                          <p:val>
                                            <p:strVal val="#ppt_x"/>
                                          </p:val>
                                        </p:tav>
                                        <p:tav tm="100000">
                                          <p:val>
                                            <p:strVal val="#ppt_x"/>
                                          </p:val>
                                        </p:tav>
                                      </p:tavLst>
                                    </p:anim>
                                    <p:anim calcmode="lin" valueType="num">
                                      <p:cBhvr>
                                        <p:cTn id="94" dur="500" fill="hold"/>
                                        <p:tgtEl>
                                          <p:spTgt spid="498"/>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Class="path" nodeType="clickEffect" presetSubtype="0" presetID="-1" grpId="19" accel="50000" decel="50000" fill="hold">
                                  <p:stCondLst>
                                    <p:cond delay="0"/>
                                  </p:stCondLst>
                                  <p:childTnLst>
                                    <p:animMotion path="M 0.000000 0.000000 L -0.400777 0.083329" origin="layout" pathEditMode="relative">
                                      <p:cBhvr>
                                        <p:cTn id="98" dur="2000" fill="hold"/>
                                        <p:tgtEl>
                                          <p:spTgt spid="502"/>
                                        </p:tgtEl>
                                        <p:attrNameLst>
                                          <p:attrName>ppt_x</p:attrName>
                                          <p:attrName>ppt_y</p:attrName>
                                        </p:attrNameLst>
                                      </p:cBhvr>
                                    </p:animMotion>
                                  </p:childTnLst>
                                </p:cTn>
                              </p:par>
                            </p:childTnLst>
                          </p:cTn>
                        </p:par>
                      </p:childTnLst>
                    </p:cTn>
                  </p:par>
                  <p:par>
                    <p:cTn id="99" fill="hold">
                      <p:stCondLst>
                        <p:cond delay="indefinite"/>
                      </p:stCondLst>
                      <p:childTnLst>
                        <p:par>
                          <p:cTn id="100" fill="hold">
                            <p:stCondLst>
                              <p:cond delay="0"/>
                            </p:stCondLst>
                            <p:childTnLst>
                              <p:par>
                                <p:cTn id="101" presetClass="entr" nodeType="clickEffect" presetSubtype="4" presetID="2" grpId="20" fill="hold">
                                  <p:stCondLst>
                                    <p:cond delay="0"/>
                                  </p:stCondLst>
                                  <p:iterate type="el" backwards="0">
                                    <p:tmAbs val="0"/>
                                  </p:iterate>
                                  <p:childTnLst>
                                    <p:set>
                                      <p:cBhvr>
                                        <p:cTn id="102" fill="hold"/>
                                        <p:tgtEl>
                                          <p:spTgt spid="499"/>
                                        </p:tgtEl>
                                        <p:attrNameLst>
                                          <p:attrName>style.visibility</p:attrName>
                                        </p:attrNameLst>
                                      </p:cBhvr>
                                      <p:to>
                                        <p:strVal val="visible"/>
                                      </p:to>
                                    </p:set>
                                    <p:anim calcmode="lin" valueType="num">
                                      <p:cBhvr>
                                        <p:cTn id="103" dur="500" fill="hold"/>
                                        <p:tgtEl>
                                          <p:spTgt spid="499"/>
                                        </p:tgtEl>
                                        <p:attrNameLst>
                                          <p:attrName>ppt_x</p:attrName>
                                        </p:attrNameLst>
                                      </p:cBhvr>
                                      <p:tavLst>
                                        <p:tav tm="0">
                                          <p:val>
                                            <p:strVal val="#ppt_x"/>
                                          </p:val>
                                        </p:tav>
                                        <p:tav tm="100000">
                                          <p:val>
                                            <p:strVal val="#ppt_x"/>
                                          </p:val>
                                        </p:tav>
                                      </p:tavLst>
                                    </p:anim>
                                    <p:anim calcmode="lin" valueType="num">
                                      <p:cBhvr>
                                        <p:cTn id="104" dur="500" fill="hold"/>
                                        <p:tgtEl>
                                          <p:spTgt spid="49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Class="path" nodeType="clickEffect" presetSubtype="0" presetID="-1" grpId="21" accel="50000" decel="50000" fill="hold">
                                  <p:stCondLst>
                                    <p:cond delay="0"/>
                                  </p:stCondLst>
                                  <p:childTnLst>
                                    <p:animMotion path="M 0.000000 0.000000 L -0.489334 0.148608" origin="layout" pathEditMode="relative">
                                      <p:cBhvr>
                                        <p:cTn id="108" dur="2000" fill="hold"/>
                                        <p:tgtEl>
                                          <p:spTgt spid="503"/>
                                        </p:tgtEl>
                                        <p:attrNameLst>
                                          <p:attrName>ppt_x</p:attrName>
                                          <p:attrName>ppt_y</p:attrName>
                                        </p:attrNameLst>
                                      </p:cBhvr>
                                    </p:animMotion>
                                  </p:childTnLst>
                                </p:cTn>
                              </p:par>
                            </p:childTnLst>
                          </p:cTn>
                        </p:par>
                        <p:par>
                          <p:cTn id="109" fill="hold">
                            <p:stCondLst>
                              <p:cond delay="2000"/>
                            </p:stCondLst>
                            <p:childTnLst>
                              <p:par>
                                <p:cTn id="110" presetClass="entr" nodeType="afterEffect" presetSubtype="4" presetID="2" grpId="22" fill="hold">
                                  <p:stCondLst>
                                    <p:cond delay="0"/>
                                  </p:stCondLst>
                                  <p:iterate type="el" backwards="0">
                                    <p:tmAbs val="0"/>
                                  </p:iterate>
                                  <p:childTnLst>
                                    <p:set>
                                      <p:cBhvr>
                                        <p:cTn id="111" fill="hold"/>
                                        <p:tgtEl>
                                          <p:spTgt spid="493"/>
                                        </p:tgtEl>
                                        <p:attrNameLst>
                                          <p:attrName>style.visibility</p:attrName>
                                        </p:attrNameLst>
                                      </p:cBhvr>
                                      <p:to>
                                        <p:strVal val="visible"/>
                                      </p:to>
                                    </p:set>
                                    <p:anim calcmode="lin" valueType="num">
                                      <p:cBhvr>
                                        <p:cTn id="112" dur="500" fill="hold"/>
                                        <p:tgtEl>
                                          <p:spTgt spid="493"/>
                                        </p:tgtEl>
                                        <p:attrNameLst>
                                          <p:attrName>ppt_x</p:attrName>
                                        </p:attrNameLst>
                                      </p:cBhvr>
                                      <p:tavLst>
                                        <p:tav tm="0">
                                          <p:val>
                                            <p:strVal val="#ppt_x"/>
                                          </p:val>
                                        </p:tav>
                                        <p:tav tm="100000">
                                          <p:val>
                                            <p:strVal val="#ppt_x"/>
                                          </p:val>
                                        </p:tav>
                                      </p:tavLst>
                                    </p:anim>
                                    <p:anim calcmode="lin" valueType="num">
                                      <p:cBhvr>
                                        <p:cTn id="113" dur="500" fill="hold"/>
                                        <p:tgtEl>
                                          <p:spTgt spid="4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3" grpId="13"/>
      <p:bldP build="whole" bldLvl="1" animBg="1" rev="0" advAuto="0" spid="497" grpId="16"/>
      <p:bldP build="whole" bldLvl="1" animBg="1" rev="0" advAuto="0" spid="486" grpId="1"/>
      <p:bldP build="whole" bldLvl="1" animBg="1" rev="0" advAuto="0" spid="488" grpId="3"/>
      <p:bldP build="whole" bldLvl="1" animBg="1" rev="0" advAuto="0" spid="500" grpId="10"/>
      <p:bldP build="whole" bldLvl="1" animBg="1" rev="0" advAuto="0" spid="502" grpId="12"/>
      <p:bldP build="whole" bldLvl="1" animBg="1" rev="0" advAuto="0" spid="492" grpId="8"/>
      <p:bldP build="whole" bldLvl="1" animBg="1" rev="0" advAuto="0" spid="490" grpId="5"/>
      <p:bldP build="whole" bldLvl="1" animBg="1" rev="0" advAuto="0" spid="499" grpId="20"/>
      <p:bldP build="whole" bldLvl="1" animBg="1" rev="0" advAuto="0" spid="493" grpId="22"/>
      <p:bldP build="whole" bldLvl="1" animBg="1" rev="0" advAuto="0" spid="496" grpId="14"/>
      <p:bldP build="whole" bldLvl="1" animBg="1" rev="0" advAuto="0" spid="469" grpId="4"/>
      <p:bldP build="whole" bldLvl="1" animBg="1" rev="0" advAuto="0" spid="498" grpId="18"/>
      <p:bldP build="whole" bldLvl="1" animBg="1" rev="0" advAuto="0" spid="487" grpId="2"/>
      <p:bldP build="whole" bldLvl="1" animBg="1" rev="0" advAuto="0" spid="501" grpId="11"/>
      <p:bldP build="whole" bldLvl="1" animBg="1" rev="0" advAuto="0" spid="495" grpId="9"/>
      <p:bldP build="whole" bldLvl="1" animBg="1" rev="0" advAuto="0" spid="491" grpId="7"/>
      <p:bldP build="whole" bldLvl="1" animBg="1" rev="0" advAuto="0" spid="489" grpId="6"/>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TextBox 48"/>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507" name="Straight Connector 41"/>
          <p:cNvSpPr/>
          <p:nvPr/>
        </p:nvSpPr>
        <p:spPr>
          <a:xfrm flipV="1">
            <a:off x="1453217" y="3519738"/>
            <a:ext cx="1854337" cy="1202"/>
          </a:xfrm>
          <a:prstGeom prst="line">
            <a:avLst/>
          </a:prstGeom>
          <a:ln w="28575">
            <a:solidFill>
              <a:srgbClr val="92D050"/>
            </a:solidFill>
          </a:ln>
        </p:spPr>
        <p:txBody>
          <a:bodyPr lIns="45719" rIns="45719"/>
          <a:lstStyle/>
          <a:p>
            <a:pPr>
              <a:defRPr>
                <a:solidFill>
                  <a:srgbClr val="FFFFFF"/>
                </a:solidFill>
              </a:defRPr>
            </a:pPr>
          </a:p>
        </p:txBody>
      </p:sp>
      <p:grpSp>
        <p:nvGrpSpPr>
          <p:cNvPr id="510" name="Group"/>
          <p:cNvGrpSpPr/>
          <p:nvPr/>
        </p:nvGrpSpPr>
        <p:grpSpPr>
          <a:xfrm>
            <a:off x="1450302" y="5069407"/>
            <a:ext cx="1811533" cy="773533"/>
            <a:chOff x="0" y="0"/>
            <a:chExt cx="1811531" cy="773531"/>
          </a:xfrm>
        </p:grpSpPr>
        <p:sp>
          <p:nvSpPr>
            <p:cNvPr id="508" name="TextBox 53"/>
            <p:cNvSpPr txBox="1"/>
            <p:nvPr/>
          </p:nvSpPr>
          <p:spPr>
            <a:xfrm>
              <a:off x="1" y="0"/>
              <a:ext cx="1811531"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0</a:t>
              </a:r>
              <a:r>
                <a:t> =</a:t>
              </a:r>
              <a:r>
                <a:rPr>
                  <a:solidFill>
                    <a:srgbClr val="FFFFFF"/>
                  </a:solidFill>
                </a:rPr>
                <a:t> 1.5</a:t>
              </a:r>
            </a:p>
          </p:txBody>
        </p:sp>
        <p:sp>
          <p:nvSpPr>
            <p:cNvPr id="509" name="TextBox 54"/>
            <p:cNvSpPr txBox="1"/>
            <p:nvPr/>
          </p:nvSpPr>
          <p:spPr>
            <a:xfrm>
              <a:off x="0" y="381668"/>
              <a:ext cx="1811531" cy="3918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1</a:t>
              </a:r>
              <a:r>
                <a:t> =</a:t>
              </a:r>
              <a:r>
                <a:rPr>
                  <a:solidFill>
                    <a:srgbClr val="FFFFFF"/>
                  </a:solidFill>
                </a:rPr>
                <a:t> 0</a:t>
              </a:r>
            </a:p>
          </p:txBody>
        </p:sp>
      </p:grpSp>
      <p:grpSp>
        <p:nvGrpSpPr>
          <p:cNvPr id="528" name="Group"/>
          <p:cNvGrpSpPr/>
          <p:nvPr/>
        </p:nvGrpSpPr>
        <p:grpSpPr>
          <a:xfrm>
            <a:off x="1019307" y="2016981"/>
            <a:ext cx="2651460" cy="2701475"/>
            <a:chOff x="0" y="0"/>
            <a:chExt cx="2651458" cy="2701473"/>
          </a:xfrm>
        </p:grpSpPr>
        <p:sp>
          <p:nvSpPr>
            <p:cNvPr id="511" name="Straight Arrow Connector 11"/>
            <p:cNvSpPr/>
            <p:nvPr/>
          </p:nvSpPr>
          <p:spPr>
            <a:xfrm flipV="1">
              <a:off x="445936" y="389172"/>
              <a:ext cx="1" cy="2013520"/>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12" name="Straight Arrow Connector 22"/>
            <p:cNvSpPr/>
            <p:nvPr/>
          </p:nvSpPr>
          <p:spPr>
            <a:xfrm flipV="1">
              <a:off x="321957" y="2240301"/>
              <a:ext cx="2034714" cy="2"/>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13" name="Straight Connector 23"/>
            <p:cNvSpPr/>
            <p:nvPr/>
          </p:nvSpPr>
          <p:spPr>
            <a:xfrm>
              <a:off x="367681" y="1742886"/>
              <a:ext cx="1920565"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14" name="Straight Connector 25"/>
            <p:cNvSpPr/>
            <p:nvPr/>
          </p:nvSpPr>
          <p:spPr>
            <a:xfrm>
              <a:off x="340617" y="1236287"/>
              <a:ext cx="1947629"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15" name="Straight Connector 27"/>
            <p:cNvSpPr/>
            <p:nvPr/>
          </p:nvSpPr>
          <p:spPr>
            <a:xfrm>
              <a:off x="344818" y="740552"/>
              <a:ext cx="1943427"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16" name="Straight Connector 33"/>
            <p:cNvSpPr/>
            <p:nvPr/>
          </p:nvSpPr>
          <p:spPr>
            <a:xfrm flipV="1">
              <a:off x="997586" y="2151329"/>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17" name="Straight Connector 34"/>
            <p:cNvSpPr/>
            <p:nvPr/>
          </p:nvSpPr>
          <p:spPr>
            <a:xfrm flipV="1">
              <a:off x="1538344" y="2142139"/>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18" name="Straight Connector 39"/>
            <p:cNvSpPr/>
            <p:nvPr/>
          </p:nvSpPr>
          <p:spPr>
            <a:xfrm flipV="1">
              <a:off x="2049165" y="2147341"/>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19" name="TextBox 42"/>
            <p:cNvSpPr txBox="1"/>
            <p:nvPr/>
          </p:nvSpPr>
          <p:spPr>
            <a:xfrm>
              <a:off x="0" y="1558220"/>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20" name="TextBox 44"/>
            <p:cNvSpPr txBox="1"/>
            <p:nvPr/>
          </p:nvSpPr>
          <p:spPr>
            <a:xfrm>
              <a:off x="892463" y="2366705"/>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21" name="TextBox 45"/>
            <p:cNvSpPr txBox="1"/>
            <p:nvPr/>
          </p:nvSpPr>
          <p:spPr>
            <a:xfrm>
              <a:off x="1433221" y="2366705"/>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22" name="TextBox 49"/>
            <p:cNvSpPr txBox="1"/>
            <p:nvPr/>
          </p:nvSpPr>
          <p:spPr>
            <a:xfrm>
              <a:off x="1944042" y="2368386"/>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23" name="TextBox 50"/>
            <p:cNvSpPr txBox="1"/>
            <p:nvPr/>
          </p:nvSpPr>
          <p:spPr>
            <a:xfrm>
              <a:off x="239531" y="2361005"/>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0</a:t>
              </a:r>
            </a:p>
          </p:txBody>
        </p:sp>
        <p:sp>
          <p:nvSpPr>
            <p:cNvPr id="524" name="TextBox 51"/>
            <p:cNvSpPr txBox="1"/>
            <p:nvPr/>
          </p:nvSpPr>
          <p:spPr>
            <a:xfrm>
              <a:off x="0" y="1051621"/>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25" name="TextBox 52"/>
            <p:cNvSpPr txBox="1"/>
            <p:nvPr/>
          </p:nvSpPr>
          <p:spPr>
            <a:xfrm>
              <a:off x="0" y="545022"/>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26" name="TextBox 56"/>
            <p:cNvSpPr txBox="1"/>
            <p:nvPr/>
          </p:nvSpPr>
          <p:spPr>
            <a:xfrm>
              <a:off x="132312" y="0"/>
              <a:ext cx="630823"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h</a:t>
              </a:r>
              <a:r>
                <a:rPr baseline="-25000"/>
                <a:t>θ</a:t>
              </a:r>
              <a:r>
                <a:t>(x) </a:t>
              </a:r>
            </a:p>
          </p:txBody>
        </p:sp>
        <p:sp>
          <p:nvSpPr>
            <p:cNvPr id="527" name="TextBox 57"/>
            <p:cNvSpPr txBox="1"/>
            <p:nvPr/>
          </p:nvSpPr>
          <p:spPr>
            <a:xfrm>
              <a:off x="2371630" y="2044600"/>
              <a:ext cx="279829"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00"/>
                  </a:solidFill>
                  <a:latin typeface="Times New Roman"/>
                  <a:ea typeface="Times New Roman"/>
                  <a:cs typeface="Times New Roman"/>
                  <a:sym typeface="Times New Roman"/>
                </a:defRPr>
              </a:lvl1pPr>
            </a:lstStyle>
            <a:p>
              <a:pPr/>
              <a:r>
                <a:t>x</a:t>
              </a:r>
            </a:p>
          </p:txBody>
        </p:sp>
      </p:grpSp>
      <p:grpSp>
        <p:nvGrpSpPr>
          <p:cNvPr id="532" name="Group"/>
          <p:cNvGrpSpPr/>
          <p:nvPr/>
        </p:nvGrpSpPr>
        <p:grpSpPr>
          <a:xfrm>
            <a:off x="2322527" y="1824245"/>
            <a:ext cx="2129330" cy="1670855"/>
            <a:chOff x="0" y="0"/>
            <a:chExt cx="2129328" cy="1670854"/>
          </a:xfrm>
        </p:grpSpPr>
        <p:sp>
          <p:nvSpPr>
            <p:cNvPr id="529" name="TextBox 55"/>
            <p:cNvSpPr txBox="1"/>
            <p:nvPr/>
          </p:nvSpPr>
          <p:spPr>
            <a:xfrm>
              <a:off x="503715" y="0"/>
              <a:ext cx="1625614"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FF"/>
                  </a:solidFill>
                  <a:latin typeface="Times New Roman"/>
                  <a:ea typeface="Times New Roman"/>
                  <a:cs typeface="Times New Roman"/>
                  <a:sym typeface="Times New Roman"/>
                </a:defRPr>
              </a:lvl1pPr>
            </a:lstStyle>
            <a:p>
              <a:pPr/>
              <a:r>
                <a:t>h(x) = 1.5 + 0·x</a:t>
              </a:r>
            </a:p>
          </p:txBody>
        </p:sp>
        <p:sp>
          <p:nvSpPr>
            <p:cNvPr id="530" name="Connector: Curved 58"/>
            <p:cNvSpPr/>
            <p:nvPr/>
          </p:nvSpPr>
          <p:spPr>
            <a:xfrm rot="16200000">
              <a:off x="-24250" y="330081"/>
              <a:ext cx="1365023" cy="13165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noFill/>
            <a:ln w="12700" cap="flat">
              <a:solidFill>
                <a:srgbClr val="92D050"/>
              </a:solidFill>
              <a:prstDash val="solid"/>
              <a:round/>
              <a:tailEnd type="triangle" w="med" len="med"/>
            </a:ln>
            <a:effectLst/>
          </p:spPr>
          <p:txBody>
            <a:bodyPr wrap="square" lIns="45719" tIns="45719" rIns="45719" bIns="45719" numCol="1" anchor="ctr">
              <a:noAutofit/>
            </a:bodyPr>
            <a:lstStyle/>
            <a:p>
              <a:pPr/>
            </a:p>
          </p:txBody>
        </p:sp>
        <p:sp>
          <p:nvSpPr>
            <p:cNvPr id="531" name="Straight Connector 59"/>
            <p:cNvSpPr/>
            <p:nvPr/>
          </p:nvSpPr>
          <p:spPr>
            <a:xfrm>
              <a:off x="509960" y="297309"/>
              <a:ext cx="1455315" cy="8523"/>
            </a:xfrm>
            <a:prstGeom prst="line">
              <a:avLst/>
            </a:prstGeom>
            <a:noFill/>
            <a:ln w="19050" cap="flat">
              <a:solidFill>
                <a:srgbClr val="00B0F0"/>
              </a:solidFill>
              <a:prstDash val="solid"/>
              <a:round/>
            </a:ln>
            <a:effectLst/>
          </p:spPr>
          <p:txBody>
            <a:bodyPr wrap="square" lIns="45719" tIns="45719" rIns="45719" bIns="45719" numCol="1" anchor="t">
              <a:noAutofit/>
            </a:bodyPr>
            <a:lstStyle/>
            <a:p>
              <a:pPr>
                <a:defRPr>
                  <a:solidFill>
                    <a:srgbClr val="FFFFFF"/>
                  </a:solidFill>
                </a:defRPr>
              </a:pPr>
            </a:p>
          </p:txBody>
        </p:sp>
      </p:grpSp>
      <p:sp>
        <p:nvSpPr>
          <p:cNvPr id="533" name="TextBox 60"/>
          <p:cNvSpPr txBox="1"/>
          <p:nvPr/>
        </p:nvSpPr>
        <p:spPr>
          <a:xfrm>
            <a:off x="1155815" y="581098"/>
            <a:ext cx="3667574" cy="42101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i="1" sz="2400">
                <a:solidFill>
                  <a:srgbClr val="FFFF00"/>
                </a:solidFill>
              </a:defRPr>
            </a:pPr>
            <a:r>
              <a:t>Hypothesis: 	</a:t>
            </a:r>
            <a:r>
              <a:rPr sz="2000">
                <a:solidFill>
                  <a:srgbClr val="FFFFFF"/>
                </a:solidFill>
                <a:latin typeface="Times New Roman"/>
                <a:ea typeface="Times New Roman"/>
                <a:cs typeface="Times New Roman"/>
                <a:sym typeface="Times New Roman"/>
              </a:rPr>
              <a:t>h</a:t>
            </a:r>
            <a:r>
              <a:rPr baseline="-25000" sz="2000">
                <a:solidFill>
                  <a:srgbClr val="FFFFFF"/>
                </a:solidFill>
                <a:latin typeface="Times New Roman"/>
                <a:ea typeface="Times New Roman"/>
                <a:cs typeface="Times New Roman"/>
                <a:sym typeface="Times New Roman"/>
              </a:rPr>
              <a:t>θ</a:t>
            </a:r>
            <a:r>
              <a:rPr sz="2000">
                <a:solidFill>
                  <a:srgbClr val="FFFFFF"/>
                </a:solidFill>
                <a:latin typeface="Times New Roman"/>
                <a:ea typeface="Times New Roman"/>
                <a:cs typeface="Times New Roman"/>
                <a:sym typeface="Times New Roman"/>
              </a:rPr>
              <a:t>(x) = θ</a:t>
            </a:r>
            <a:r>
              <a:rPr baseline="-25000" sz="2000">
                <a:solidFill>
                  <a:srgbClr val="FFFFFF"/>
                </a:solidFill>
                <a:latin typeface="Times New Roman"/>
                <a:ea typeface="Times New Roman"/>
                <a:cs typeface="Times New Roman"/>
                <a:sym typeface="Times New Roman"/>
              </a:rPr>
              <a:t>0</a:t>
            </a:r>
            <a:r>
              <a:rPr sz="2000">
                <a:solidFill>
                  <a:srgbClr val="FFFFFF"/>
                </a:solidFill>
                <a:latin typeface="Times New Roman"/>
                <a:ea typeface="Times New Roman"/>
                <a:cs typeface="Times New Roman"/>
                <a:sym typeface="Times New Roman"/>
              </a:rPr>
              <a:t> + θ</a:t>
            </a:r>
            <a:r>
              <a:rPr baseline="-25000" sz="2000">
                <a:solidFill>
                  <a:srgbClr val="FFFFFF"/>
                </a:solidFill>
                <a:latin typeface="Times New Roman"/>
                <a:ea typeface="Times New Roman"/>
                <a:cs typeface="Times New Roman"/>
                <a:sym typeface="Times New Roman"/>
              </a:rPr>
              <a:t>1 </a:t>
            </a:r>
            <a:r>
              <a:rPr sz="2000">
                <a:solidFill>
                  <a:srgbClr val="FFFFFF"/>
                </a:solidFill>
                <a:latin typeface="Times New Roman"/>
                <a:ea typeface="Times New Roman"/>
                <a:cs typeface="Times New Roman"/>
                <a:sym typeface="Times New Roman"/>
              </a:rPr>
              <a:t>x </a:t>
            </a:r>
          </a:p>
        </p:txBody>
      </p:sp>
      <p:grpSp>
        <p:nvGrpSpPr>
          <p:cNvPr id="536" name="Group"/>
          <p:cNvGrpSpPr/>
          <p:nvPr/>
        </p:nvGrpSpPr>
        <p:grpSpPr>
          <a:xfrm>
            <a:off x="5142326" y="5065962"/>
            <a:ext cx="1811532" cy="773533"/>
            <a:chOff x="0" y="0"/>
            <a:chExt cx="1811531" cy="773531"/>
          </a:xfrm>
        </p:grpSpPr>
        <p:sp>
          <p:nvSpPr>
            <p:cNvPr id="534" name="TextBox 76"/>
            <p:cNvSpPr txBox="1"/>
            <p:nvPr/>
          </p:nvSpPr>
          <p:spPr>
            <a:xfrm>
              <a:off x="1" y="0"/>
              <a:ext cx="1811531"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0</a:t>
              </a:r>
              <a:r>
                <a:t> =</a:t>
              </a:r>
              <a:r>
                <a:rPr>
                  <a:solidFill>
                    <a:srgbClr val="FFFFFF"/>
                  </a:solidFill>
                </a:rPr>
                <a:t> 0</a:t>
              </a:r>
            </a:p>
          </p:txBody>
        </p:sp>
        <p:sp>
          <p:nvSpPr>
            <p:cNvPr id="535" name="TextBox 77"/>
            <p:cNvSpPr txBox="1"/>
            <p:nvPr/>
          </p:nvSpPr>
          <p:spPr>
            <a:xfrm>
              <a:off x="0" y="381668"/>
              <a:ext cx="1811531" cy="3918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1</a:t>
              </a:r>
              <a:r>
                <a:t> =</a:t>
              </a:r>
              <a:r>
                <a:rPr>
                  <a:solidFill>
                    <a:srgbClr val="FFFFFF"/>
                  </a:solidFill>
                </a:rPr>
                <a:t> 0.5</a:t>
              </a:r>
            </a:p>
          </p:txBody>
        </p:sp>
      </p:grpSp>
      <p:sp>
        <p:nvSpPr>
          <p:cNvPr id="537" name="Straight Connector 79"/>
          <p:cNvSpPr/>
          <p:nvPr/>
        </p:nvSpPr>
        <p:spPr>
          <a:xfrm flipV="1">
            <a:off x="5145239" y="3447847"/>
            <a:ext cx="1854337" cy="791253"/>
          </a:xfrm>
          <a:prstGeom prst="line">
            <a:avLst/>
          </a:prstGeom>
          <a:ln w="28575">
            <a:solidFill>
              <a:srgbClr val="92D050"/>
            </a:solidFill>
          </a:ln>
        </p:spPr>
        <p:txBody>
          <a:bodyPr lIns="45719" rIns="45719"/>
          <a:lstStyle/>
          <a:p>
            <a:pPr>
              <a:defRPr>
                <a:solidFill>
                  <a:srgbClr val="FFFFFF"/>
                </a:solidFill>
              </a:defRPr>
            </a:pPr>
          </a:p>
        </p:txBody>
      </p:sp>
      <p:grpSp>
        <p:nvGrpSpPr>
          <p:cNvPr id="555" name="Group"/>
          <p:cNvGrpSpPr/>
          <p:nvPr/>
        </p:nvGrpSpPr>
        <p:grpSpPr>
          <a:xfrm>
            <a:off x="4711332" y="2016981"/>
            <a:ext cx="2658786" cy="2694427"/>
            <a:chOff x="0" y="0"/>
            <a:chExt cx="2658785" cy="2694425"/>
          </a:xfrm>
        </p:grpSpPr>
        <p:sp>
          <p:nvSpPr>
            <p:cNvPr id="538" name="Straight Arrow Connector 61"/>
            <p:cNvSpPr/>
            <p:nvPr/>
          </p:nvSpPr>
          <p:spPr>
            <a:xfrm flipV="1">
              <a:off x="445935" y="382125"/>
              <a:ext cx="1" cy="2013520"/>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39" name="Straight Arrow Connector 62"/>
            <p:cNvSpPr/>
            <p:nvPr/>
          </p:nvSpPr>
          <p:spPr>
            <a:xfrm flipV="1">
              <a:off x="321956" y="2233253"/>
              <a:ext cx="2034714" cy="2"/>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40" name="Straight Connector 63"/>
            <p:cNvSpPr/>
            <p:nvPr/>
          </p:nvSpPr>
          <p:spPr>
            <a:xfrm>
              <a:off x="367680" y="1735838"/>
              <a:ext cx="1920565"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41" name="Straight Connector 64"/>
            <p:cNvSpPr/>
            <p:nvPr/>
          </p:nvSpPr>
          <p:spPr>
            <a:xfrm>
              <a:off x="340616" y="1229239"/>
              <a:ext cx="1947629"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42" name="Straight Connector 65"/>
            <p:cNvSpPr/>
            <p:nvPr/>
          </p:nvSpPr>
          <p:spPr>
            <a:xfrm>
              <a:off x="344817" y="733504"/>
              <a:ext cx="1943427"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43" name="Straight Connector 66"/>
            <p:cNvSpPr/>
            <p:nvPr/>
          </p:nvSpPr>
          <p:spPr>
            <a:xfrm flipV="1">
              <a:off x="997585" y="2144281"/>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44" name="Straight Connector 67"/>
            <p:cNvSpPr/>
            <p:nvPr/>
          </p:nvSpPr>
          <p:spPr>
            <a:xfrm flipV="1">
              <a:off x="1538343" y="2135091"/>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45" name="Straight Connector 68"/>
            <p:cNvSpPr/>
            <p:nvPr/>
          </p:nvSpPr>
          <p:spPr>
            <a:xfrm flipV="1">
              <a:off x="2049164" y="2140293"/>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46" name="TextBox 69"/>
            <p:cNvSpPr txBox="1"/>
            <p:nvPr/>
          </p:nvSpPr>
          <p:spPr>
            <a:xfrm>
              <a:off x="0" y="1551171"/>
              <a:ext cx="220003" cy="3330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47" name="TextBox 70"/>
            <p:cNvSpPr txBox="1"/>
            <p:nvPr/>
          </p:nvSpPr>
          <p:spPr>
            <a:xfrm>
              <a:off x="892462" y="2359657"/>
              <a:ext cx="220004"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48" name="TextBox 71"/>
            <p:cNvSpPr txBox="1"/>
            <p:nvPr/>
          </p:nvSpPr>
          <p:spPr>
            <a:xfrm>
              <a:off x="1433221" y="2359657"/>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49" name="TextBox 72"/>
            <p:cNvSpPr txBox="1"/>
            <p:nvPr/>
          </p:nvSpPr>
          <p:spPr>
            <a:xfrm>
              <a:off x="1944041" y="2361338"/>
              <a:ext cx="220004"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50" name="TextBox 73"/>
            <p:cNvSpPr txBox="1"/>
            <p:nvPr/>
          </p:nvSpPr>
          <p:spPr>
            <a:xfrm>
              <a:off x="239530" y="2353957"/>
              <a:ext cx="220004"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0</a:t>
              </a:r>
            </a:p>
          </p:txBody>
        </p:sp>
        <p:sp>
          <p:nvSpPr>
            <p:cNvPr id="551" name="TextBox 74"/>
            <p:cNvSpPr txBox="1"/>
            <p:nvPr/>
          </p:nvSpPr>
          <p:spPr>
            <a:xfrm>
              <a:off x="0" y="1044573"/>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52" name="TextBox 75"/>
            <p:cNvSpPr txBox="1"/>
            <p:nvPr/>
          </p:nvSpPr>
          <p:spPr>
            <a:xfrm>
              <a:off x="0" y="537974"/>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53" name="TextBox 80"/>
            <p:cNvSpPr txBox="1"/>
            <p:nvPr/>
          </p:nvSpPr>
          <p:spPr>
            <a:xfrm>
              <a:off x="139639" y="0"/>
              <a:ext cx="630823"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h</a:t>
              </a:r>
              <a:r>
                <a:rPr baseline="-25000"/>
                <a:t>θ</a:t>
              </a:r>
              <a:r>
                <a:t>(x) </a:t>
              </a:r>
            </a:p>
          </p:txBody>
        </p:sp>
        <p:sp>
          <p:nvSpPr>
            <p:cNvPr id="554" name="TextBox 81"/>
            <p:cNvSpPr txBox="1"/>
            <p:nvPr/>
          </p:nvSpPr>
          <p:spPr>
            <a:xfrm>
              <a:off x="2378957" y="2044600"/>
              <a:ext cx="279829"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00"/>
                  </a:solidFill>
                  <a:latin typeface="Times New Roman"/>
                  <a:ea typeface="Times New Roman"/>
                  <a:cs typeface="Times New Roman"/>
                  <a:sym typeface="Times New Roman"/>
                </a:defRPr>
              </a:lvl1pPr>
            </a:lstStyle>
            <a:p>
              <a:pPr/>
              <a:r>
                <a:t>x</a:t>
              </a:r>
            </a:p>
          </p:txBody>
        </p:sp>
      </p:grpSp>
      <p:grpSp>
        <p:nvGrpSpPr>
          <p:cNvPr id="559" name="Group"/>
          <p:cNvGrpSpPr/>
          <p:nvPr/>
        </p:nvGrpSpPr>
        <p:grpSpPr>
          <a:xfrm>
            <a:off x="5882253" y="1795008"/>
            <a:ext cx="2061302" cy="2117192"/>
            <a:chOff x="0" y="0"/>
            <a:chExt cx="2061300" cy="2117191"/>
          </a:xfrm>
        </p:grpSpPr>
        <p:sp>
          <p:nvSpPr>
            <p:cNvPr id="556" name="TextBox 78"/>
            <p:cNvSpPr txBox="1"/>
            <p:nvPr/>
          </p:nvSpPr>
          <p:spPr>
            <a:xfrm>
              <a:off x="390530" y="0"/>
              <a:ext cx="1670771"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FF"/>
                  </a:solidFill>
                  <a:latin typeface="Times New Roman"/>
                  <a:ea typeface="Times New Roman"/>
                  <a:cs typeface="Times New Roman"/>
                  <a:sym typeface="Times New Roman"/>
                </a:defRPr>
              </a:lvl1pPr>
            </a:lstStyle>
            <a:p>
              <a:pPr/>
              <a:r>
                <a:t>h(x) = 0 + 0.5 · x</a:t>
              </a:r>
            </a:p>
          </p:txBody>
        </p:sp>
        <p:sp>
          <p:nvSpPr>
            <p:cNvPr id="557" name="Straight Connector 82"/>
            <p:cNvSpPr/>
            <p:nvPr/>
          </p:nvSpPr>
          <p:spPr>
            <a:xfrm>
              <a:off x="397333" y="335118"/>
              <a:ext cx="1632774" cy="1"/>
            </a:xfrm>
            <a:prstGeom prst="line">
              <a:avLst/>
            </a:prstGeom>
            <a:noFill/>
            <a:ln w="19050" cap="flat">
              <a:solidFill>
                <a:srgbClr val="00B0F0"/>
              </a:solidFill>
              <a:prstDash val="solid"/>
              <a:round/>
            </a:ln>
            <a:effectLst/>
          </p:spPr>
          <p:txBody>
            <a:bodyPr wrap="square" lIns="45719" tIns="45719" rIns="45719" bIns="45719" numCol="1" anchor="t">
              <a:noAutofit/>
            </a:bodyPr>
            <a:lstStyle/>
            <a:p>
              <a:pPr>
                <a:defRPr>
                  <a:solidFill>
                    <a:srgbClr val="FFFFFF"/>
                  </a:solidFill>
                </a:defRPr>
              </a:pPr>
            </a:p>
          </p:txBody>
        </p:sp>
        <p:sp>
          <p:nvSpPr>
            <p:cNvPr id="558" name="Connector: Curved 83"/>
            <p:cNvSpPr/>
            <p:nvPr/>
          </p:nvSpPr>
          <p:spPr>
            <a:xfrm rot="16200000">
              <a:off x="-265356" y="603307"/>
              <a:ext cx="1779240" cy="1248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noFill/>
            <a:ln w="12700" cap="flat">
              <a:solidFill>
                <a:srgbClr val="92D050"/>
              </a:solidFill>
              <a:prstDash val="solid"/>
              <a:round/>
              <a:tailEnd type="triangle" w="med" len="med"/>
            </a:ln>
            <a:effectLst/>
          </p:spPr>
          <p:txBody>
            <a:bodyPr wrap="square" lIns="45719" tIns="45719" rIns="45719" bIns="45719" numCol="1" anchor="ctr">
              <a:noAutofit/>
            </a:bodyPr>
            <a:lstStyle/>
            <a:p>
              <a:pPr/>
            </a:p>
          </p:txBody>
        </p:sp>
      </p:grpSp>
      <p:grpSp>
        <p:nvGrpSpPr>
          <p:cNvPr id="562" name="Group"/>
          <p:cNvGrpSpPr/>
          <p:nvPr/>
        </p:nvGrpSpPr>
        <p:grpSpPr>
          <a:xfrm>
            <a:off x="8954490" y="5069064"/>
            <a:ext cx="1811532" cy="773533"/>
            <a:chOff x="0" y="0"/>
            <a:chExt cx="1811530" cy="773531"/>
          </a:xfrm>
        </p:grpSpPr>
        <p:sp>
          <p:nvSpPr>
            <p:cNvPr id="560" name="TextBox 99"/>
            <p:cNvSpPr txBox="1"/>
            <p:nvPr/>
          </p:nvSpPr>
          <p:spPr>
            <a:xfrm>
              <a:off x="0" y="0"/>
              <a:ext cx="1811531"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0</a:t>
              </a:r>
              <a:r>
                <a:t> =</a:t>
              </a:r>
              <a:r>
                <a:rPr>
                  <a:solidFill>
                    <a:srgbClr val="FFFFFF"/>
                  </a:solidFill>
                </a:rPr>
                <a:t> 1</a:t>
              </a:r>
            </a:p>
          </p:txBody>
        </p:sp>
        <p:sp>
          <p:nvSpPr>
            <p:cNvPr id="561" name="TextBox 100"/>
            <p:cNvSpPr txBox="1"/>
            <p:nvPr/>
          </p:nvSpPr>
          <p:spPr>
            <a:xfrm>
              <a:off x="0" y="381668"/>
              <a:ext cx="1811531" cy="3918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1</a:t>
              </a:r>
              <a:r>
                <a:t> =</a:t>
              </a:r>
              <a:r>
                <a:rPr>
                  <a:solidFill>
                    <a:srgbClr val="FFFFFF"/>
                  </a:solidFill>
                </a:rPr>
                <a:t> 0.5</a:t>
              </a:r>
            </a:p>
          </p:txBody>
        </p:sp>
      </p:grpSp>
      <p:sp>
        <p:nvSpPr>
          <p:cNvPr id="563" name="Straight Connector 102"/>
          <p:cNvSpPr/>
          <p:nvPr/>
        </p:nvSpPr>
        <p:spPr>
          <a:xfrm flipV="1">
            <a:off x="8872419" y="2965629"/>
            <a:ext cx="1854338" cy="791253"/>
          </a:xfrm>
          <a:prstGeom prst="line">
            <a:avLst/>
          </a:prstGeom>
          <a:ln w="28575">
            <a:solidFill>
              <a:srgbClr val="92D050"/>
            </a:solidFill>
          </a:ln>
        </p:spPr>
        <p:txBody>
          <a:bodyPr lIns="45719" rIns="45719"/>
          <a:lstStyle/>
          <a:p>
            <a:pPr>
              <a:defRPr>
                <a:solidFill>
                  <a:srgbClr val="FFFFFF"/>
                </a:solidFill>
              </a:defRPr>
            </a:pPr>
          </a:p>
        </p:txBody>
      </p:sp>
      <p:grpSp>
        <p:nvGrpSpPr>
          <p:cNvPr id="581" name="Group"/>
          <p:cNvGrpSpPr/>
          <p:nvPr/>
        </p:nvGrpSpPr>
        <p:grpSpPr>
          <a:xfrm>
            <a:off x="8449572" y="2019818"/>
            <a:ext cx="2689348" cy="2692751"/>
            <a:chOff x="0" y="0"/>
            <a:chExt cx="2689346" cy="2692750"/>
          </a:xfrm>
        </p:grpSpPr>
        <p:sp>
          <p:nvSpPr>
            <p:cNvPr id="564" name="Straight Arrow Connector 84"/>
            <p:cNvSpPr/>
            <p:nvPr/>
          </p:nvSpPr>
          <p:spPr>
            <a:xfrm flipV="1">
              <a:off x="445936" y="380449"/>
              <a:ext cx="1" cy="2013520"/>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65" name="Straight Arrow Connector 85"/>
            <p:cNvSpPr/>
            <p:nvPr/>
          </p:nvSpPr>
          <p:spPr>
            <a:xfrm flipV="1">
              <a:off x="321957" y="2231578"/>
              <a:ext cx="2034714" cy="2"/>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66" name="Straight Connector 86"/>
            <p:cNvSpPr/>
            <p:nvPr/>
          </p:nvSpPr>
          <p:spPr>
            <a:xfrm>
              <a:off x="367681" y="1734162"/>
              <a:ext cx="1920565"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67" name="Straight Connector 87"/>
            <p:cNvSpPr/>
            <p:nvPr/>
          </p:nvSpPr>
          <p:spPr>
            <a:xfrm>
              <a:off x="340617" y="1227564"/>
              <a:ext cx="1947629"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68" name="Straight Connector 88"/>
            <p:cNvSpPr/>
            <p:nvPr/>
          </p:nvSpPr>
          <p:spPr>
            <a:xfrm>
              <a:off x="344818" y="731828"/>
              <a:ext cx="1943427" cy="1"/>
            </a:xfrm>
            <a:prstGeom prst="line">
              <a:avLst/>
            </a:prstGeom>
            <a:noFill/>
            <a:ln w="3175" cap="flat">
              <a:solidFill>
                <a:srgbClr val="FFFFFF"/>
              </a:solidFill>
              <a:prstDash val="lgDash"/>
              <a:round/>
            </a:ln>
            <a:effectLst/>
          </p:spPr>
          <p:txBody>
            <a:bodyPr wrap="square" lIns="45719" tIns="45719" rIns="45719" bIns="45719" numCol="1" anchor="t">
              <a:noAutofit/>
            </a:bodyPr>
            <a:lstStyle/>
            <a:p>
              <a:pPr>
                <a:defRPr>
                  <a:solidFill>
                    <a:srgbClr val="FFFFFF"/>
                  </a:solidFill>
                </a:defRPr>
              </a:pPr>
            </a:p>
          </p:txBody>
        </p:sp>
        <p:sp>
          <p:nvSpPr>
            <p:cNvPr id="569" name="Straight Connector 89"/>
            <p:cNvSpPr/>
            <p:nvPr/>
          </p:nvSpPr>
          <p:spPr>
            <a:xfrm flipV="1">
              <a:off x="997586" y="2142605"/>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70" name="Straight Connector 90"/>
            <p:cNvSpPr/>
            <p:nvPr/>
          </p:nvSpPr>
          <p:spPr>
            <a:xfrm flipV="1">
              <a:off x="1538343" y="2133416"/>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71" name="Straight Connector 91"/>
            <p:cNvSpPr/>
            <p:nvPr/>
          </p:nvSpPr>
          <p:spPr>
            <a:xfrm flipV="1">
              <a:off x="2049165" y="2138618"/>
              <a:ext cx="1" cy="177948"/>
            </a:xfrm>
            <a:prstGeom prst="line">
              <a:avLst/>
            </a:prstGeom>
            <a:noFill/>
            <a:ln w="12700"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572" name="TextBox 92"/>
            <p:cNvSpPr txBox="1"/>
            <p:nvPr/>
          </p:nvSpPr>
          <p:spPr>
            <a:xfrm>
              <a:off x="0" y="1549497"/>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73" name="TextBox 93"/>
            <p:cNvSpPr txBox="1"/>
            <p:nvPr/>
          </p:nvSpPr>
          <p:spPr>
            <a:xfrm>
              <a:off x="892463" y="2357981"/>
              <a:ext cx="220004" cy="3330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1</a:t>
              </a:r>
            </a:p>
          </p:txBody>
        </p:sp>
        <p:sp>
          <p:nvSpPr>
            <p:cNvPr id="574" name="TextBox 94"/>
            <p:cNvSpPr txBox="1"/>
            <p:nvPr/>
          </p:nvSpPr>
          <p:spPr>
            <a:xfrm>
              <a:off x="1433221" y="2357981"/>
              <a:ext cx="220003" cy="3330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75" name="TextBox 95"/>
            <p:cNvSpPr txBox="1"/>
            <p:nvPr/>
          </p:nvSpPr>
          <p:spPr>
            <a:xfrm>
              <a:off x="1944041" y="2359663"/>
              <a:ext cx="220004"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76" name="TextBox 96"/>
            <p:cNvSpPr txBox="1"/>
            <p:nvPr/>
          </p:nvSpPr>
          <p:spPr>
            <a:xfrm>
              <a:off x="239531" y="2352282"/>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0</a:t>
              </a:r>
            </a:p>
          </p:txBody>
        </p:sp>
        <p:sp>
          <p:nvSpPr>
            <p:cNvPr id="577" name="TextBox 97"/>
            <p:cNvSpPr txBox="1"/>
            <p:nvPr/>
          </p:nvSpPr>
          <p:spPr>
            <a:xfrm>
              <a:off x="0" y="1042897"/>
              <a:ext cx="220003" cy="3330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2</a:t>
              </a:r>
            </a:p>
          </p:txBody>
        </p:sp>
        <p:sp>
          <p:nvSpPr>
            <p:cNvPr id="578" name="TextBox 98"/>
            <p:cNvSpPr txBox="1"/>
            <p:nvPr/>
          </p:nvSpPr>
          <p:spPr>
            <a:xfrm>
              <a:off x="0" y="536299"/>
              <a:ext cx="220003"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3</a:t>
              </a:r>
            </a:p>
          </p:txBody>
        </p:sp>
        <p:sp>
          <p:nvSpPr>
            <p:cNvPr id="579" name="TextBox 103"/>
            <p:cNvSpPr txBox="1"/>
            <p:nvPr/>
          </p:nvSpPr>
          <p:spPr>
            <a:xfrm>
              <a:off x="170201" y="0"/>
              <a:ext cx="630823" cy="3918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h</a:t>
              </a:r>
              <a:r>
                <a:rPr baseline="-25000"/>
                <a:t>θ</a:t>
              </a:r>
              <a:r>
                <a:t>(x) </a:t>
              </a:r>
            </a:p>
          </p:txBody>
        </p:sp>
        <p:sp>
          <p:nvSpPr>
            <p:cNvPr id="580" name="TextBox 104"/>
            <p:cNvSpPr txBox="1"/>
            <p:nvPr/>
          </p:nvSpPr>
          <p:spPr>
            <a:xfrm>
              <a:off x="2409518" y="2044600"/>
              <a:ext cx="279829" cy="3484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00"/>
                  </a:solidFill>
                  <a:latin typeface="Times New Roman"/>
                  <a:ea typeface="Times New Roman"/>
                  <a:cs typeface="Times New Roman"/>
                  <a:sym typeface="Times New Roman"/>
                </a:defRPr>
              </a:lvl1pPr>
            </a:lstStyle>
            <a:p>
              <a:pPr/>
              <a:r>
                <a:t>x</a:t>
              </a:r>
            </a:p>
          </p:txBody>
        </p:sp>
      </p:grpSp>
      <p:grpSp>
        <p:nvGrpSpPr>
          <p:cNvPr id="585" name="Group"/>
          <p:cNvGrpSpPr/>
          <p:nvPr/>
        </p:nvGrpSpPr>
        <p:grpSpPr>
          <a:xfrm>
            <a:off x="9788886" y="1795008"/>
            <a:ext cx="1661017" cy="1545762"/>
            <a:chOff x="0" y="0"/>
            <a:chExt cx="1661016" cy="1545760"/>
          </a:xfrm>
        </p:grpSpPr>
        <p:sp>
          <p:nvSpPr>
            <p:cNvPr id="582" name="TextBox 101"/>
            <p:cNvSpPr txBox="1"/>
            <p:nvPr/>
          </p:nvSpPr>
          <p:spPr>
            <a:xfrm>
              <a:off x="0" y="0"/>
              <a:ext cx="1661017" cy="3484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FF"/>
                  </a:solidFill>
                  <a:latin typeface="Times New Roman"/>
                  <a:ea typeface="Times New Roman"/>
                  <a:cs typeface="Times New Roman"/>
                  <a:sym typeface="Times New Roman"/>
                </a:defRPr>
              </a:lvl1pPr>
            </a:lstStyle>
            <a:p>
              <a:pPr/>
              <a:r>
                <a:t>h(x) = 1 + 0.5 · x</a:t>
              </a:r>
            </a:p>
          </p:txBody>
        </p:sp>
        <p:sp>
          <p:nvSpPr>
            <p:cNvPr id="583" name="Straight Connector 105"/>
            <p:cNvSpPr/>
            <p:nvPr/>
          </p:nvSpPr>
          <p:spPr>
            <a:xfrm>
              <a:off x="2762" y="332235"/>
              <a:ext cx="1632774" cy="1"/>
            </a:xfrm>
            <a:prstGeom prst="line">
              <a:avLst/>
            </a:prstGeom>
            <a:noFill/>
            <a:ln w="19050" cap="flat">
              <a:solidFill>
                <a:srgbClr val="00B0F0"/>
              </a:solidFill>
              <a:prstDash val="solid"/>
              <a:round/>
            </a:ln>
            <a:effectLst/>
          </p:spPr>
          <p:txBody>
            <a:bodyPr wrap="square" lIns="45719" tIns="45719" rIns="45719" bIns="45719" numCol="1" anchor="t">
              <a:noAutofit/>
            </a:bodyPr>
            <a:lstStyle/>
            <a:p>
              <a:pPr>
                <a:defRPr>
                  <a:solidFill>
                    <a:srgbClr val="FFFFFF"/>
                  </a:solidFill>
                </a:defRPr>
              </a:pPr>
            </a:p>
          </p:txBody>
        </p:sp>
        <p:sp>
          <p:nvSpPr>
            <p:cNvPr id="584" name="Connector: Curved 106"/>
            <p:cNvSpPr/>
            <p:nvPr/>
          </p:nvSpPr>
          <p:spPr>
            <a:xfrm rot="16200000">
              <a:off x="-172714" y="519090"/>
              <a:ext cx="1210693" cy="8426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noFill/>
            <a:ln w="12700" cap="flat">
              <a:solidFill>
                <a:srgbClr val="92D050"/>
              </a:solidFill>
              <a:prstDash val="solid"/>
              <a:round/>
              <a:tailEnd type="triangle" w="med" len="med"/>
            </a:ln>
            <a:effectLst/>
          </p:spPr>
          <p:txBody>
            <a:bodyPr wrap="square" lIns="45719" tIns="45719" rIns="45719" bIns="45719" numCol="1" anchor="ctr">
              <a:noAutofit/>
            </a:bodyPr>
            <a:lstStyle/>
            <a:p>
              <a:pP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528"/>
                                        </p:tgtEl>
                                        <p:attrNameLst>
                                          <p:attrName>style.visibility</p:attrName>
                                        </p:attrNameLst>
                                      </p:cBhvr>
                                      <p:to>
                                        <p:strVal val="visible"/>
                                      </p:to>
                                    </p:set>
                                    <p:animEffect filter="wipe(left)" transition="in">
                                      <p:cBhvr>
                                        <p:cTn id="7" dur="1000"/>
                                        <p:tgtEl>
                                          <p:spTgt spid="52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510"/>
                                        </p:tgtEl>
                                        <p:attrNameLst>
                                          <p:attrName>style.visibility</p:attrName>
                                        </p:attrNameLst>
                                      </p:cBhvr>
                                      <p:to>
                                        <p:strVal val="visible"/>
                                      </p:to>
                                    </p:set>
                                    <p:animEffect filter="wipe(left)" transition="in">
                                      <p:cBhvr>
                                        <p:cTn id="12" dur="1000"/>
                                        <p:tgtEl>
                                          <p:spTgt spid="51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507"/>
                                        </p:tgtEl>
                                        <p:attrNameLst>
                                          <p:attrName>style.visibility</p:attrName>
                                        </p:attrNameLst>
                                      </p:cBhvr>
                                      <p:to>
                                        <p:strVal val="visible"/>
                                      </p:to>
                                    </p:set>
                                    <p:animEffect filter="wipe(left)" transition="in">
                                      <p:cBhvr>
                                        <p:cTn id="17" dur="1000"/>
                                        <p:tgtEl>
                                          <p:spTgt spid="50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532"/>
                                        </p:tgtEl>
                                        <p:attrNameLst>
                                          <p:attrName>style.visibility</p:attrName>
                                        </p:attrNameLst>
                                      </p:cBhvr>
                                      <p:to>
                                        <p:strVal val="visible"/>
                                      </p:to>
                                    </p:set>
                                    <p:animEffect filter="wipe(left)" transition="in">
                                      <p:cBhvr>
                                        <p:cTn id="22" dur="1000"/>
                                        <p:tgtEl>
                                          <p:spTgt spid="53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555"/>
                                        </p:tgtEl>
                                        <p:attrNameLst>
                                          <p:attrName>style.visibility</p:attrName>
                                        </p:attrNameLst>
                                      </p:cBhvr>
                                      <p:to>
                                        <p:strVal val="visible"/>
                                      </p:to>
                                    </p:set>
                                    <p:animEffect filter="wipe(left)" transition="in">
                                      <p:cBhvr>
                                        <p:cTn id="27" dur="1000"/>
                                        <p:tgtEl>
                                          <p:spTgt spid="55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536"/>
                                        </p:tgtEl>
                                        <p:attrNameLst>
                                          <p:attrName>style.visibility</p:attrName>
                                        </p:attrNameLst>
                                      </p:cBhvr>
                                      <p:to>
                                        <p:strVal val="visible"/>
                                      </p:to>
                                    </p:set>
                                    <p:animEffect filter="wipe(left)" transition="in">
                                      <p:cBhvr>
                                        <p:cTn id="32" dur="1000"/>
                                        <p:tgtEl>
                                          <p:spTgt spid="536"/>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2" grpId="7" fill="hold">
                                  <p:stCondLst>
                                    <p:cond delay="0"/>
                                  </p:stCondLst>
                                  <p:iterate type="el" backwards="0">
                                    <p:tmAbs val="0"/>
                                  </p:iterate>
                                  <p:childTnLst>
                                    <p:set>
                                      <p:cBhvr>
                                        <p:cTn id="36" fill="hold"/>
                                        <p:tgtEl>
                                          <p:spTgt spid="537"/>
                                        </p:tgtEl>
                                        <p:attrNameLst>
                                          <p:attrName>style.visibility</p:attrName>
                                        </p:attrNameLst>
                                      </p:cBhvr>
                                      <p:to>
                                        <p:strVal val="visible"/>
                                      </p:to>
                                    </p:set>
                                    <p:animEffect filter="wipe(left)" transition="in">
                                      <p:cBhvr>
                                        <p:cTn id="37" dur="1000"/>
                                        <p:tgtEl>
                                          <p:spTgt spid="537"/>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8" presetID="22" grpId="8" fill="hold">
                                  <p:stCondLst>
                                    <p:cond delay="0"/>
                                  </p:stCondLst>
                                  <p:iterate type="el" backwards="0">
                                    <p:tmAbs val="0"/>
                                  </p:iterate>
                                  <p:childTnLst>
                                    <p:set>
                                      <p:cBhvr>
                                        <p:cTn id="41" fill="hold"/>
                                        <p:tgtEl>
                                          <p:spTgt spid="559"/>
                                        </p:tgtEl>
                                        <p:attrNameLst>
                                          <p:attrName>style.visibility</p:attrName>
                                        </p:attrNameLst>
                                      </p:cBhvr>
                                      <p:to>
                                        <p:strVal val="visible"/>
                                      </p:to>
                                    </p:set>
                                    <p:animEffect filter="wipe(left)" transition="in">
                                      <p:cBhvr>
                                        <p:cTn id="42" dur="1000"/>
                                        <p:tgtEl>
                                          <p:spTgt spid="559"/>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8" presetID="22" grpId="9" fill="hold">
                                  <p:stCondLst>
                                    <p:cond delay="0"/>
                                  </p:stCondLst>
                                  <p:iterate type="el" backwards="0">
                                    <p:tmAbs val="0"/>
                                  </p:iterate>
                                  <p:childTnLst>
                                    <p:set>
                                      <p:cBhvr>
                                        <p:cTn id="46" fill="hold"/>
                                        <p:tgtEl>
                                          <p:spTgt spid="581"/>
                                        </p:tgtEl>
                                        <p:attrNameLst>
                                          <p:attrName>style.visibility</p:attrName>
                                        </p:attrNameLst>
                                      </p:cBhvr>
                                      <p:to>
                                        <p:strVal val="visible"/>
                                      </p:to>
                                    </p:set>
                                    <p:animEffect filter="wipe(left)" transition="in">
                                      <p:cBhvr>
                                        <p:cTn id="47" dur="1000"/>
                                        <p:tgtEl>
                                          <p:spTgt spid="581"/>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Subtype="8" presetID="22" grpId="10" fill="hold">
                                  <p:stCondLst>
                                    <p:cond delay="0"/>
                                  </p:stCondLst>
                                  <p:iterate type="el" backwards="0">
                                    <p:tmAbs val="0"/>
                                  </p:iterate>
                                  <p:childTnLst>
                                    <p:set>
                                      <p:cBhvr>
                                        <p:cTn id="51" fill="hold"/>
                                        <p:tgtEl>
                                          <p:spTgt spid="562"/>
                                        </p:tgtEl>
                                        <p:attrNameLst>
                                          <p:attrName>style.visibility</p:attrName>
                                        </p:attrNameLst>
                                      </p:cBhvr>
                                      <p:to>
                                        <p:strVal val="visible"/>
                                      </p:to>
                                    </p:set>
                                    <p:animEffect filter="wipe(left)" transition="in">
                                      <p:cBhvr>
                                        <p:cTn id="52" dur="1000"/>
                                        <p:tgtEl>
                                          <p:spTgt spid="562"/>
                                        </p:tgtEl>
                                      </p:cBhvr>
                                    </p:animEffect>
                                  </p:childTnLst>
                                </p:cTn>
                              </p:par>
                            </p:childTnLst>
                          </p:cTn>
                        </p:par>
                      </p:childTnLst>
                    </p:cTn>
                  </p:par>
                  <p:par>
                    <p:cTn id="53" fill="hold">
                      <p:stCondLst>
                        <p:cond delay="indefinite"/>
                      </p:stCondLst>
                      <p:childTnLst>
                        <p:par>
                          <p:cTn id="54" fill="hold">
                            <p:stCondLst>
                              <p:cond delay="0"/>
                            </p:stCondLst>
                            <p:childTnLst>
                              <p:par>
                                <p:cTn id="55" presetClass="entr" nodeType="clickEffect" presetSubtype="8" presetID="22" grpId="11" fill="hold">
                                  <p:stCondLst>
                                    <p:cond delay="0"/>
                                  </p:stCondLst>
                                  <p:iterate type="el" backwards="0">
                                    <p:tmAbs val="0"/>
                                  </p:iterate>
                                  <p:childTnLst>
                                    <p:set>
                                      <p:cBhvr>
                                        <p:cTn id="56" fill="hold"/>
                                        <p:tgtEl>
                                          <p:spTgt spid="563"/>
                                        </p:tgtEl>
                                        <p:attrNameLst>
                                          <p:attrName>style.visibility</p:attrName>
                                        </p:attrNameLst>
                                      </p:cBhvr>
                                      <p:to>
                                        <p:strVal val="visible"/>
                                      </p:to>
                                    </p:set>
                                    <p:animEffect filter="wipe(left)" transition="in">
                                      <p:cBhvr>
                                        <p:cTn id="57" dur="1000"/>
                                        <p:tgtEl>
                                          <p:spTgt spid="563"/>
                                        </p:tgtEl>
                                      </p:cBhvr>
                                    </p:animEffect>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8" presetID="22" grpId="12" fill="hold">
                                  <p:stCondLst>
                                    <p:cond delay="0"/>
                                  </p:stCondLst>
                                  <p:iterate type="el" backwards="0">
                                    <p:tmAbs val="0"/>
                                  </p:iterate>
                                  <p:childTnLst>
                                    <p:set>
                                      <p:cBhvr>
                                        <p:cTn id="61" fill="hold"/>
                                        <p:tgtEl>
                                          <p:spTgt spid="585"/>
                                        </p:tgtEl>
                                        <p:attrNameLst>
                                          <p:attrName>style.visibility</p:attrName>
                                        </p:attrNameLst>
                                      </p:cBhvr>
                                      <p:to>
                                        <p:strVal val="visible"/>
                                      </p:to>
                                    </p:set>
                                    <p:animEffect filter="wipe(left)" transition="in">
                                      <p:cBhvr>
                                        <p:cTn id="62" dur="10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6" grpId="6"/>
      <p:bldP build="whole" bldLvl="1" animBg="1" rev="0" advAuto="0" spid="537" grpId="7"/>
      <p:bldP build="whole" bldLvl="1" animBg="1" rev="0" advAuto="0" spid="581" grpId="9"/>
      <p:bldP build="whole" bldLvl="1" animBg="1" rev="0" advAuto="0" spid="563" grpId="11"/>
      <p:bldP build="whole" bldLvl="1" animBg="1" rev="0" advAuto="0" spid="528" grpId="1"/>
      <p:bldP build="whole" bldLvl="1" animBg="1" rev="0" advAuto="0" spid="555" grpId="5"/>
      <p:bldP build="whole" bldLvl="1" animBg="1" rev="0" advAuto="0" spid="585" grpId="12"/>
      <p:bldP build="whole" bldLvl="1" animBg="1" rev="0" advAuto="0" spid="507" grpId="3"/>
      <p:bldP build="whole" bldLvl="1" animBg="1" rev="0" advAuto="0" spid="510" grpId="2"/>
      <p:bldP build="whole" bldLvl="1" animBg="1" rev="0" advAuto="0" spid="562" grpId="10"/>
      <p:bldP build="whole" bldLvl="1" animBg="1" rev="0" advAuto="0" spid="559" grpId="8"/>
      <p:bldP build="whole" bldLvl="1" animBg="1" rev="0" advAuto="0" spid="532" grpId="4"/>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588" name="TextBox 96"/>
          <p:cNvSpPr txBox="1"/>
          <p:nvPr/>
        </p:nvSpPr>
        <p:spPr>
          <a:xfrm>
            <a:off x="736447" y="3990292"/>
            <a:ext cx="3925304" cy="125663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r>
              <a:t>Idea: </a:t>
            </a:r>
            <a:r>
              <a:rPr>
                <a:solidFill>
                  <a:srgbClr val="FFFFFF"/>
                </a:solidFill>
              </a:rPr>
              <a:t>Choose </a:t>
            </a:r>
            <a:r>
              <a:t>θ</a:t>
            </a:r>
            <a:r>
              <a:rPr baseline="-25000"/>
              <a:t>0</a:t>
            </a:r>
            <a:r>
              <a:t> , θ</a:t>
            </a:r>
            <a:r>
              <a:rPr baseline="-25000"/>
              <a:t>1</a:t>
            </a:r>
            <a:r>
              <a:t> </a:t>
            </a:r>
            <a:r>
              <a:rPr>
                <a:solidFill>
                  <a:srgbClr val="FFFFFF"/>
                </a:solidFill>
              </a:rPr>
              <a:t>so that</a:t>
            </a:r>
            <a14:m>
              <m:oMath>
                <m:sSub>
                  <m:e>
                    <m:r>
                      <a:rPr xmlns:a="http://schemas.openxmlformats.org/drawingml/2006/main" sz="2400" i="1">
                        <a:solidFill>
                          <a:srgbClr val="FFFFFF"/>
                        </a:solidFill>
                        <a:latin typeface="Cambria Math" panose="02040503050406030204" pitchFamily="18" charset="0"/>
                      </a:rPr>
                      <m:t>𝒉</m:t>
                    </m:r>
                  </m:e>
                  <m:sub>
                    <m:r>
                      <a:rPr xmlns:a="http://schemas.openxmlformats.org/drawingml/2006/main" sz="2400" i="1">
                        <a:solidFill>
                          <a:srgbClr val="FFFFFF"/>
                        </a:solidFill>
                        <a:latin typeface="Cambria Math" panose="02040503050406030204" pitchFamily="18" charset="0"/>
                      </a:rPr>
                      <m:t>𝜽</m:t>
                    </m:r>
                  </m:sub>
                </m:sSub>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𝒙</m:t>
                </m:r>
                <m:r>
                  <a:rPr xmlns:a="http://schemas.openxmlformats.org/drawingml/2006/main" sz="2400" i="1">
                    <a:solidFill>
                      <a:srgbClr val="FFFFFF"/>
                    </a:solidFill>
                    <a:latin typeface="Cambria Math" panose="02040503050406030204" pitchFamily="18" charset="0"/>
                  </a:rPr>
                  <m:t>)</m:t>
                </m:r>
              </m:oMath>
            </a14:m>
            <a:r>
              <a:rPr>
                <a:solidFill>
                  <a:srgbClr val="FFFFFF"/>
                </a:solidFill>
              </a:rPr>
              <a:t> is close to </a:t>
            </a:r>
            <a:r>
              <a:t>y </a:t>
            </a:r>
            <a:r>
              <a:rPr>
                <a:solidFill>
                  <a:srgbClr val="FFFFFF"/>
                </a:solidFill>
              </a:rPr>
              <a:t>for our training examples </a:t>
            </a:r>
            <a:r>
              <a:t>(x, y)</a:t>
            </a:r>
            <a:r>
              <a:rPr>
                <a:solidFill>
                  <a:srgbClr val="FFFFFF"/>
                </a:solidFill>
              </a:rPr>
              <a:t>.</a:t>
            </a:r>
            <a:endParaRPr sz="2264"/>
          </a:p>
        </p:txBody>
      </p:sp>
      <p:sp>
        <p:nvSpPr>
          <p:cNvPr id="589" name="Straight Connector 121"/>
          <p:cNvSpPr/>
          <p:nvPr/>
        </p:nvSpPr>
        <p:spPr>
          <a:xfrm>
            <a:off x="5146457" y="3076379"/>
            <a:ext cx="6878503" cy="580"/>
          </a:xfrm>
          <a:prstGeom prst="line">
            <a:avLst/>
          </a:prstGeom>
          <a:ln w="57150">
            <a:solidFill>
              <a:srgbClr val="00B0F0"/>
            </a:solidFill>
          </a:ln>
        </p:spPr>
        <p:txBody>
          <a:bodyPr lIns="45719" rIns="45719"/>
          <a:lstStyle/>
          <a:p>
            <a:pPr>
              <a:defRPr>
                <a:solidFill>
                  <a:srgbClr val="FFFFFF"/>
                </a:solidFill>
              </a:defRPr>
            </a:pPr>
          </a:p>
        </p:txBody>
      </p:sp>
      <p:sp>
        <p:nvSpPr>
          <p:cNvPr id="590" name="Straight Connector 123"/>
          <p:cNvSpPr/>
          <p:nvPr/>
        </p:nvSpPr>
        <p:spPr>
          <a:xfrm flipH="1">
            <a:off x="5146457" y="114299"/>
            <a:ext cx="1" cy="6068787"/>
          </a:xfrm>
          <a:prstGeom prst="line">
            <a:avLst/>
          </a:prstGeom>
          <a:ln w="57150">
            <a:solidFill>
              <a:srgbClr val="00B0F0"/>
            </a:solidFill>
          </a:ln>
        </p:spPr>
        <p:txBody>
          <a:bodyPr lIns="45719" rIns="45719"/>
          <a:lstStyle/>
          <a:p>
            <a:pPr>
              <a:defRPr>
                <a:solidFill>
                  <a:srgbClr val="FFFFFF"/>
                </a:solidFill>
              </a:defRPr>
            </a:pPr>
          </a:p>
        </p:txBody>
      </p:sp>
      <p:grpSp>
        <p:nvGrpSpPr>
          <p:cNvPr id="595" name="Group"/>
          <p:cNvGrpSpPr/>
          <p:nvPr/>
        </p:nvGrpSpPr>
        <p:grpSpPr>
          <a:xfrm>
            <a:off x="6508724" y="732936"/>
            <a:ext cx="3833309" cy="693948"/>
            <a:chOff x="0" y="0"/>
            <a:chExt cx="3833308" cy="693946"/>
          </a:xfrm>
        </p:grpSpPr>
        <p:sp>
          <p:nvSpPr>
            <p:cNvPr id="591" name="TextBox 142"/>
            <p:cNvSpPr txBox="1"/>
            <p:nvPr/>
          </p:nvSpPr>
          <p:spPr>
            <a:xfrm>
              <a:off x="1930517" y="164362"/>
              <a:ext cx="1902792" cy="52958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𝒉</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𝒙</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𝒊</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𝒚</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𝒊</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𝟐</m:t>
                        </m:r>
                      </m:sup>
                    </m:sSup>
                  </m:oMath>
                </m:oMathPara>
              </a14:m>
              <a:endParaRPr sz="2000">
                <a:solidFill>
                  <a:srgbClr val="FFFFFF"/>
                </a:solidFill>
              </a:endParaRPr>
            </a:p>
          </p:txBody>
        </p:sp>
        <p:sp>
          <p:nvSpPr>
            <p:cNvPr id="592" name="TextBox 143"/>
            <p:cNvSpPr txBox="1"/>
            <p:nvPr/>
          </p:nvSpPr>
          <p:spPr>
            <a:xfrm>
              <a:off x="1566305" y="0"/>
              <a:ext cx="370503"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593" name="TextBox 144"/>
            <p:cNvSpPr txBox="1"/>
            <p:nvPr/>
          </p:nvSpPr>
          <p:spPr>
            <a:xfrm>
              <a:off x="1081833" y="115355"/>
              <a:ext cx="358141" cy="54330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sp>
          <p:nvSpPr>
            <p:cNvPr id="594" name="TextBox 145"/>
            <p:cNvSpPr txBox="1"/>
            <p:nvPr/>
          </p:nvSpPr>
          <p:spPr>
            <a:xfrm>
              <a:off x="0" y="250757"/>
              <a:ext cx="959612" cy="438673"/>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m:rPr>
                                <m:sty m:val="p"/>
                              </m:rPr>
                              <a:rPr xmlns:a="http://schemas.openxmlformats.org/drawingml/2006/main" sz="2000" i="1">
                                <a:solidFill>
                                  <a:srgbClr val="FFFFFF"/>
                                </a:solidFill>
                                <a:latin typeface="Cambria Math" panose="02040503050406030204" pitchFamily="18" charset="0"/>
                              </a:rPr>
                              <m:t>minimize</m:t>
                            </m:r>
                          </m:e>
                          <m:lim>
                            <m:r>
                              <m:rPr>
                                <m:nor/>
                              </m:rPr>
                              <a:rPr xmlns:a="http://schemas.openxmlformats.org/drawingml/2006/main" sz="2000" i="1">
                                <a:solidFill>
                                  <a:srgbClr val="FFFFFF"/>
                                </a:solidFill>
                                <a:latin typeface="Cambria Math" panose="02040503050406030204" pitchFamily="18" charset="0"/>
                              </a:rPr>
                              <m:t>θ0,θ1</m:t>
                            </m:r>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grpSp>
      <p:grpSp>
        <p:nvGrpSpPr>
          <p:cNvPr id="602" name="Group"/>
          <p:cNvGrpSpPr/>
          <p:nvPr/>
        </p:nvGrpSpPr>
        <p:grpSpPr>
          <a:xfrm>
            <a:off x="8460668" y="1380459"/>
            <a:ext cx="2625725" cy="1080372"/>
            <a:chOff x="0" y="0"/>
            <a:chExt cx="2625724" cy="1080370"/>
          </a:xfrm>
        </p:grpSpPr>
        <p:sp>
          <p:nvSpPr>
            <p:cNvPr id="596" name="Left Brace 146"/>
            <p:cNvSpPr/>
            <p:nvPr/>
          </p:nvSpPr>
          <p:spPr>
            <a:xfrm rot="16200000">
              <a:off x="357998" y="-318918"/>
              <a:ext cx="160963" cy="798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38"/>
                    <a:pt x="10800" y="21237"/>
                  </a:cubicBezTo>
                  <a:lnTo>
                    <a:pt x="10800" y="11163"/>
                  </a:lnTo>
                  <a:cubicBezTo>
                    <a:pt x="10800" y="10962"/>
                    <a:pt x="5965" y="10800"/>
                    <a:pt x="0" y="10800"/>
                  </a:cubicBezTo>
                  <a:cubicBezTo>
                    <a:pt x="5965" y="10800"/>
                    <a:pt x="10800" y="10638"/>
                    <a:pt x="10800" y="10437"/>
                  </a:cubicBezTo>
                  <a:lnTo>
                    <a:pt x="10800" y="363"/>
                  </a:lnTo>
                  <a:cubicBezTo>
                    <a:pt x="10800" y="162"/>
                    <a:pt x="15635" y="0"/>
                    <a:pt x="21600" y="0"/>
                  </a:cubicBezTo>
                </a:path>
              </a:pathLst>
            </a:custGeom>
            <a:noFill/>
            <a:ln w="28575" cap="flat">
              <a:solidFill>
                <a:srgbClr val="66FF66"/>
              </a:solidFill>
              <a:prstDash val="solid"/>
              <a:round/>
            </a:ln>
            <a:effectLst/>
          </p:spPr>
          <p:txBody>
            <a:bodyPr wrap="square" lIns="45719" tIns="45719" rIns="45719" bIns="45719" numCol="1" anchor="ctr">
              <a:noAutofit/>
            </a:bodyPr>
            <a:lstStyle/>
            <a:p>
              <a:pPr algn="ctr">
                <a:defRPr>
                  <a:solidFill>
                    <a:srgbClr val="66FF66"/>
                  </a:solidFill>
                </a:defRPr>
              </a:pPr>
            </a:p>
          </p:txBody>
        </p:sp>
        <p:sp>
          <p:nvSpPr>
            <p:cNvPr id="597" name="TextBox 150"/>
            <p:cNvSpPr txBox="1"/>
            <p:nvPr/>
          </p:nvSpPr>
          <p:spPr>
            <a:xfrm>
              <a:off x="125038" y="666840"/>
              <a:ext cx="2395833" cy="333660"/>
            </a:xfrm>
            <a:prstGeom prst="rect">
              <a:avLst/>
            </a:prstGeom>
            <a:noFill/>
            <a:ln w="9525" cap="flat">
              <a:solidFill>
                <a:srgbClr val="000000"/>
              </a:solidFill>
              <a:prstDash val="solid"/>
              <a:round/>
            </a:ln>
            <a:effectLst/>
            <a:extLst>
              <a:ext uri="{C572A759-6A51-4108-AA02-DFA0A04FC94B}">
                <ma14:wrappingTextBoxFlag xmlns:ma14="http://schemas.microsoft.com/office/mac/drawingml/2011/main" val="1"/>
              </a:ext>
            </a:extLst>
          </p:spPr>
          <p:txBody>
            <a:bodyPr wrap="none" lIns="0" tIns="0" rIns="0" bIns="0" numCol="1" anchor="t">
              <a:spAutoFit/>
            </a:bodyPr>
            <a:lstStyle>
              <a:lvl1pPr>
                <a:defRPr sz="2000">
                  <a:solidFill>
                    <a:srgbClr val="66FF66"/>
                  </a:solidFill>
                  <a:latin typeface="Cambria Math"/>
                  <a:ea typeface="Cambria Math"/>
                  <a:cs typeface="Cambria Math"/>
                  <a:sym typeface="Cambria Math"/>
                </a:defRPr>
              </a:lvl1pPr>
            </a:lstStyle>
            <a:p>
              <a:pPr/>
              <a14:m>
                <m:oMathPara>
                  <m:oMathParaPr>
                    <m:jc m:val="left"/>
                  </m:oMathParaPr>
                  <m:oMath>
                    <m:sSub>
                      <m:e>
                        <m:r>
                          <a:rPr xmlns:a="http://schemas.openxmlformats.org/drawingml/2006/main" sz="2000" i="1">
                            <a:solidFill>
                              <a:srgbClr val="66FF66"/>
                            </a:solidFill>
                            <a:latin typeface="Cambria Math" panose="02040503050406030204" pitchFamily="18" charset="0"/>
                          </a:rPr>
                          <m:t>𝒉</m:t>
                        </m:r>
                      </m:e>
                      <m:sub>
                        <m:r>
                          <m:rPr>
                            <m:nor/>
                          </m:rPr>
                          <a:rPr xmlns:a="http://schemas.openxmlformats.org/drawingml/2006/main" sz="2000" i="1">
                            <a:solidFill>
                              <a:srgbClr val="66FF66"/>
                            </a:solidFill>
                            <a:latin typeface="Cambria Math" panose="02040503050406030204" pitchFamily="18" charset="0"/>
                          </a:rPr>
                          <m:t>θ</m:t>
                        </m:r>
                      </m:sub>
                    </m:sSub>
                    <m:d>
                      <m:dPr>
                        <m:ctrlPr>
                          <a:rPr xmlns:a="http://schemas.openxmlformats.org/drawingml/2006/main" sz="2000" i="1">
                            <a:solidFill>
                              <a:srgbClr val="66FF66"/>
                            </a:solidFill>
                            <a:latin typeface="Cambria Math" panose="02040503050406030204" pitchFamily="18" charset="0"/>
                          </a:rPr>
                        </m:ctrlPr>
                      </m:dPr>
                      <m:e>
                        <m:sSup>
                          <m:e>
                            <m:r>
                              <a:rPr xmlns:a="http://schemas.openxmlformats.org/drawingml/2006/main" sz="2000" i="1">
                                <a:solidFill>
                                  <a:srgbClr val="66FF66"/>
                                </a:solidFill>
                                <a:latin typeface="Cambria Math" panose="02040503050406030204" pitchFamily="18" charset="0"/>
                              </a:rPr>
                              <m:t>𝒙</m:t>
                            </m:r>
                          </m:e>
                          <m:sup>
                            <m:d>
                              <m:dPr>
                                <m:ctrlPr>
                                  <a:rPr xmlns:a="http://schemas.openxmlformats.org/drawingml/2006/main" sz="2000" i="1">
                                    <a:solidFill>
                                      <a:srgbClr val="66FF66"/>
                                    </a:solidFill>
                                    <a:latin typeface="Cambria Math" panose="02040503050406030204" pitchFamily="18" charset="0"/>
                                  </a:rPr>
                                </m:ctrlPr>
                              </m:dPr>
                              <m:e>
                                <m:r>
                                  <a:rPr xmlns:a="http://schemas.openxmlformats.org/drawingml/2006/main" sz="2000" i="1">
                                    <a:solidFill>
                                      <a:srgbClr val="66FF66"/>
                                    </a:solidFill>
                                    <a:latin typeface="Cambria Math" panose="02040503050406030204" pitchFamily="18" charset="0"/>
                                  </a:rPr>
                                  <m:t>𝒊</m:t>
                                </m:r>
                              </m:e>
                            </m:d>
                          </m:sup>
                        </m:sSup>
                      </m:e>
                    </m:d>
                    <m:r>
                      <a:rPr xmlns:a="http://schemas.openxmlformats.org/drawingml/2006/main" sz="2000" i="1">
                        <a:solidFill>
                          <a:srgbClr val="66FF66"/>
                        </a:solidFill>
                        <a:latin typeface="Cambria Math" panose="02040503050406030204" pitchFamily="18" charset="0"/>
                      </a:rPr>
                      <m:t>=</m:t>
                    </m:r>
                    <m:r>
                      <a:rPr xmlns:a="http://schemas.openxmlformats.org/drawingml/2006/main" sz="2000" i="1">
                        <a:solidFill>
                          <a:srgbClr val="66FF66"/>
                        </a:solidFill>
                        <a:latin typeface="Cambria Math" panose="02040503050406030204" pitchFamily="18" charset="0"/>
                      </a:rPr>
                      <m:t/>
                    </m:r>
                    <m:sSub>
                      <m:e>
                        <m:r>
                          <m:rPr>
                            <m:nor/>
                          </m:rPr>
                          <a:rPr xmlns:a="http://schemas.openxmlformats.org/drawingml/2006/main" sz="2000" i="1">
                            <a:solidFill>
                              <a:srgbClr val="66FF66"/>
                            </a:solidFill>
                            <a:latin typeface="Cambria Math" panose="02040503050406030204" pitchFamily="18" charset="0"/>
                          </a:rPr>
                          <m:t>θ</m:t>
                        </m:r>
                      </m:e>
                      <m:sub>
                        <m:r>
                          <a:rPr xmlns:a="http://schemas.openxmlformats.org/drawingml/2006/main" sz="2000" i="1">
                            <a:solidFill>
                              <a:srgbClr val="66FF66"/>
                            </a:solidFill>
                            <a:latin typeface="Cambria Math" panose="02040503050406030204" pitchFamily="18" charset="0"/>
                          </a:rPr>
                          <m:t>𝟎</m:t>
                        </m:r>
                      </m:sub>
                    </m:sSub>
                    <m:r>
                      <a:rPr xmlns:a="http://schemas.openxmlformats.org/drawingml/2006/main" sz="2000" i="1">
                        <a:solidFill>
                          <a:srgbClr val="66FF66"/>
                        </a:solidFill>
                        <a:latin typeface="Cambria Math" panose="02040503050406030204" pitchFamily="18" charset="0"/>
                      </a:rPr>
                      <m:t>+</m:t>
                    </m:r>
                    <m:r>
                      <a:rPr xmlns:a="http://schemas.openxmlformats.org/drawingml/2006/main" sz="2000" i="1">
                        <a:solidFill>
                          <a:srgbClr val="66FF66"/>
                        </a:solidFill>
                        <a:latin typeface="Cambria Math" panose="02040503050406030204" pitchFamily="18" charset="0"/>
                      </a:rPr>
                      <m:t/>
                    </m:r>
                    <m:sSub>
                      <m:e>
                        <m:r>
                          <m:rPr>
                            <m:nor/>
                          </m:rPr>
                          <a:rPr xmlns:a="http://schemas.openxmlformats.org/drawingml/2006/main" sz="2000" i="1">
                            <a:solidFill>
                              <a:srgbClr val="66FF66"/>
                            </a:solidFill>
                            <a:latin typeface="Cambria Math" panose="02040503050406030204" pitchFamily="18" charset="0"/>
                          </a:rPr>
                          <m:t>θ</m:t>
                        </m:r>
                      </m:e>
                      <m:sub>
                        <m:r>
                          <a:rPr xmlns:a="http://schemas.openxmlformats.org/drawingml/2006/main" sz="2000" i="1">
                            <a:solidFill>
                              <a:srgbClr val="66FF66"/>
                            </a:solidFill>
                            <a:latin typeface="Cambria Math" panose="02040503050406030204" pitchFamily="18" charset="0"/>
                          </a:rPr>
                          <m:t>𝟏</m:t>
                        </m:r>
                      </m:sub>
                    </m:sSub>
                    <m:sSup>
                      <m:e>
                        <m:r>
                          <a:rPr xmlns:a="http://schemas.openxmlformats.org/drawingml/2006/main" sz="2000" i="1">
                            <a:solidFill>
                              <a:srgbClr val="66FF66"/>
                            </a:solidFill>
                            <a:latin typeface="Cambria Math" panose="02040503050406030204" pitchFamily="18" charset="0"/>
                          </a:rPr>
                          <m:t>𝒙</m:t>
                        </m:r>
                      </m:e>
                      <m:sup>
                        <m:r>
                          <a:rPr xmlns:a="http://schemas.openxmlformats.org/drawingml/2006/main" sz="2000" i="1">
                            <a:solidFill>
                              <a:srgbClr val="66FF66"/>
                            </a:solidFill>
                            <a:latin typeface="Cambria Math" panose="02040503050406030204" pitchFamily="18" charset="0"/>
                          </a:rPr>
                          <m:t>(</m:t>
                        </m:r>
                        <m:r>
                          <a:rPr xmlns:a="http://schemas.openxmlformats.org/drawingml/2006/main" sz="2000" i="1">
                            <a:solidFill>
                              <a:srgbClr val="66FF66"/>
                            </a:solidFill>
                            <a:latin typeface="Cambria Math" panose="02040503050406030204" pitchFamily="18" charset="0"/>
                          </a:rPr>
                          <m:t>𝒊</m:t>
                        </m:r>
                        <m:r>
                          <a:rPr xmlns:a="http://schemas.openxmlformats.org/drawingml/2006/main" sz="2000" i="1">
                            <a:solidFill>
                              <a:srgbClr val="66FF66"/>
                            </a:solidFill>
                            <a:latin typeface="Cambria Math" panose="02040503050406030204" pitchFamily="18" charset="0"/>
                          </a:rPr>
                          <m:t>)</m:t>
                        </m:r>
                      </m:sup>
                    </m:sSup>
                  </m:oMath>
                </m:oMathPara>
              </a14:m>
              <a:endParaRPr sz="1887"/>
            </a:p>
          </p:txBody>
        </p:sp>
        <p:sp>
          <p:nvSpPr>
            <p:cNvPr id="598" name="Straight Arrow Connector 152"/>
            <p:cNvSpPr/>
            <p:nvPr/>
          </p:nvSpPr>
          <p:spPr>
            <a:xfrm flipH="1">
              <a:off x="438479" y="154477"/>
              <a:ext cx="2" cy="457915"/>
            </a:xfrm>
            <a:prstGeom prst="line">
              <a:avLst/>
            </a:prstGeom>
            <a:noFill/>
            <a:ln w="28575" cap="flat">
              <a:solidFill>
                <a:srgbClr val="66FF66"/>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599" name="Straight Connector 154"/>
            <p:cNvSpPr/>
            <p:nvPr/>
          </p:nvSpPr>
          <p:spPr>
            <a:xfrm flipH="1">
              <a:off x="12878" y="910808"/>
              <a:ext cx="1" cy="169563"/>
            </a:xfrm>
            <a:prstGeom prst="line">
              <a:avLst/>
            </a:prstGeom>
            <a:noFill/>
            <a:ln w="28575" cap="flat">
              <a:solidFill>
                <a:srgbClr val="66FF66"/>
              </a:solidFill>
              <a:prstDash val="solid"/>
              <a:round/>
            </a:ln>
            <a:effectLst/>
          </p:spPr>
          <p:txBody>
            <a:bodyPr wrap="square" lIns="45719" tIns="45719" rIns="45719" bIns="45719" numCol="1" anchor="t">
              <a:noAutofit/>
            </a:bodyPr>
            <a:lstStyle/>
            <a:p>
              <a:pPr>
                <a:defRPr>
                  <a:solidFill>
                    <a:srgbClr val="FFFFFF"/>
                  </a:solidFill>
                </a:defRPr>
              </a:pPr>
            </a:p>
          </p:txBody>
        </p:sp>
        <p:sp>
          <p:nvSpPr>
            <p:cNvPr id="600" name="Straight Connector 155"/>
            <p:cNvSpPr/>
            <p:nvPr/>
          </p:nvSpPr>
          <p:spPr>
            <a:xfrm>
              <a:off x="0" y="1071325"/>
              <a:ext cx="2625725" cy="1"/>
            </a:xfrm>
            <a:prstGeom prst="line">
              <a:avLst/>
            </a:prstGeom>
            <a:noFill/>
            <a:ln w="28575" cap="flat">
              <a:solidFill>
                <a:srgbClr val="66FF66"/>
              </a:solidFill>
              <a:prstDash val="solid"/>
              <a:round/>
            </a:ln>
            <a:effectLst/>
          </p:spPr>
          <p:txBody>
            <a:bodyPr wrap="square" lIns="45719" tIns="45719" rIns="45719" bIns="45719" numCol="1" anchor="t">
              <a:noAutofit/>
            </a:bodyPr>
            <a:lstStyle/>
            <a:p>
              <a:pPr>
                <a:defRPr>
                  <a:solidFill>
                    <a:srgbClr val="FFFFFF"/>
                  </a:solidFill>
                </a:defRPr>
              </a:pPr>
            </a:p>
          </p:txBody>
        </p:sp>
        <p:sp>
          <p:nvSpPr>
            <p:cNvPr id="601" name="Straight Connector 158"/>
            <p:cNvSpPr/>
            <p:nvPr/>
          </p:nvSpPr>
          <p:spPr>
            <a:xfrm>
              <a:off x="2615156" y="900368"/>
              <a:ext cx="1" cy="169563"/>
            </a:xfrm>
            <a:prstGeom prst="line">
              <a:avLst/>
            </a:prstGeom>
            <a:noFill/>
            <a:ln w="28575" cap="flat">
              <a:solidFill>
                <a:srgbClr val="66FF66"/>
              </a:solidFill>
              <a:prstDash val="solid"/>
              <a:round/>
            </a:ln>
            <a:effectLst/>
          </p:spPr>
          <p:txBody>
            <a:bodyPr wrap="square" lIns="45719" tIns="45719" rIns="45719" bIns="45719" numCol="1" anchor="t">
              <a:noAutofit/>
            </a:bodyPr>
            <a:lstStyle/>
            <a:p>
              <a:pPr>
                <a:defRPr>
                  <a:solidFill>
                    <a:srgbClr val="FFFFFF"/>
                  </a:solidFill>
                </a:defRPr>
              </a:pPr>
            </a:p>
          </p:txBody>
        </p:sp>
      </p:grpSp>
      <p:grpSp>
        <p:nvGrpSpPr>
          <p:cNvPr id="621" name="Group"/>
          <p:cNvGrpSpPr/>
          <p:nvPr/>
        </p:nvGrpSpPr>
        <p:grpSpPr>
          <a:xfrm>
            <a:off x="778077" y="702183"/>
            <a:ext cx="3192783" cy="3023893"/>
            <a:chOff x="0" y="0"/>
            <a:chExt cx="3192781" cy="3023892"/>
          </a:xfrm>
        </p:grpSpPr>
        <p:sp>
          <p:nvSpPr>
            <p:cNvPr id="603" name="Straight Arrow Connector 5"/>
            <p:cNvSpPr/>
            <p:nvPr/>
          </p:nvSpPr>
          <p:spPr>
            <a:xfrm flipV="1">
              <a:off x="326381" y="718972"/>
              <a:ext cx="1" cy="2013520"/>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604" name="Straight Arrow Connector 6"/>
            <p:cNvSpPr/>
            <p:nvPr/>
          </p:nvSpPr>
          <p:spPr>
            <a:xfrm flipV="1">
              <a:off x="202403" y="2570102"/>
              <a:ext cx="2034714" cy="2"/>
            </a:xfrm>
            <a:prstGeom prst="line">
              <a:avLst/>
            </a:prstGeom>
            <a:noFill/>
            <a:ln w="38100" cap="flat">
              <a:solidFill>
                <a:srgbClr val="0099CC"/>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sp>
          <p:nvSpPr>
            <p:cNvPr id="605" name="TextBox 25"/>
            <p:cNvSpPr txBox="1"/>
            <p:nvPr/>
          </p:nvSpPr>
          <p:spPr>
            <a:xfrm>
              <a:off x="119976" y="2690805"/>
              <a:ext cx="220004"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FFFFFF"/>
                  </a:solidFill>
                </a:defRPr>
              </a:lvl1pPr>
            </a:lstStyle>
            <a:p>
              <a:pPr/>
              <a:r>
                <a:t>0</a:t>
              </a:r>
            </a:p>
          </p:txBody>
        </p:sp>
        <p:sp>
          <p:nvSpPr>
            <p:cNvPr id="606" name="TextBox 114"/>
            <p:cNvSpPr txBox="1"/>
            <p:nvPr/>
          </p:nvSpPr>
          <p:spPr>
            <a:xfrm>
              <a:off x="0" y="1463025"/>
              <a:ext cx="267903" cy="3484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00"/>
                  </a:solidFill>
                  <a:latin typeface="Times New Roman"/>
                  <a:ea typeface="Times New Roman"/>
                  <a:cs typeface="Times New Roman"/>
                  <a:sym typeface="Times New Roman"/>
                </a:defRPr>
              </a:lvl1pPr>
            </a:lstStyle>
            <a:p>
              <a:pPr/>
              <a:r>
                <a:t>y</a:t>
              </a:r>
            </a:p>
          </p:txBody>
        </p:sp>
        <p:sp>
          <p:nvSpPr>
            <p:cNvPr id="607" name="TextBox 116"/>
            <p:cNvSpPr txBox="1"/>
            <p:nvPr/>
          </p:nvSpPr>
          <p:spPr>
            <a:xfrm>
              <a:off x="1145325" y="2570102"/>
              <a:ext cx="279829" cy="3484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a:solidFill>
                    <a:srgbClr val="FFFF00"/>
                  </a:solidFill>
                  <a:latin typeface="Times New Roman"/>
                  <a:ea typeface="Times New Roman"/>
                  <a:cs typeface="Times New Roman"/>
                  <a:sym typeface="Times New Roman"/>
                </a:defRPr>
              </a:lvl1pPr>
            </a:lstStyle>
            <a:p>
              <a:pPr/>
              <a:r>
                <a:t>x</a:t>
              </a:r>
            </a:p>
          </p:txBody>
        </p:sp>
        <p:sp>
          <p:nvSpPr>
            <p:cNvPr id="608" name="Flowchart: Connector 1"/>
            <p:cNvSpPr/>
            <p:nvPr/>
          </p:nvSpPr>
          <p:spPr>
            <a:xfrm>
              <a:off x="720817" y="1943755"/>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09" name="Flowchart: Connector 7"/>
            <p:cNvSpPr/>
            <p:nvPr/>
          </p:nvSpPr>
          <p:spPr>
            <a:xfrm>
              <a:off x="911134" y="1774194"/>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0" name="Flowchart: Connector 8"/>
            <p:cNvSpPr/>
            <p:nvPr/>
          </p:nvSpPr>
          <p:spPr>
            <a:xfrm>
              <a:off x="1162065" y="1822566"/>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1" name="Flowchart: Connector 11"/>
            <p:cNvSpPr/>
            <p:nvPr/>
          </p:nvSpPr>
          <p:spPr>
            <a:xfrm>
              <a:off x="720817" y="2154368"/>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2" name="Flowchart: Connector 12"/>
            <p:cNvSpPr/>
            <p:nvPr/>
          </p:nvSpPr>
          <p:spPr>
            <a:xfrm>
              <a:off x="1285239" y="1587706"/>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3" name="Flowchart: Connector 13"/>
            <p:cNvSpPr/>
            <p:nvPr/>
          </p:nvSpPr>
          <p:spPr>
            <a:xfrm>
              <a:off x="1701405" y="1424098"/>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4" name="Flowchart: Connector 16"/>
            <p:cNvSpPr/>
            <p:nvPr/>
          </p:nvSpPr>
          <p:spPr>
            <a:xfrm>
              <a:off x="1921021" y="1302970"/>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5" name="Flowchart: Connector 63"/>
            <p:cNvSpPr/>
            <p:nvPr/>
          </p:nvSpPr>
          <p:spPr>
            <a:xfrm>
              <a:off x="1586125" y="1266055"/>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6" name="Flowchart: Connector 74"/>
            <p:cNvSpPr/>
            <p:nvPr/>
          </p:nvSpPr>
          <p:spPr>
            <a:xfrm>
              <a:off x="1524539" y="1607167"/>
              <a:ext cx="123175" cy="116327"/>
            </a:xfrm>
            <a:prstGeom prst="ellipse">
              <a:avLst/>
            </a:prstGeom>
            <a:solidFill>
              <a:srgbClr val="FF0000"/>
            </a:solidFill>
            <a:ln w="15875" cap="flat">
              <a:solidFill>
                <a:srgbClr val="FF000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17" name="Straight Connector 111"/>
            <p:cNvSpPr/>
            <p:nvPr/>
          </p:nvSpPr>
          <p:spPr>
            <a:xfrm flipV="1">
              <a:off x="311209" y="1136469"/>
              <a:ext cx="1845044" cy="1265832"/>
            </a:xfrm>
            <a:prstGeom prst="line">
              <a:avLst/>
            </a:prstGeom>
            <a:noFill/>
            <a:ln w="28575" cap="flat">
              <a:solidFill>
                <a:srgbClr val="92D050"/>
              </a:solidFill>
              <a:prstDash val="solid"/>
              <a:round/>
            </a:ln>
            <a:effectLst/>
          </p:spPr>
          <p:txBody>
            <a:bodyPr wrap="square" lIns="45719" tIns="45719" rIns="45719" bIns="45719" numCol="1" anchor="t">
              <a:noAutofit/>
            </a:bodyPr>
            <a:lstStyle/>
            <a:p>
              <a:pPr>
                <a:defRPr>
                  <a:solidFill>
                    <a:srgbClr val="FFFFFF"/>
                  </a:solidFill>
                </a:defRPr>
              </a:pPr>
            </a:p>
          </p:txBody>
        </p:sp>
        <p:sp>
          <p:nvSpPr>
            <p:cNvPr id="618" name="TextBox 139"/>
            <p:cNvSpPr txBox="1"/>
            <p:nvPr/>
          </p:nvSpPr>
          <p:spPr>
            <a:xfrm>
              <a:off x="141175" y="0"/>
              <a:ext cx="1098345" cy="3727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sz="2000">
                  <a:solidFill>
                    <a:srgbClr val="FFFF00"/>
                  </a:solidFill>
                  <a:latin typeface="Times New Roman"/>
                  <a:ea typeface="Times New Roman"/>
                  <a:cs typeface="Times New Roman"/>
                  <a:sym typeface="Times New Roman"/>
                </a:defRPr>
              </a:pPr>
              <a:r>
                <a:t>(x</a:t>
              </a:r>
              <a:r>
                <a:rPr baseline="30000"/>
                <a:t>(i)</a:t>
              </a:r>
              <a:r>
                <a:t>, y</a:t>
              </a:r>
              <a:r>
                <a:rPr baseline="30000"/>
                <a:t>(i)</a:t>
              </a:r>
              <a:r>
                <a:t>)</a:t>
              </a:r>
            </a:p>
          </p:txBody>
        </p:sp>
        <p:sp>
          <p:nvSpPr>
            <p:cNvPr id="619" name="TextBox 160"/>
            <p:cNvSpPr txBox="1"/>
            <p:nvPr/>
          </p:nvSpPr>
          <p:spPr>
            <a:xfrm>
              <a:off x="2359373" y="1556391"/>
              <a:ext cx="833409" cy="3918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i="1">
                  <a:solidFill>
                    <a:srgbClr val="FFFF00"/>
                  </a:solidFill>
                  <a:latin typeface="Times New Roman"/>
                  <a:ea typeface="Times New Roman"/>
                  <a:cs typeface="Times New Roman"/>
                  <a:sym typeface="Times New Roman"/>
                </a:defRPr>
              </a:pPr>
              <a:r>
                <a:t>θ</a:t>
              </a:r>
              <a:r>
                <a:rPr baseline="-25000"/>
                <a:t>0</a:t>
              </a:r>
              <a:r>
                <a:t> , θ</a:t>
              </a:r>
              <a:r>
                <a:rPr baseline="-25000"/>
                <a:t>1</a:t>
              </a:r>
              <a:r>
                <a:t> </a:t>
              </a:r>
            </a:p>
          </p:txBody>
        </p:sp>
        <p:sp>
          <p:nvSpPr>
            <p:cNvPr id="620" name="Straight Arrow Connector 161"/>
            <p:cNvSpPr/>
            <p:nvPr/>
          </p:nvSpPr>
          <p:spPr>
            <a:xfrm flipH="1" flipV="1">
              <a:off x="2119903" y="1266055"/>
              <a:ext cx="323691" cy="290337"/>
            </a:xfrm>
            <a:prstGeom prst="line">
              <a:avLst/>
            </a:prstGeom>
            <a:noFill/>
            <a:ln w="12700" cap="flat">
              <a:solidFill>
                <a:srgbClr val="FFFF00"/>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grpSp>
      <p:grpSp>
        <p:nvGrpSpPr>
          <p:cNvPr id="627" name="Group"/>
          <p:cNvGrpSpPr/>
          <p:nvPr/>
        </p:nvGrpSpPr>
        <p:grpSpPr>
          <a:xfrm>
            <a:off x="5836308" y="3576327"/>
            <a:ext cx="4055064" cy="699073"/>
            <a:chOff x="0" y="0"/>
            <a:chExt cx="4055063" cy="699071"/>
          </a:xfrm>
        </p:grpSpPr>
        <p:grpSp>
          <p:nvGrpSpPr>
            <p:cNvPr id="625" name="Group 4"/>
            <p:cNvGrpSpPr/>
            <p:nvPr/>
          </p:nvGrpSpPr>
          <p:grpSpPr>
            <a:xfrm>
              <a:off x="1305081" y="0"/>
              <a:ext cx="2749983" cy="699072"/>
              <a:chOff x="0" y="0"/>
              <a:chExt cx="2749981" cy="699071"/>
            </a:xfrm>
          </p:grpSpPr>
          <p:sp>
            <p:nvSpPr>
              <p:cNvPr id="622" name="TextBox 165"/>
              <p:cNvSpPr txBox="1"/>
              <p:nvPr/>
            </p:nvSpPr>
            <p:spPr>
              <a:xfrm>
                <a:off x="847191" y="169487"/>
                <a:ext cx="1902791" cy="52958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𝒉</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𝒙</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𝒊</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𝒚</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𝒊</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𝟐</m:t>
                          </m:r>
                        </m:sup>
                      </m:sSup>
                    </m:oMath>
                  </m:oMathPara>
                </a14:m>
                <a:endParaRPr sz="2000">
                  <a:solidFill>
                    <a:srgbClr val="FFFFFF"/>
                  </a:solidFill>
                </a:endParaRPr>
              </a:p>
            </p:txBody>
          </p:sp>
          <p:sp>
            <p:nvSpPr>
              <p:cNvPr id="623" name="TextBox 166"/>
              <p:cNvSpPr txBox="1"/>
              <p:nvPr/>
            </p:nvSpPr>
            <p:spPr>
              <a:xfrm>
                <a:off x="483740" y="0"/>
                <a:ext cx="370502"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624" name="TextBox 167"/>
              <p:cNvSpPr txBox="1"/>
              <p:nvPr/>
            </p:nvSpPr>
            <p:spPr>
              <a:xfrm>
                <a:off x="0" y="116844"/>
                <a:ext cx="358141" cy="54330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grpSp>
        <p:sp>
          <p:nvSpPr>
            <p:cNvPr id="626" name="TextBox 169"/>
            <p:cNvSpPr txBox="1"/>
            <p:nvPr/>
          </p:nvSpPr>
          <p:spPr>
            <a:xfrm>
              <a:off x="0" y="256395"/>
              <a:ext cx="1271742"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𝐽</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e>
                    </m:d>
                    <m:r>
                      <a:rPr xmlns:a="http://schemas.openxmlformats.org/drawingml/2006/main" sz="2000" i="1">
                        <a:solidFill>
                          <a:srgbClr val="FFFFFF"/>
                        </a:solidFill>
                        <a:latin typeface="Cambria Math" panose="02040503050406030204" pitchFamily="18" charset="0"/>
                      </a:rPr>
                      <m:t>=</m:t>
                    </m:r>
                  </m:oMath>
                </m:oMathPara>
              </a14:m>
              <a:endParaRPr sz="2000">
                <a:solidFill>
                  <a:srgbClr val="FFFFFF"/>
                </a:solidFill>
              </a:endParaRPr>
            </a:p>
          </p:txBody>
        </p:sp>
      </p:grpSp>
      <p:sp>
        <p:nvSpPr>
          <p:cNvPr id="628" name="Rectangle 171"/>
          <p:cNvSpPr/>
          <p:nvPr/>
        </p:nvSpPr>
        <p:spPr>
          <a:xfrm>
            <a:off x="5634454" y="3450278"/>
            <a:ext cx="4423874" cy="1151106"/>
          </a:xfrm>
          <a:prstGeom prst="rect">
            <a:avLst/>
          </a:prstGeom>
          <a:ln w="38100">
            <a:solidFill>
              <a:srgbClr val="FF0000"/>
            </a:solidFill>
          </a:ln>
        </p:spPr>
        <p:txBody>
          <a:bodyPr lIns="45719" rIns="45719" anchor="ctr"/>
          <a:lstStyle/>
          <a:p>
            <a:pPr algn="ctr">
              <a:defRPr>
                <a:solidFill>
                  <a:srgbClr val="FFFFFF"/>
                </a:solidFill>
              </a:defRPr>
            </a:pPr>
          </a:p>
        </p:txBody>
      </p:sp>
      <p:sp>
        <p:nvSpPr>
          <p:cNvPr id="629" name="Straight Arrow Connector 172"/>
          <p:cNvSpPr/>
          <p:nvPr/>
        </p:nvSpPr>
        <p:spPr>
          <a:xfrm flipV="1">
            <a:off x="10058327" y="4025830"/>
            <a:ext cx="326673" cy="2"/>
          </a:xfrm>
          <a:prstGeom prst="line">
            <a:avLst/>
          </a:prstGeom>
          <a:ln w="28575">
            <a:solidFill>
              <a:srgbClr val="FF0000"/>
            </a:solidFill>
            <a:tailEnd type="triangle"/>
          </a:ln>
        </p:spPr>
        <p:txBody>
          <a:bodyPr lIns="45719" rIns="45719"/>
          <a:lstStyle/>
          <a:p>
            <a:pPr>
              <a:defRPr>
                <a:solidFill>
                  <a:srgbClr val="FFFFFF"/>
                </a:solidFill>
              </a:defRPr>
            </a:pPr>
          </a:p>
        </p:txBody>
      </p:sp>
      <p:sp>
        <p:nvSpPr>
          <p:cNvPr id="630" name="TextBox 175"/>
          <p:cNvSpPr txBox="1"/>
          <p:nvPr/>
        </p:nvSpPr>
        <p:spPr>
          <a:xfrm>
            <a:off x="10551954" y="3610331"/>
            <a:ext cx="1119893"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sz="2400">
                <a:solidFill>
                  <a:srgbClr val="FFFF00"/>
                </a:solidFill>
                <a:latin typeface="Cambria Math"/>
                <a:ea typeface="Cambria Math"/>
                <a:cs typeface="Cambria Math"/>
                <a:sym typeface="Cambria Math"/>
              </a:defRPr>
            </a:pPr>
            <a:r>
              <a:t>Cost </a:t>
            </a:r>
            <a:endParaRPr>
              <a:solidFill>
                <a:srgbClr val="FFFFFF"/>
              </a:solidFill>
            </a:endParaRPr>
          </a:p>
          <a:p>
            <a:pPr algn="ctr">
              <a:defRPr sz="2400">
                <a:solidFill>
                  <a:srgbClr val="FFFF00"/>
                </a:solidFill>
                <a:latin typeface="Cambria Math"/>
                <a:ea typeface="Cambria Math"/>
                <a:cs typeface="Cambria Math"/>
                <a:sym typeface="Cambria Math"/>
              </a:defRPr>
            </a:pPr>
            <a:r>
              <a:t>function</a:t>
            </a:r>
          </a:p>
        </p:txBody>
      </p:sp>
      <p:grpSp>
        <p:nvGrpSpPr>
          <p:cNvPr id="633" name="Group"/>
          <p:cNvGrpSpPr/>
          <p:nvPr/>
        </p:nvGrpSpPr>
        <p:grpSpPr>
          <a:xfrm>
            <a:off x="6783243" y="5225431"/>
            <a:ext cx="1972771" cy="465590"/>
            <a:chOff x="0" y="0"/>
            <a:chExt cx="1972769" cy="465588"/>
          </a:xfrm>
        </p:grpSpPr>
        <p:sp>
          <p:nvSpPr>
            <p:cNvPr id="631" name="TextBox 176"/>
            <p:cNvSpPr txBox="1"/>
            <p:nvPr/>
          </p:nvSpPr>
          <p:spPr>
            <a:xfrm>
              <a:off x="0" y="26915"/>
              <a:ext cx="959612" cy="438674"/>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m:rPr>
                                <m:sty m:val="p"/>
                              </m:rPr>
                              <a:rPr xmlns:a="http://schemas.openxmlformats.org/drawingml/2006/main" sz="2000" i="1">
                                <a:solidFill>
                                  <a:srgbClr val="FFFFFF"/>
                                </a:solidFill>
                                <a:latin typeface="Cambria Math" panose="02040503050406030204" pitchFamily="18" charset="0"/>
                              </a:rPr>
                              <m:t>minimize</m:t>
                            </m:r>
                          </m:e>
                          <m:lim>
                            <m:r>
                              <m:rPr>
                                <m:nor/>
                              </m:rPr>
                              <a:rPr xmlns:a="http://schemas.openxmlformats.org/drawingml/2006/main" sz="2000" i="1">
                                <a:solidFill>
                                  <a:srgbClr val="FFFFFF"/>
                                </a:solidFill>
                                <a:latin typeface="Cambria Math" panose="02040503050406030204" pitchFamily="18" charset="0"/>
                              </a:rPr>
                              <m:t>θ0,θ1</m:t>
                            </m:r>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sp>
          <p:nvSpPr>
            <p:cNvPr id="632" name="TextBox 177"/>
            <p:cNvSpPr txBox="1"/>
            <p:nvPr/>
          </p:nvSpPr>
          <p:spPr>
            <a:xfrm>
              <a:off x="1051435" y="0"/>
              <a:ext cx="921335"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𝐽</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e>
                    </m:d>
                  </m:oMath>
                </m:oMathPara>
              </a14:m>
              <a:endParaRPr sz="2000">
                <a:solidFill>
                  <a:srgbClr val="FFFFFF"/>
                </a:solidFill>
              </a:endParaRPr>
            </a:p>
          </p:txBody>
        </p:sp>
      </p:grpSp>
      <p:sp>
        <p:nvSpPr>
          <p:cNvPr id="634" name="TextBox 178"/>
          <p:cNvSpPr txBox="1"/>
          <p:nvPr/>
        </p:nvSpPr>
        <p:spPr>
          <a:xfrm>
            <a:off x="6158181" y="5733651"/>
            <a:ext cx="3222894"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rgbClr val="FFFF00"/>
                </a:solidFill>
                <a:latin typeface="Cambria Math"/>
                <a:ea typeface="Cambria Math"/>
                <a:cs typeface="Cambria Math"/>
                <a:sym typeface="Cambria Math"/>
              </a:defRPr>
            </a:lvl1pPr>
          </a:lstStyle>
          <a:p>
            <a:pPr/>
            <a:r>
              <a:t>Squared error function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595"/>
                                        </p:tgtEl>
                                        <p:attrNameLst>
                                          <p:attrName>style.visibility</p:attrName>
                                        </p:attrNameLst>
                                      </p:cBhvr>
                                      <p:to>
                                        <p:strVal val="visible"/>
                                      </p:to>
                                    </p:set>
                                    <p:animEffect filter="wipe(left)" transition="in">
                                      <p:cBhvr>
                                        <p:cTn id="7" dur="1000"/>
                                        <p:tgtEl>
                                          <p:spTgt spid="59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602"/>
                                        </p:tgtEl>
                                        <p:attrNameLst>
                                          <p:attrName>style.visibility</p:attrName>
                                        </p:attrNameLst>
                                      </p:cBhvr>
                                      <p:to>
                                        <p:strVal val="visible"/>
                                      </p:to>
                                    </p:set>
                                    <p:animEffect filter="wipe(left)" transition="in">
                                      <p:cBhvr>
                                        <p:cTn id="12" dur="1000"/>
                                        <p:tgtEl>
                                          <p:spTgt spid="60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627"/>
                                        </p:tgtEl>
                                        <p:attrNameLst>
                                          <p:attrName>style.visibility</p:attrName>
                                        </p:attrNameLst>
                                      </p:cBhvr>
                                      <p:to>
                                        <p:strVal val="visible"/>
                                      </p:to>
                                    </p:set>
                                    <p:animEffect filter="wipe(left)" transition="in">
                                      <p:cBhvr>
                                        <p:cTn id="17" dur="1000"/>
                                        <p:tgtEl>
                                          <p:spTgt spid="62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628"/>
                                        </p:tgtEl>
                                        <p:attrNameLst>
                                          <p:attrName>style.visibility</p:attrName>
                                        </p:attrNameLst>
                                      </p:cBhvr>
                                      <p:to>
                                        <p:strVal val="visible"/>
                                      </p:to>
                                    </p:set>
                                    <p:animEffect filter="wipe(left)" transition="in">
                                      <p:cBhvr>
                                        <p:cTn id="22" dur="1000"/>
                                        <p:tgtEl>
                                          <p:spTgt spid="628"/>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629"/>
                                        </p:tgtEl>
                                        <p:attrNameLst>
                                          <p:attrName>style.visibility</p:attrName>
                                        </p:attrNameLst>
                                      </p:cBhvr>
                                      <p:to>
                                        <p:strVal val="visible"/>
                                      </p:to>
                                    </p:set>
                                    <p:animEffect filter="wipe(left)" transition="in">
                                      <p:cBhvr>
                                        <p:cTn id="27" dur="1000"/>
                                        <p:tgtEl>
                                          <p:spTgt spid="629"/>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630"/>
                                        </p:tgtEl>
                                        <p:attrNameLst>
                                          <p:attrName>style.visibility</p:attrName>
                                        </p:attrNameLst>
                                      </p:cBhvr>
                                      <p:to>
                                        <p:strVal val="visible"/>
                                      </p:to>
                                    </p:set>
                                    <p:animEffect filter="wipe(left)" transition="in">
                                      <p:cBhvr>
                                        <p:cTn id="32" dur="1000"/>
                                        <p:tgtEl>
                                          <p:spTgt spid="630"/>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2" grpId="7" fill="hold">
                                  <p:stCondLst>
                                    <p:cond delay="0"/>
                                  </p:stCondLst>
                                  <p:iterate type="el" backwards="0">
                                    <p:tmAbs val="0"/>
                                  </p:iterate>
                                  <p:childTnLst>
                                    <p:set>
                                      <p:cBhvr>
                                        <p:cTn id="36" fill="hold"/>
                                        <p:tgtEl>
                                          <p:spTgt spid="633"/>
                                        </p:tgtEl>
                                        <p:attrNameLst>
                                          <p:attrName>style.visibility</p:attrName>
                                        </p:attrNameLst>
                                      </p:cBhvr>
                                      <p:to>
                                        <p:strVal val="visible"/>
                                      </p:to>
                                    </p:set>
                                    <p:animEffect filter="wipe(left)" transition="in">
                                      <p:cBhvr>
                                        <p:cTn id="37" dur="1000"/>
                                        <p:tgtEl>
                                          <p:spTgt spid="633"/>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8" presetID="22" grpId="8" fill="hold">
                                  <p:stCondLst>
                                    <p:cond delay="0"/>
                                  </p:stCondLst>
                                  <p:iterate type="el" backwards="0">
                                    <p:tmAbs val="0"/>
                                  </p:iterate>
                                  <p:childTnLst>
                                    <p:set>
                                      <p:cBhvr>
                                        <p:cTn id="41" fill="hold"/>
                                        <p:tgtEl>
                                          <p:spTgt spid="634"/>
                                        </p:tgtEl>
                                        <p:attrNameLst>
                                          <p:attrName>style.visibility</p:attrName>
                                        </p:attrNameLst>
                                      </p:cBhvr>
                                      <p:to>
                                        <p:strVal val="visible"/>
                                      </p:to>
                                    </p:set>
                                    <p:animEffect filter="wipe(left)" transition="in">
                                      <p:cBhvr>
                                        <p:cTn id="42" dur="1000"/>
                                        <p:tgtEl>
                                          <p:spTgt spid="6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4" grpId="8"/>
      <p:bldP build="whole" bldLvl="1" animBg="1" rev="0" advAuto="0" spid="629" grpId="5"/>
      <p:bldP build="whole" bldLvl="1" animBg="1" rev="0" advAuto="0" spid="633" grpId="7"/>
      <p:bldP build="whole" bldLvl="1" animBg="1" rev="0" advAuto="0" spid="630" grpId="6"/>
      <p:bldP build="whole" bldLvl="1" animBg="1" rev="0" advAuto="0" spid="602" grpId="2"/>
      <p:bldP build="whole" bldLvl="1" animBg="1" rev="0" advAuto="0" spid="595" grpId="1"/>
      <p:bldP build="whole" bldLvl="1" animBg="1" rev="0" advAuto="0" spid="627" grpId="3"/>
      <p:bldP build="whole" bldLvl="1" animBg="1" rev="0" advAuto="0" spid="628" grpId="4"/>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6"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637" name="TextBox 3"/>
          <p:cNvSpPr txBox="1"/>
          <p:nvPr/>
        </p:nvSpPr>
        <p:spPr>
          <a:xfrm>
            <a:off x="1067414" y="2531680"/>
            <a:ext cx="804566" cy="4210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000">
                <a:solidFill>
                  <a:srgbClr val="FFFFFF"/>
                </a:solidFill>
                <a:latin typeface="Times New Roman"/>
                <a:ea typeface="Times New Roman"/>
                <a:cs typeface="Times New Roman"/>
                <a:sym typeface="Times New Roman"/>
              </a:defRPr>
            </a:pPr>
            <a:r>
              <a:t>θ</a:t>
            </a:r>
            <a:r>
              <a:rPr baseline="-25000"/>
              <a:t>0</a:t>
            </a:r>
            <a:r>
              <a:rPr i="0">
                <a:latin typeface="+mn-lt"/>
                <a:ea typeface="+mn-ea"/>
                <a:cs typeface="+mn-cs"/>
                <a:sym typeface="Calibri"/>
              </a:rPr>
              <a:t> , </a:t>
            </a:r>
            <a:r>
              <a:t>θ</a:t>
            </a:r>
            <a:r>
              <a:rPr baseline="-25000"/>
              <a:t>1</a:t>
            </a:r>
          </a:p>
        </p:txBody>
      </p:sp>
      <p:sp>
        <p:nvSpPr>
          <p:cNvPr id="638" name="TextBox 4"/>
          <p:cNvSpPr txBox="1"/>
          <p:nvPr/>
        </p:nvSpPr>
        <p:spPr>
          <a:xfrm>
            <a:off x="409610" y="3118703"/>
            <a:ext cx="1895483" cy="3924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Cost function:</a:t>
            </a:r>
          </a:p>
        </p:txBody>
      </p:sp>
      <p:sp>
        <p:nvSpPr>
          <p:cNvPr id="639" name="TextBox 15"/>
          <p:cNvSpPr txBox="1"/>
          <p:nvPr/>
        </p:nvSpPr>
        <p:spPr>
          <a:xfrm>
            <a:off x="967127" y="1201381"/>
            <a:ext cx="1774804" cy="4210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000">
                <a:solidFill>
                  <a:srgbClr val="FFFFFF"/>
                </a:solidFill>
                <a:latin typeface="Times New Roman"/>
                <a:ea typeface="Times New Roman"/>
                <a:cs typeface="Times New Roman"/>
                <a:sym typeface="Times New Roman"/>
              </a:defRPr>
            </a:pPr>
            <a:r>
              <a:t>h</a:t>
            </a:r>
            <a:r>
              <a:rPr baseline="-25000"/>
              <a:t>θ</a:t>
            </a:r>
            <a:r>
              <a:t>(x) = θ</a:t>
            </a:r>
            <a:r>
              <a:rPr baseline="-25000"/>
              <a:t>0</a:t>
            </a:r>
            <a:r>
              <a:t> + θ</a:t>
            </a:r>
            <a:r>
              <a:rPr baseline="-25000"/>
              <a:t>1 </a:t>
            </a:r>
            <a:r>
              <a:t>x </a:t>
            </a:r>
          </a:p>
        </p:txBody>
      </p:sp>
      <p:grpSp>
        <p:nvGrpSpPr>
          <p:cNvPr id="642" name="Group 22"/>
          <p:cNvGrpSpPr/>
          <p:nvPr/>
        </p:nvGrpSpPr>
        <p:grpSpPr>
          <a:xfrm>
            <a:off x="1477178" y="5567905"/>
            <a:ext cx="2535220" cy="438673"/>
            <a:chOff x="0" y="0"/>
            <a:chExt cx="2535219" cy="438672"/>
          </a:xfrm>
        </p:grpSpPr>
        <p:sp>
          <p:nvSpPr>
            <p:cNvPr id="640" name="TextBox 5"/>
            <p:cNvSpPr txBox="1"/>
            <p:nvPr/>
          </p:nvSpPr>
          <p:spPr>
            <a:xfrm>
              <a:off x="1610837" y="31613"/>
              <a:ext cx="924383"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𝑱</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𝟎</m:t>
                            </m:r>
                          </m:sub>
                        </m:sSub>
                        <m:r>
                          <a:rPr xmlns:a="http://schemas.openxmlformats.org/drawingml/2006/main" sz="2000" i="1">
                            <a:solidFill>
                              <a:srgbClr val="FFFFFF"/>
                            </a:solidFill>
                            <a:latin typeface="Cambria Math" panose="02040503050406030204" pitchFamily="18" charset="0"/>
                          </a:rPr>
                          <m:t>,</m:t>
                        </m:r>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𝟏</m:t>
                            </m:r>
                          </m:sub>
                        </m:sSub>
                      </m:e>
                    </m:d>
                  </m:oMath>
                </m:oMathPara>
              </a14:m>
              <a:endParaRPr sz="2000">
                <a:solidFill>
                  <a:srgbClr val="FFFFFF"/>
                </a:solidFill>
              </a:endParaRPr>
            </a:p>
          </p:txBody>
        </p:sp>
        <p:sp>
          <p:nvSpPr>
            <p:cNvPr id="641" name="TextBox 17"/>
            <p:cNvSpPr txBox="1"/>
            <p:nvPr/>
          </p:nvSpPr>
          <p:spPr>
            <a:xfrm>
              <a:off x="0" y="0"/>
              <a:ext cx="959612" cy="438673"/>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m:rPr>
                                <m:sty m:val="p"/>
                              </m:rPr>
                              <a:rPr xmlns:a="http://schemas.openxmlformats.org/drawingml/2006/main" sz="2000" i="1">
                                <a:solidFill>
                                  <a:srgbClr val="FFFFFF"/>
                                </a:solidFill>
                                <a:latin typeface="Cambria Math" panose="02040503050406030204" pitchFamily="18" charset="0"/>
                              </a:rPr>
                              <m:t>minimize</m:t>
                            </m:r>
                          </m:e>
                          <m:lim>
                            <m:r>
                              <m:rPr>
                                <m:nor/>
                              </m:rPr>
                              <a:rPr xmlns:a="http://schemas.openxmlformats.org/drawingml/2006/main" sz="2000" i="1">
                                <a:solidFill>
                                  <a:srgbClr val="FFFFFF"/>
                                </a:solidFill>
                                <a:latin typeface="Cambria Math" panose="02040503050406030204" pitchFamily="18" charset="0"/>
                              </a:rPr>
                              <m:t>θ0,θ1</m:t>
                            </m:r>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grpSp>
      <p:grpSp>
        <p:nvGrpSpPr>
          <p:cNvPr id="648" name="Group 19"/>
          <p:cNvGrpSpPr/>
          <p:nvPr/>
        </p:nvGrpSpPr>
        <p:grpSpPr>
          <a:xfrm>
            <a:off x="1021695" y="3733789"/>
            <a:ext cx="4009585" cy="699073"/>
            <a:chOff x="0" y="0"/>
            <a:chExt cx="4009584" cy="699071"/>
          </a:xfrm>
        </p:grpSpPr>
        <p:grpSp>
          <p:nvGrpSpPr>
            <p:cNvPr id="646" name="Group 6"/>
            <p:cNvGrpSpPr/>
            <p:nvPr/>
          </p:nvGrpSpPr>
          <p:grpSpPr>
            <a:xfrm>
              <a:off x="1259603" y="0"/>
              <a:ext cx="2749982" cy="699072"/>
              <a:chOff x="0" y="0"/>
              <a:chExt cx="2749981" cy="699071"/>
            </a:xfrm>
          </p:grpSpPr>
          <p:sp>
            <p:nvSpPr>
              <p:cNvPr id="643" name="TextBox 7"/>
              <p:cNvSpPr txBox="1"/>
              <p:nvPr/>
            </p:nvSpPr>
            <p:spPr>
              <a:xfrm>
                <a:off x="847191" y="169487"/>
                <a:ext cx="1902791" cy="52958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𝒉</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𝒙</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𝒊</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𝒚</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𝒊</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𝟐</m:t>
                          </m:r>
                        </m:sup>
                      </m:sSup>
                    </m:oMath>
                  </m:oMathPara>
                </a14:m>
                <a:endParaRPr sz="2000">
                  <a:solidFill>
                    <a:srgbClr val="FFFFFF"/>
                  </a:solidFill>
                </a:endParaRPr>
              </a:p>
            </p:txBody>
          </p:sp>
          <p:sp>
            <p:nvSpPr>
              <p:cNvPr id="644" name="TextBox 8"/>
              <p:cNvSpPr txBox="1"/>
              <p:nvPr/>
            </p:nvSpPr>
            <p:spPr>
              <a:xfrm>
                <a:off x="483740" y="0"/>
                <a:ext cx="370502"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645" name="TextBox 9"/>
              <p:cNvSpPr txBox="1"/>
              <p:nvPr/>
            </p:nvSpPr>
            <p:spPr>
              <a:xfrm>
                <a:off x="0" y="116844"/>
                <a:ext cx="358141" cy="54330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grpSp>
        <p:sp>
          <p:nvSpPr>
            <p:cNvPr id="647" name="TextBox 18"/>
            <p:cNvSpPr txBox="1"/>
            <p:nvPr/>
          </p:nvSpPr>
          <p:spPr>
            <a:xfrm>
              <a:off x="0" y="252072"/>
              <a:ext cx="1274790"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𝑱</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𝟎</m:t>
                            </m:r>
                          </m:sub>
                        </m:sSub>
                        <m:r>
                          <a:rPr xmlns:a="http://schemas.openxmlformats.org/drawingml/2006/main" sz="2000" i="1">
                            <a:solidFill>
                              <a:srgbClr val="FFFFFF"/>
                            </a:solidFill>
                            <a:latin typeface="Cambria Math" panose="02040503050406030204" pitchFamily="18" charset="0"/>
                          </a:rPr>
                          <m:t>,</m:t>
                        </m:r>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𝟏</m:t>
                            </m:r>
                          </m:sub>
                        </m:sSub>
                      </m:e>
                    </m:d>
                    <m:r>
                      <a:rPr xmlns:a="http://schemas.openxmlformats.org/drawingml/2006/main" sz="2000" i="1">
                        <a:solidFill>
                          <a:srgbClr val="FFFFFF"/>
                        </a:solidFill>
                        <a:latin typeface="Cambria Math" panose="02040503050406030204" pitchFamily="18" charset="0"/>
                      </a:rPr>
                      <m:t>=</m:t>
                    </m:r>
                  </m:oMath>
                </m:oMathPara>
              </a14:m>
              <a:endParaRPr sz="2000">
                <a:solidFill>
                  <a:srgbClr val="FFFFFF"/>
                </a:solidFill>
              </a:endParaRPr>
            </a:p>
          </p:txBody>
        </p:sp>
      </p:grpSp>
      <p:sp>
        <p:nvSpPr>
          <p:cNvPr id="649" name="TextBox 20"/>
          <p:cNvSpPr txBox="1"/>
          <p:nvPr/>
        </p:nvSpPr>
        <p:spPr>
          <a:xfrm>
            <a:off x="496805" y="4854633"/>
            <a:ext cx="1895483"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Goal:</a:t>
            </a:r>
          </a:p>
        </p:txBody>
      </p:sp>
      <p:sp>
        <p:nvSpPr>
          <p:cNvPr id="650" name="TextBox 21"/>
          <p:cNvSpPr txBox="1"/>
          <p:nvPr/>
        </p:nvSpPr>
        <p:spPr>
          <a:xfrm>
            <a:off x="409610" y="1822250"/>
            <a:ext cx="1895483"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FFFF00"/>
                </a:solidFill>
              </a:defRPr>
            </a:lvl1pPr>
          </a:lstStyle>
          <a:p>
            <a:pPr/>
            <a:r>
              <a:t>Parameters:</a:t>
            </a:r>
          </a:p>
        </p:txBody>
      </p:sp>
      <p:sp>
        <p:nvSpPr>
          <p:cNvPr id="651" name="Straight Connector 23"/>
          <p:cNvSpPr/>
          <p:nvPr/>
        </p:nvSpPr>
        <p:spPr>
          <a:xfrm flipH="1">
            <a:off x="6095999" y="120650"/>
            <a:ext cx="2" cy="6158231"/>
          </a:xfrm>
          <a:prstGeom prst="line">
            <a:avLst/>
          </a:prstGeom>
          <a:ln w="57150">
            <a:solidFill>
              <a:srgbClr val="00B0F0"/>
            </a:solidFill>
          </a:ln>
        </p:spPr>
        <p:txBody>
          <a:bodyPr lIns="45719" rIns="45719"/>
          <a:lstStyle/>
          <a:p>
            <a:pPr>
              <a:defRPr>
                <a:solidFill>
                  <a:srgbClr val="FFFFFF"/>
                </a:solidFill>
              </a:defRPr>
            </a:pPr>
          </a:p>
        </p:txBody>
      </p:sp>
      <p:sp>
        <p:nvSpPr>
          <p:cNvPr id="652" name="TextBox 30"/>
          <p:cNvSpPr txBox="1"/>
          <p:nvPr/>
        </p:nvSpPr>
        <p:spPr>
          <a:xfrm>
            <a:off x="6657278" y="4037336"/>
            <a:ext cx="923386" cy="312421"/>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𝑱</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𝟏</m:t>
                          </m:r>
                        </m:sub>
                      </m:sSub>
                    </m:e>
                  </m:d>
                  <m:r>
                    <a:rPr xmlns:a="http://schemas.openxmlformats.org/drawingml/2006/main" sz="2000" i="1">
                      <a:solidFill>
                        <a:srgbClr val="FFFFFF"/>
                      </a:solidFill>
                      <a:latin typeface="Cambria Math" panose="02040503050406030204" pitchFamily="18" charset="0"/>
                    </a:rPr>
                    <m:t>=</m:t>
                  </m:r>
                </m:oMath>
              </m:oMathPara>
            </a14:m>
            <a:endParaRPr sz="2000">
              <a:solidFill>
                <a:srgbClr val="FFFFFF"/>
              </a:solidFill>
            </a:endParaRPr>
          </a:p>
        </p:txBody>
      </p:sp>
      <p:sp>
        <p:nvSpPr>
          <p:cNvPr id="653" name="TextBox 41"/>
          <p:cNvSpPr txBox="1"/>
          <p:nvPr/>
        </p:nvSpPr>
        <p:spPr>
          <a:xfrm>
            <a:off x="7733982" y="1637894"/>
            <a:ext cx="613410" cy="3561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a:solidFill>
                  <a:srgbClr val="FFFFFF"/>
                </a:solidFill>
                <a:latin typeface="Times New Roman"/>
                <a:ea typeface="Times New Roman"/>
                <a:cs typeface="Times New Roman"/>
                <a:sym typeface="Times New Roman"/>
              </a:defRPr>
            </a:pPr>
            <a:r>
              <a:t>= 0</a:t>
            </a:r>
            <a:r>
              <a:rPr i="0">
                <a:latin typeface="+mn-lt"/>
                <a:ea typeface="+mn-ea"/>
                <a:cs typeface="+mn-cs"/>
                <a:sym typeface="Calibri"/>
              </a:rPr>
              <a:t> </a:t>
            </a:r>
          </a:p>
        </p:txBody>
      </p:sp>
      <p:sp>
        <p:nvSpPr>
          <p:cNvPr id="654" name="TextBox 42"/>
          <p:cNvSpPr txBox="1"/>
          <p:nvPr/>
        </p:nvSpPr>
        <p:spPr>
          <a:xfrm>
            <a:off x="465194" y="515145"/>
            <a:ext cx="1635387"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sz="2400">
                <a:solidFill>
                  <a:srgbClr val="FFFF00"/>
                </a:solidFill>
              </a:defRPr>
            </a:lvl1pPr>
          </a:lstStyle>
          <a:p>
            <a:pPr/>
            <a:r>
              <a:t>Hypothesis:</a:t>
            </a:r>
          </a:p>
        </p:txBody>
      </p:sp>
      <p:sp>
        <p:nvSpPr>
          <p:cNvPr id="655" name="TextBox 43"/>
          <p:cNvSpPr txBox="1"/>
          <p:nvPr/>
        </p:nvSpPr>
        <p:spPr>
          <a:xfrm>
            <a:off x="8254180" y="458079"/>
            <a:ext cx="2183950"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sz="2400">
                <a:solidFill>
                  <a:srgbClr val="FFFF00"/>
                </a:solidFill>
              </a:defRPr>
            </a:lvl1pPr>
          </a:lstStyle>
          <a:p>
            <a:pPr/>
            <a:r>
              <a:t>Simplified:</a:t>
            </a:r>
          </a:p>
        </p:txBody>
      </p:sp>
      <p:sp>
        <p:nvSpPr>
          <p:cNvPr id="656" name="TextBox 1"/>
          <p:cNvSpPr txBox="1"/>
          <p:nvPr/>
        </p:nvSpPr>
        <p:spPr>
          <a:xfrm>
            <a:off x="967128" y="1200499"/>
            <a:ext cx="1036887" cy="42101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000">
                <a:solidFill>
                  <a:srgbClr val="FFFFFF"/>
                </a:solidFill>
                <a:latin typeface="Times New Roman"/>
                <a:ea typeface="Times New Roman"/>
                <a:cs typeface="Times New Roman"/>
                <a:sym typeface="Times New Roman"/>
              </a:defRPr>
            </a:pPr>
            <a:r>
              <a:t>h</a:t>
            </a:r>
            <a:r>
              <a:rPr baseline="-25000"/>
              <a:t>θ</a:t>
            </a:r>
            <a:r>
              <a:t>(x) =</a:t>
            </a:r>
          </a:p>
        </p:txBody>
      </p:sp>
      <p:sp>
        <p:nvSpPr>
          <p:cNvPr id="657" name="TextBox 2"/>
          <p:cNvSpPr txBox="1"/>
          <p:nvPr/>
        </p:nvSpPr>
        <p:spPr>
          <a:xfrm>
            <a:off x="2268951" y="1215659"/>
            <a:ext cx="600353" cy="3918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a:solidFill>
                  <a:srgbClr val="FFFFFF"/>
                </a:solidFill>
                <a:latin typeface="Times New Roman"/>
                <a:ea typeface="Times New Roman"/>
                <a:cs typeface="Times New Roman"/>
                <a:sym typeface="Times New Roman"/>
              </a:defRPr>
            </a:pPr>
            <a:r>
              <a:t>θ</a:t>
            </a:r>
            <a:r>
              <a:rPr baseline="-25000"/>
              <a:t>1 </a:t>
            </a:r>
            <a:r>
              <a:t>x </a:t>
            </a:r>
          </a:p>
        </p:txBody>
      </p:sp>
      <p:sp>
        <p:nvSpPr>
          <p:cNvPr id="658" name="TextBox 10"/>
          <p:cNvSpPr txBox="1"/>
          <p:nvPr/>
        </p:nvSpPr>
        <p:spPr>
          <a:xfrm>
            <a:off x="1773650" y="1209537"/>
            <a:ext cx="308779" cy="39186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a:solidFill>
                  <a:srgbClr val="FFFFFF"/>
                </a:solidFill>
                <a:latin typeface="Times New Roman"/>
                <a:ea typeface="Times New Roman"/>
                <a:cs typeface="Times New Roman"/>
                <a:sym typeface="Times New Roman"/>
              </a:defRPr>
            </a:pPr>
            <a:r>
              <a:t>θ</a:t>
            </a:r>
            <a:r>
              <a:rPr baseline="-25000"/>
              <a:t>0</a:t>
            </a:r>
          </a:p>
        </p:txBody>
      </p:sp>
      <p:sp>
        <p:nvSpPr>
          <p:cNvPr id="659" name="TextBox 11"/>
          <p:cNvSpPr txBox="1"/>
          <p:nvPr/>
        </p:nvSpPr>
        <p:spPr>
          <a:xfrm>
            <a:off x="1461380" y="2530399"/>
            <a:ext cx="446339" cy="42101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000">
                <a:solidFill>
                  <a:srgbClr val="FFFFFF"/>
                </a:solidFill>
                <a:latin typeface="Times New Roman"/>
                <a:ea typeface="Times New Roman"/>
                <a:cs typeface="Times New Roman"/>
                <a:sym typeface="Times New Roman"/>
              </a:defRPr>
            </a:pPr>
            <a:r>
              <a:t>θ</a:t>
            </a:r>
            <a:r>
              <a:rPr baseline="-25000"/>
              <a:t>1</a:t>
            </a:r>
          </a:p>
        </p:txBody>
      </p:sp>
      <p:grpSp>
        <p:nvGrpSpPr>
          <p:cNvPr id="663" name="Group 12"/>
          <p:cNvGrpSpPr/>
          <p:nvPr/>
        </p:nvGrpSpPr>
        <p:grpSpPr>
          <a:xfrm>
            <a:off x="2287648" y="3734701"/>
            <a:ext cx="2749982" cy="699073"/>
            <a:chOff x="0" y="0"/>
            <a:chExt cx="2749981" cy="699071"/>
          </a:xfrm>
        </p:grpSpPr>
        <p:sp>
          <p:nvSpPr>
            <p:cNvPr id="660" name="TextBox 13"/>
            <p:cNvSpPr txBox="1"/>
            <p:nvPr/>
          </p:nvSpPr>
          <p:spPr>
            <a:xfrm>
              <a:off x="847191" y="169487"/>
              <a:ext cx="1902791" cy="52958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𝒉</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𝒙</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𝒊</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𝒚</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𝒊</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𝟐</m:t>
                        </m:r>
                      </m:sup>
                    </m:sSup>
                  </m:oMath>
                </m:oMathPara>
              </a14:m>
              <a:endParaRPr sz="2000">
                <a:solidFill>
                  <a:srgbClr val="FFFFFF"/>
                </a:solidFill>
              </a:endParaRPr>
            </a:p>
          </p:txBody>
        </p:sp>
        <p:sp>
          <p:nvSpPr>
            <p:cNvPr id="661" name="TextBox 14"/>
            <p:cNvSpPr txBox="1"/>
            <p:nvPr/>
          </p:nvSpPr>
          <p:spPr>
            <a:xfrm>
              <a:off x="483740" y="0"/>
              <a:ext cx="370502"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662" name="TextBox 25"/>
            <p:cNvSpPr txBox="1"/>
            <p:nvPr/>
          </p:nvSpPr>
          <p:spPr>
            <a:xfrm>
              <a:off x="0" y="116844"/>
              <a:ext cx="358141" cy="54330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grpSp>
      <p:sp>
        <p:nvSpPr>
          <p:cNvPr id="664" name="TextBox 28"/>
          <p:cNvSpPr txBox="1"/>
          <p:nvPr/>
        </p:nvSpPr>
        <p:spPr>
          <a:xfrm>
            <a:off x="1738861" y="5567454"/>
            <a:ext cx="959613" cy="403451"/>
          </a:xfrm>
          <a:prstGeom prst="rect">
            <a:avLst/>
          </a:prstGeom>
          <a:ln w="12700">
            <a:miter lim="400000"/>
          </a:ln>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m:rPr>
                              <m:sty m:val="p"/>
                            </m:rPr>
                            <a:rPr xmlns:a="http://schemas.openxmlformats.org/drawingml/2006/main" sz="2000" i="1">
                              <a:solidFill>
                                <a:srgbClr val="FFFFFF"/>
                              </a:solidFill>
                              <a:latin typeface="Cambria Math" panose="02040503050406030204" pitchFamily="18" charset="0"/>
                            </a:rPr>
                            <m:t>minimize</m:t>
                          </m:r>
                        </m:e>
                        <m:lim>
                          <m:r>
                            <m:rPr>
                              <m:nor/>
                            </m:rPr>
                            <a:rPr xmlns:a="http://schemas.openxmlformats.org/drawingml/2006/main" sz="2000" i="1">
                              <a:solidFill>
                                <a:srgbClr val="FFFFFF"/>
                              </a:solidFill>
                              <a:latin typeface="Cambria Math" panose="02040503050406030204" pitchFamily="18" charset="0"/>
                            </a:rPr>
                            <m:t>θ1</m:t>
                          </m:r>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sp>
        <p:nvSpPr>
          <p:cNvPr id="665" name="TextBox 34"/>
          <p:cNvSpPr txBox="1"/>
          <p:nvPr/>
        </p:nvSpPr>
        <p:spPr>
          <a:xfrm>
            <a:off x="3090245" y="5599808"/>
            <a:ext cx="572979" cy="312421"/>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𝑱</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𝟏</m:t>
                          </m:r>
                        </m:sub>
                      </m:sSub>
                    </m:e>
                  </m:d>
                </m:oMath>
              </m:oMathPara>
            </a14:m>
            <a:endParaRPr sz="2000">
              <a:solidFill>
                <a:srgbClr val="FFFFFF"/>
              </a:solidFill>
            </a:endParaR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654"/>
                                        </p:tgtEl>
                                        <p:attrNameLst>
                                          <p:attrName>style.visibility</p:attrName>
                                        </p:attrNameLst>
                                      </p:cBhvr>
                                      <p:to>
                                        <p:strVal val="visible"/>
                                      </p:to>
                                    </p:set>
                                    <p:anim calcmode="lin" valueType="num">
                                      <p:cBhvr>
                                        <p:cTn id="7" dur="1000" fill="hold"/>
                                        <p:tgtEl>
                                          <p:spTgt spid="654"/>
                                        </p:tgtEl>
                                        <p:attrNameLst>
                                          <p:attrName>ppt_x</p:attrName>
                                        </p:attrNameLst>
                                      </p:cBhvr>
                                      <p:tavLst>
                                        <p:tav tm="0">
                                          <p:val>
                                            <p:strVal val="#ppt_x"/>
                                          </p:val>
                                        </p:tav>
                                        <p:tav tm="100000">
                                          <p:val>
                                            <p:strVal val="#ppt_x"/>
                                          </p:val>
                                        </p:tav>
                                      </p:tavLst>
                                    </p:anim>
                                    <p:anim calcmode="lin" valueType="num">
                                      <p:cBhvr>
                                        <p:cTn id="8" dur="1000" fill="hold"/>
                                        <p:tgtEl>
                                          <p:spTgt spid="654"/>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Class="entr" nodeType="afterEffect" presetSubtype="8" presetID="22" grpId="2" fill="hold">
                                  <p:stCondLst>
                                    <p:cond delay="0"/>
                                  </p:stCondLst>
                                  <p:iterate type="el" backwards="0">
                                    <p:tmAbs val="0"/>
                                  </p:iterate>
                                  <p:childTnLst>
                                    <p:set>
                                      <p:cBhvr>
                                        <p:cTn id="11" fill="hold"/>
                                        <p:tgtEl>
                                          <p:spTgt spid="639"/>
                                        </p:tgtEl>
                                        <p:attrNameLst>
                                          <p:attrName>style.visibility</p:attrName>
                                        </p:attrNameLst>
                                      </p:cBhvr>
                                      <p:to>
                                        <p:strVal val="visible"/>
                                      </p:to>
                                    </p:set>
                                    <p:animEffect filter="wipe(left)" transition="in">
                                      <p:cBhvr>
                                        <p:cTn id="12" dur="1000"/>
                                        <p:tgtEl>
                                          <p:spTgt spid="63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4" presetID="2" grpId="3" fill="hold">
                                  <p:stCondLst>
                                    <p:cond delay="0"/>
                                  </p:stCondLst>
                                  <p:iterate type="el" backwards="0">
                                    <p:tmAbs val="0"/>
                                  </p:iterate>
                                  <p:childTnLst>
                                    <p:set>
                                      <p:cBhvr>
                                        <p:cTn id="16" fill="hold"/>
                                        <p:tgtEl>
                                          <p:spTgt spid="650"/>
                                        </p:tgtEl>
                                        <p:attrNameLst>
                                          <p:attrName>style.visibility</p:attrName>
                                        </p:attrNameLst>
                                      </p:cBhvr>
                                      <p:to>
                                        <p:strVal val="visible"/>
                                      </p:to>
                                    </p:set>
                                    <p:anim calcmode="lin" valueType="num">
                                      <p:cBhvr>
                                        <p:cTn id="17" dur="1000" fill="hold"/>
                                        <p:tgtEl>
                                          <p:spTgt spid="650"/>
                                        </p:tgtEl>
                                        <p:attrNameLst>
                                          <p:attrName>ppt_x</p:attrName>
                                        </p:attrNameLst>
                                      </p:cBhvr>
                                      <p:tavLst>
                                        <p:tav tm="0">
                                          <p:val>
                                            <p:strVal val="#ppt_x"/>
                                          </p:val>
                                        </p:tav>
                                        <p:tav tm="100000">
                                          <p:val>
                                            <p:strVal val="#ppt_x"/>
                                          </p:val>
                                        </p:tav>
                                      </p:tavLst>
                                    </p:anim>
                                    <p:anim calcmode="lin" valueType="num">
                                      <p:cBhvr>
                                        <p:cTn id="18" dur="1000" fill="hold"/>
                                        <p:tgtEl>
                                          <p:spTgt spid="650"/>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Class="entr" nodeType="afterEffect" presetSubtype="8" presetID="22" grpId="4" fill="hold">
                                  <p:stCondLst>
                                    <p:cond delay="0"/>
                                  </p:stCondLst>
                                  <p:iterate type="el" backwards="0">
                                    <p:tmAbs val="0"/>
                                  </p:iterate>
                                  <p:childTnLst>
                                    <p:set>
                                      <p:cBhvr>
                                        <p:cTn id="21" fill="hold"/>
                                        <p:tgtEl>
                                          <p:spTgt spid="637"/>
                                        </p:tgtEl>
                                        <p:attrNameLst>
                                          <p:attrName>style.visibility</p:attrName>
                                        </p:attrNameLst>
                                      </p:cBhvr>
                                      <p:to>
                                        <p:strVal val="visible"/>
                                      </p:to>
                                    </p:set>
                                    <p:animEffect filter="wipe(left)" transition="in">
                                      <p:cBhvr>
                                        <p:cTn id="22" dur="1000"/>
                                        <p:tgtEl>
                                          <p:spTgt spid="63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4" presetID="2" grpId="5" fill="hold">
                                  <p:stCondLst>
                                    <p:cond delay="0"/>
                                  </p:stCondLst>
                                  <p:iterate type="el" backwards="0">
                                    <p:tmAbs val="0"/>
                                  </p:iterate>
                                  <p:childTnLst>
                                    <p:set>
                                      <p:cBhvr>
                                        <p:cTn id="26" fill="hold"/>
                                        <p:tgtEl>
                                          <p:spTgt spid="638"/>
                                        </p:tgtEl>
                                        <p:attrNameLst>
                                          <p:attrName>style.visibility</p:attrName>
                                        </p:attrNameLst>
                                      </p:cBhvr>
                                      <p:to>
                                        <p:strVal val="visible"/>
                                      </p:to>
                                    </p:set>
                                    <p:anim calcmode="lin" valueType="num">
                                      <p:cBhvr>
                                        <p:cTn id="27" dur="1000" fill="hold"/>
                                        <p:tgtEl>
                                          <p:spTgt spid="638"/>
                                        </p:tgtEl>
                                        <p:attrNameLst>
                                          <p:attrName>ppt_x</p:attrName>
                                        </p:attrNameLst>
                                      </p:cBhvr>
                                      <p:tavLst>
                                        <p:tav tm="0">
                                          <p:val>
                                            <p:strVal val="#ppt_x"/>
                                          </p:val>
                                        </p:tav>
                                        <p:tav tm="100000">
                                          <p:val>
                                            <p:strVal val="#ppt_x"/>
                                          </p:val>
                                        </p:tav>
                                      </p:tavLst>
                                    </p:anim>
                                    <p:anim calcmode="lin" valueType="num">
                                      <p:cBhvr>
                                        <p:cTn id="28" dur="1000" fill="hold"/>
                                        <p:tgtEl>
                                          <p:spTgt spid="638"/>
                                        </p:tgtEl>
                                        <p:attrNameLst>
                                          <p:attrName>ppt_y</p:attrName>
                                        </p:attrNameLst>
                                      </p:cBhvr>
                                      <p:tavLst>
                                        <p:tav tm="0">
                                          <p:val>
                                            <p:strVal val="1+#ppt_h/2"/>
                                          </p:val>
                                        </p:tav>
                                        <p:tav tm="100000">
                                          <p:val>
                                            <p:strVal val="#ppt_y"/>
                                          </p:val>
                                        </p:tav>
                                      </p:tavLst>
                                    </p:anim>
                                  </p:childTnLst>
                                </p:cTn>
                              </p:par>
                            </p:childTnLst>
                          </p:cTn>
                        </p:par>
                        <p:par>
                          <p:cTn id="29" fill="hold">
                            <p:stCondLst>
                              <p:cond delay="1000"/>
                            </p:stCondLst>
                            <p:childTnLst>
                              <p:par>
                                <p:cTn id="30" presetClass="entr" nodeType="afterEffect" presetSubtype="8" presetID="22" grpId="6" fill="hold">
                                  <p:stCondLst>
                                    <p:cond delay="0"/>
                                  </p:stCondLst>
                                  <p:iterate type="el" backwards="0">
                                    <p:tmAbs val="0"/>
                                  </p:iterate>
                                  <p:childTnLst>
                                    <p:set>
                                      <p:cBhvr>
                                        <p:cTn id="31" fill="hold"/>
                                        <p:tgtEl>
                                          <p:spTgt spid="648"/>
                                        </p:tgtEl>
                                        <p:attrNameLst>
                                          <p:attrName>style.visibility</p:attrName>
                                        </p:attrNameLst>
                                      </p:cBhvr>
                                      <p:to>
                                        <p:strVal val="visible"/>
                                      </p:to>
                                    </p:set>
                                    <p:animEffect filter="wipe(left)" transition="in">
                                      <p:cBhvr>
                                        <p:cTn id="32" dur="1000"/>
                                        <p:tgtEl>
                                          <p:spTgt spid="648"/>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4" presetID="2" grpId="7" fill="hold">
                                  <p:stCondLst>
                                    <p:cond delay="0"/>
                                  </p:stCondLst>
                                  <p:iterate type="el" backwards="0">
                                    <p:tmAbs val="0"/>
                                  </p:iterate>
                                  <p:childTnLst>
                                    <p:set>
                                      <p:cBhvr>
                                        <p:cTn id="36" fill="hold"/>
                                        <p:tgtEl>
                                          <p:spTgt spid="649"/>
                                        </p:tgtEl>
                                        <p:attrNameLst>
                                          <p:attrName>style.visibility</p:attrName>
                                        </p:attrNameLst>
                                      </p:cBhvr>
                                      <p:to>
                                        <p:strVal val="visible"/>
                                      </p:to>
                                    </p:set>
                                    <p:anim calcmode="lin" valueType="num">
                                      <p:cBhvr>
                                        <p:cTn id="37" dur="1000" fill="hold"/>
                                        <p:tgtEl>
                                          <p:spTgt spid="649"/>
                                        </p:tgtEl>
                                        <p:attrNameLst>
                                          <p:attrName>ppt_x</p:attrName>
                                        </p:attrNameLst>
                                      </p:cBhvr>
                                      <p:tavLst>
                                        <p:tav tm="0">
                                          <p:val>
                                            <p:strVal val="#ppt_x"/>
                                          </p:val>
                                        </p:tav>
                                        <p:tav tm="100000">
                                          <p:val>
                                            <p:strVal val="#ppt_x"/>
                                          </p:val>
                                        </p:tav>
                                      </p:tavLst>
                                    </p:anim>
                                    <p:anim calcmode="lin" valueType="num">
                                      <p:cBhvr>
                                        <p:cTn id="38" dur="1000" fill="hold"/>
                                        <p:tgtEl>
                                          <p:spTgt spid="649"/>
                                        </p:tgtEl>
                                        <p:attrNameLst>
                                          <p:attrName>ppt_y</p:attrName>
                                        </p:attrNameLst>
                                      </p:cBhvr>
                                      <p:tavLst>
                                        <p:tav tm="0">
                                          <p:val>
                                            <p:strVal val="1+#ppt_h/2"/>
                                          </p:val>
                                        </p:tav>
                                        <p:tav tm="100000">
                                          <p:val>
                                            <p:strVal val="#ppt_y"/>
                                          </p:val>
                                        </p:tav>
                                      </p:tavLst>
                                    </p:anim>
                                  </p:childTnLst>
                                </p:cTn>
                              </p:par>
                            </p:childTnLst>
                          </p:cTn>
                        </p:par>
                        <p:par>
                          <p:cTn id="39" fill="hold">
                            <p:stCondLst>
                              <p:cond delay="1000"/>
                            </p:stCondLst>
                            <p:childTnLst>
                              <p:par>
                                <p:cTn id="40" presetClass="entr" nodeType="afterEffect" presetSubtype="8" presetID="22" grpId="8" fill="hold">
                                  <p:stCondLst>
                                    <p:cond delay="0"/>
                                  </p:stCondLst>
                                  <p:iterate type="el" backwards="0">
                                    <p:tmAbs val="0"/>
                                  </p:iterate>
                                  <p:childTnLst>
                                    <p:set>
                                      <p:cBhvr>
                                        <p:cTn id="41" fill="hold"/>
                                        <p:tgtEl>
                                          <p:spTgt spid="642"/>
                                        </p:tgtEl>
                                        <p:attrNameLst>
                                          <p:attrName>style.visibility</p:attrName>
                                        </p:attrNameLst>
                                      </p:cBhvr>
                                      <p:to>
                                        <p:strVal val="visible"/>
                                      </p:to>
                                    </p:set>
                                    <p:animEffect filter="wipe(left)" transition="in">
                                      <p:cBhvr>
                                        <p:cTn id="42" dur="1000"/>
                                        <p:tgtEl>
                                          <p:spTgt spid="642"/>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1" presetID="22" grpId="9" fill="hold">
                                  <p:stCondLst>
                                    <p:cond delay="0"/>
                                  </p:stCondLst>
                                  <p:iterate type="el" backwards="0">
                                    <p:tmAbs val="0"/>
                                  </p:iterate>
                                  <p:childTnLst>
                                    <p:set>
                                      <p:cBhvr>
                                        <p:cTn id="46" fill="hold"/>
                                        <p:tgtEl>
                                          <p:spTgt spid="651"/>
                                        </p:tgtEl>
                                        <p:attrNameLst>
                                          <p:attrName>style.visibility</p:attrName>
                                        </p:attrNameLst>
                                      </p:cBhvr>
                                      <p:to>
                                        <p:strVal val="visible"/>
                                      </p:to>
                                    </p:set>
                                    <p:animEffect filter="wipe(up)" transition="in">
                                      <p:cBhvr>
                                        <p:cTn id="47" dur="1000"/>
                                        <p:tgtEl>
                                          <p:spTgt spid="651"/>
                                        </p:tgtEl>
                                      </p:cBhvr>
                                    </p:animEffect>
                                  </p:childTnLst>
                                </p:cTn>
                              </p:par>
                            </p:childTnLst>
                          </p:cTn>
                        </p:par>
                      </p:childTnLst>
                    </p:cTn>
                  </p:par>
                  <p:par>
                    <p:cTn id="48" fill="hold">
                      <p:stCondLst>
                        <p:cond delay="indefinite"/>
                      </p:stCondLst>
                      <p:childTnLst>
                        <p:par>
                          <p:cTn id="49" fill="hold">
                            <p:stCondLst>
                              <p:cond delay="0"/>
                            </p:stCondLst>
                            <p:childTnLst>
                              <p:par>
                                <p:cTn id="50" presetClass="entr" nodeType="clickEffect" presetSubtype="2" presetID="2" grpId="10" fill="hold">
                                  <p:stCondLst>
                                    <p:cond delay="0"/>
                                  </p:stCondLst>
                                  <p:iterate type="el" backwards="0">
                                    <p:tmAbs val="0"/>
                                  </p:iterate>
                                  <p:childTnLst>
                                    <p:set>
                                      <p:cBhvr>
                                        <p:cTn id="51" fill="hold"/>
                                        <p:tgtEl>
                                          <p:spTgt spid="655"/>
                                        </p:tgtEl>
                                        <p:attrNameLst>
                                          <p:attrName>style.visibility</p:attrName>
                                        </p:attrNameLst>
                                      </p:cBhvr>
                                      <p:to>
                                        <p:strVal val="visible"/>
                                      </p:to>
                                    </p:set>
                                    <p:anim calcmode="lin" valueType="num">
                                      <p:cBhvr>
                                        <p:cTn id="52" dur="500" fill="hold"/>
                                        <p:tgtEl>
                                          <p:spTgt spid="655"/>
                                        </p:tgtEl>
                                        <p:attrNameLst>
                                          <p:attrName>ppt_x</p:attrName>
                                        </p:attrNameLst>
                                      </p:cBhvr>
                                      <p:tavLst>
                                        <p:tav tm="0">
                                          <p:val>
                                            <p:strVal val="1+#ppt_w/2"/>
                                          </p:val>
                                        </p:tav>
                                        <p:tav tm="100000">
                                          <p:val>
                                            <p:strVal val="#ppt_x"/>
                                          </p:val>
                                        </p:tav>
                                      </p:tavLst>
                                    </p:anim>
                                    <p:anim calcmode="lin" valueType="num">
                                      <p:cBhvr>
                                        <p:cTn id="53" dur="500" fill="hold"/>
                                        <p:tgtEl>
                                          <p:spTgt spid="655"/>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Class="entr" nodeType="clickEffect" presetSubtype="0" presetID="1" grpId="11" fill="hold">
                                  <p:stCondLst>
                                    <p:cond delay="0"/>
                                  </p:stCondLst>
                                  <p:iterate type="el" backwards="0">
                                    <p:tmAbs val="0"/>
                                  </p:iterate>
                                  <p:childTnLst>
                                    <p:set>
                                      <p:cBhvr>
                                        <p:cTn id="57" fill="hold"/>
                                        <p:tgtEl>
                                          <p:spTgt spid="656"/>
                                        </p:tgtEl>
                                        <p:attrNameLst>
                                          <p:attrName>style.visibility</p:attrName>
                                        </p:attrNameLst>
                                      </p:cBhvr>
                                      <p:to>
                                        <p:strVal val="visible"/>
                                      </p:to>
                                    </p:set>
                                  </p:childTnLst>
                                </p:cTn>
                              </p:par>
                            </p:childTnLst>
                          </p:cTn>
                        </p:par>
                        <p:par>
                          <p:cTn id="58" fill="hold">
                            <p:stCondLst>
                              <p:cond delay="0"/>
                            </p:stCondLst>
                            <p:childTnLst>
                              <p:par>
                                <p:cTn id="59" presetClass="path" nodeType="afterEffect" presetSubtype="0" presetID="-1" grpId="12" accel="50000" decel="50000" fill="hold">
                                  <p:stCondLst>
                                    <p:cond delay="0"/>
                                  </p:stCondLst>
                                  <p:childTnLst>
                                    <p:animMotion path="M 0.000000 0.000000 L 0.472015 -0.000473" origin="layout" pathEditMode="relative">
                                      <p:cBhvr>
                                        <p:cTn id="60" dur="2000" fill="hold"/>
                                        <p:tgtEl>
                                          <p:spTgt spid="656"/>
                                        </p:tgtEl>
                                        <p:attrNameLst>
                                          <p:attrName>ppt_x</p:attrName>
                                          <p:attrName>ppt_y</p:attrName>
                                        </p:attrNameLst>
                                      </p:cBhvr>
                                    </p:animMotion>
                                  </p:childTnLst>
                                </p:cTn>
                              </p:par>
                            </p:childTnLst>
                          </p:cTn>
                        </p:par>
                      </p:childTnLst>
                    </p:cTn>
                  </p:par>
                  <p:par>
                    <p:cTn id="61" fill="hold">
                      <p:stCondLst>
                        <p:cond delay="indefinite"/>
                      </p:stCondLst>
                      <p:childTnLst>
                        <p:par>
                          <p:cTn id="62" fill="hold">
                            <p:stCondLst>
                              <p:cond delay="0"/>
                            </p:stCondLst>
                            <p:childTnLst>
                              <p:par>
                                <p:cTn id="63" presetClass="entr" nodeType="clickEffect" presetSubtype="0" presetID="1" grpId="13" fill="hold">
                                  <p:stCondLst>
                                    <p:cond delay="0"/>
                                  </p:stCondLst>
                                  <p:iterate type="el" backwards="0">
                                    <p:tmAbs val="0"/>
                                  </p:iterate>
                                  <p:childTnLst>
                                    <p:set>
                                      <p:cBhvr>
                                        <p:cTn id="64" fill="hold"/>
                                        <p:tgtEl>
                                          <p:spTgt spid="657"/>
                                        </p:tgtEl>
                                        <p:attrNameLst>
                                          <p:attrName>style.visibility</p:attrName>
                                        </p:attrNameLst>
                                      </p:cBhvr>
                                      <p:to>
                                        <p:strVal val="visible"/>
                                      </p:to>
                                    </p:set>
                                  </p:childTnLst>
                                </p:cTn>
                              </p:par>
                            </p:childTnLst>
                          </p:cTn>
                        </p:par>
                        <p:par>
                          <p:cTn id="65" fill="hold">
                            <p:stCondLst>
                              <p:cond delay="0"/>
                            </p:stCondLst>
                            <p:childTnLst>
                              <p:par>
                                <p:cTn id="66" presetClass="path" nodeType="afterEffect" presetSubtype="0" presetID="-1" grpId="14" accel="50000" decel="50000" fill="hold">
                                  <p:stCondLst>
                                    <p:cond delay="0"/>
                                  </p:stCondLst>
                                  <p:childTnLst>
                                    <p:animMotion path="M 0.000000 0.000000 L 0.432027 -0.001163" origin="layout" pathEditMode="relative">
                                      <p:cBhvr>
                                        <p:cTn id="67" dur="2000" fill="hold"/>
                                        <p:tgtEl>
                                          <p:spTgt spid="657"/>
                                        </p:tgtEl>
                                        <p:attrNameLst>
                                          <p:attrName>ppt_x</p:attrName>
                                          <p:attrName>ppt_y</p:attrName>
                                        </p:attrNameLst>
                                      </p:cBhvr>
                                    </p:animMotion>
                                  </p:childTnLst>
                                </p:cTn>
                              </p:par>
                            </p:childTnLst>
                          </p:cTn>
                        </p:par>
                      </p:childTnLst>
                    </p:cTn>
                  </p:par>
                  <p:par>
                    <p:cTn id="68" fill="hold">
                      <p:stCondLst>
                        <p:cond delay="indefinite"/>
                      </p:stCondLst>
                      <p:childTnLst>
                        <p:par>
                          <p:cTn id="69" fill="hold">
                            <p:stCondLst>
                              <p:cond delay="0"/>
                            </p:stCondLst>
                            <p:childTnLst>
                              <p:par>
                                <p:cTn id="70" presetClass="entr" nodeType="clickEffect" presetSubtype="0" presetID="1" grpId="15" fill="hold">
                                  <p:stCondLst>
                                    <p:cond delay="0"/>
                                  </p:stCondLst>
                                  <p:iterate type="el" backwards="0">
                                    <p:tmAbs val="0"/>
                                  </p:iterate>
                                  <p:childTnLst>
                                    <p:set>
                                      <p:cBhvr>
                                        <p:cTn id="71" fill="hold"/>
                                        <p:tgtEl>
                                          <p:spTgt spid="658"/>
                                        </p:tgtEl>
                                        <p:attrNameLst>
                                          <p:attrName>style.visibility</p:attrName>
                                        </p:attrNameLst>
                                      </p:cBhvr>
                                      <p:to>
                                        <p:strVal val="visible"/>
                                      </p:to>
                                    </p:set>
                                  </p:childTnLst>
                                </p:cTn>
                              </p:par>
                            </p:childTnLst>
                          </p:cTn>
                        </p:par>
                        <p:par>
                          <p:cTn id="72" fill="hold">
                            <p:stCondLst>
                              <p:cond delay="0"/>
                            </p:stCondLst>
                            <p:childTnLst>
                              <p:par>
                                <p:cTn id="73" presetClass="path" nodeType="afterEffect" presetSubtype="0" presetID="-1" grpId="16" accel="50000" decel="50000" fill="hold">
                                  <p:stCondLst>
                                    <p:cond delay="0"/>
                                  </p:stCondLst>
                                  <p:childTnLst>
                                    <p:animMotion path="M 0.000000 0.000000 L 0.467973 0.060881" origin="layout" pathEditMode="relative">
                                      <p:cBhvr>
                                        <p:cTn id="74" dur="2000" fill="hold"/>
                                        <p:tgtEl>
                                          <p:spTgt spid="658"/>
                                        </p:tgtEl>
                                        <p:attrNameLst>
                                          <p:attrName>ppt_x</p:attrName>
                                          <p:attrName>ppt_y</p:attrName>
                                        </p:attrNameLst>
                                      </p:cBhvr>
                                    </p:animMotion>
                                  </p:childTnLst>
                                </p:cTn>
                              </p:par>
                            </p:childTnLst>
                          </p:cTn>
                        </p:par>
                      </p:childTnLst>
                    </p:cTn>
                  </p:par>
                  <p:par>
                    <p:cTn id="75" fill="hold">
                      <p:stCondLst>
                        <p:cond delay="indefinite"/>
                      </p:stCondLst>
                      <p:childTnLst>
                        <p:par>
                          <p:cTn id="76" fill="hold">
                            <p:stCondLst>
                              <p:cond delay="0"/>
                            </p:stCondLst>
                            <p:childTnLst>
                              <p:par>
                                <p:cTn id="77" presetClass="entr" nodeType="clickEffect" presetSubtype="2" presetID="2" grpId="17" fill="hold">
                                  <p:stCondLst>
                                    <p:cond delay="0"/>
                                  </p:stCondLst>
                                  <p:iterate type="el" backwards="0">
                                    <p:tmAbs val="0"/>
                                  </p:iterate>
                                  <p:childTnLst>
                                    <p:set>
                                      <p:cBhvr>
                                        <p:cTn id="78" fill="hold"/>
                                        <p:tgtEl>
                                          <p:spTgt spid="653"/>
                                        </p:tgtEl>
                                        <p:attrNameLst>
                                          <p:attrName>style.visibility</p:attrName>
                                        </p:attrNameLst>
                                      </p:cBhvr>
                                      <p:to>
                                        <p:strVal val="visible"/>
                                      </p:to>
                                    </p:set>
                                    <p:anim calcmode="lin" valueType="num">
                                      <p:cBhvr>
                                        <p:cTn id="79" dur="1000" fill="hold"/>
                                        <p:tgtEl>
                                          <p:spTgt spid="653"/>
                                        </p:tgtEl>
                                        <p:attrNameLst>
                                          <p:attrName>ppt_x</p:attrName>
                                        </p:attrNameLst>
                                      </p:cBhvr>
                                      <p:tavLst>
                                        <p:tav tm="0">
                                          <p:val>
                                            <p:strVal val="1+#ppt_w/2"/>
                                          </p:val>
                                        </p:tav>
                                        <p:tav tm="100000">
                                          <p:val>
                                            <p:strVal val="#ppt_x"/>
                                          </p:val>
                                        </p:tav>
                                      </p:tavLst>
                                    </p:anim>
                                    <p:anim calcmode="lin" valueType="num">
                                      <p:cBhvr>
                                        <p:cTn id="80" dur="1000" fill="hold"/>
                                        <p:tgtEl>
                                          <p:spTgt spid="653"/>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Class="entr" nodeType="clickEffect" presetSubtype="0" presetID="1" grpId="18" fill="hold">
                                  <p:stCondLst>
                                    <p:cond delay="0"/>
                                  </p:stCondLst>
                                  <p:iterate type="el" backwards="0">
                                    <p:tmAbs val="0"/>
                                  </p:iterate>
                                  <p:childTnLst>
                                    <p:set>
                                      <p:cBhvr>
                                        <p:cTn id="84" fill="hold"/>
                                        <p:tgtEl>
                                          <p:spTgt spid="659"/>
                                        </p:tgtEl>
                                        <p:attrNameLst>
                                          <p:attrName>style.visibility</p:attrName>
                                        </p:attrNameLst>
                                      </p:cBhvr>
                                      <p:to>
                                        <p:strVal val="visible"/>
                                      </p:to>
                                    </p:set>
                                  </p:childTnLst>
                                </p:cTn>
                              </p:par>
                            </p:childTnLst>
                          </p:cTn>
                        </p:par>
                        <p:par>
                          <p:cTn id="85" fill="hold">
                            <p:stCondLst>
                              <p:cond delay="0"/>
                            </p:stCondLst>
                            <p:childTnLst>
                              <p:par>
                                <p:cTn id="86" presetClass="path" nodeType="afterEffect" presetSubtype="0" presetID="-1" grpId="19" accel="50000" decel="50000" fill="hold">
                                  <p:stCondLst>
                                    <p:cond delay="0"/>
                                  </p:stCondLst>
                                  <p:childTnLst>
                                    <p:animMotion path="M 0.000000 0.000000 L 0.430081 0.002538" origin="layout" pathEditMode="relative">
                                      <p:cBhvr>
                                        <p:cTn id="87" dur="2000" fill="hold"/>
                                        <p:tgtEl>
                                          <p:spTgt spid="659"/>
                                        </p:tgtEl>
                                        <p:attrNameLst>
                                          <p:attrName>ppt_x</p:attrName>
                                          <p:attrName>ppt_y</p:attrName>
                                        </p:attrNameLst>
                                      </p:cBhvr>
                                    </p:animMotion>
                                  </p:childTnLst>
                                </p:cTn>
                              </p:par>
                            </p:childTnLst>
                          </p:cTn>
                        </p:par>
                      </p:childTnLst>
                    </p:cTn>
                  </p:par>
                  <p:par>
                    <p:cTn id="88" fill="hold">
                      <p:stCondLst>
                        <p:cond delay="indefinite"/>
                      </p:stCondLst>
                      <p:childTnLst>
                        <p:par>
                          <p:cTn id="89" fill="hold">
                            <p:stCondLst>
                              <p:cond delay="0"/>
                            </p:stCondLst>
                            <p:childTnLst>
                              <p:par>
                                <p:cTn id="90" presetClass="entr" nodeType="clickEffect" presetSubtype="2" presetID="2" grpId="20" fill="hold">
                                  <p:stCondLst>
                                    <p:cond delay="0"/>
                                  </p:stCondLst>
                                  <p:iterate type="el" backwards="0">
                                    <p:tmAbs val="0"/>
                                  </p:iterate>
                                  <p:childTnLst>
                                    <p:set>
                                      <p:cBhvr>
                                        <p:cTn id="91" fill="hold"/>
                                        <p:tgtEl>
                                          <p:spTgt spid="652"/>
                                        </p:tgtEl>
                                        <p:attrNameLst>
                                          <p:attrName>style.visibility</p:attrName>
                                        </p:attrNameLst>
                                      </p:cBhvr>
                                      <p:to>
                                        <p:strVal val="visible"/>
                                      </p:to>
                                    </p:set>
                                    <p:anim calcmode="lin" valueType="num">
                                      <p:cBhvr>
                                        <p:cTn id="92" dur="1000" fill="hold"/>
                                        <p:tgtEl>
                                          <p:spTgt spid="652"/>
                                        </p:tgtEl>
                                        <p:attrNameLst>
                                          <p:attrName>ppt_x</p:attrName>
                                        </p:attrNameLst>
                                      </p:cBhvr>
                                      <p:tavLst>
                                        <p:tav tm="0">
                                          <p:val>
                                            <p:strVal val="1+#ppt_w/2"/>
                                          </p:val>
                                        </p:tav>
                                        <p:tav tm="100000">
                                          <p:val>
                                            <p:strVal val="#ppt_x"/>
                                          </p:val>
                                        </p:tav>
                                      </p:tavLst>
                                    </p:anim>
                                    <p:anim calcmode="lin" valueType="num">
                                      <p:cBhvr>
                                        <p:cTn id="93" dur="1000" fill="hold"/>
                                        <p:tgtEl>
                                          <p:spTgt spid="652"/>
                                        </p:tgtEl>
                                        <p:attrNameLst>
                                          <p:attrName>ppt_y</p:attrName>
                                        </p:attrNameLst>
                                      </p:cBhvr>
                                      <p:tavLst>
                                        <p:tav tm="0">
                                          <p:val>
                                            <p:strVal val="#ppt_y"/>
                                          </p:val>
                                        </p:tav>
                                        <p:tav tm="100000">
                                          <p:val>
                                            <p:strVal val="#ppt_y"/>
                                          </p:val>
                                        </p:tav>
                                      </p:tavLst>
                                    </p:anim>
                                  </p:childTnLst>
                                </p:cTn>
                              </p:par>
                            </p:childTnLst>
                          </p:cTn>
                        </p:par>
                        <p:par>
                          <p:cTn id="94" fill="hold">
                            <p:stCondLst>
                              <p:cond delay="1000"/>
                            </p:stCondLst>
                            <p:childTnLst>
                              <p:par>
                                <p:cTn id="95" presetClass="entr" nodeType="afterEffect" presetSubtype="0" presetID="1" grpId="21" fill="hold">
                                  <p:stCondLst>
                                    <p:cond delay="0"/>
                                  </p:stCondLst>
                                  <p:iterate type="el" backwards="0">
                                    <p:tmAbs val="0"/>
                                  </p:iterate>
                                  <p:childTnLst>
                                    <p:set>
                                      <p:cBhvr>
                                        <p:cTn id="96" fill="hold"/>
                                        <p:tgtEl>
                                          <p:spTgt spid="663"/>
                                        </p:tgtEl>
                                        <p:attrNameLst>
                                          <p:attrName>style.visibility</p:attrName>
                                        </p:attrNameLst>
                                      </p:cBhvr>
                                      <p:to>
                                        <p:strVal val="visible"/>
                                      </p:to>
                                    </p:set>
                                  </p:childTnLst>
                                </p:cTn>
                              </p:par>
                            </p:childTnLst>
                          </p:cTn>
                        </p:par>
                        <p:par>
                          <p:cTn id="97" fill="hold">
                            <p:stCondLst>
                              <p:cond delay="0"/>
                            </p:stCondLst>
                            <p:childTnLst>
                              <p:par>
                                <p:cTn id="98" presetClass="path" nodeType="afterEffect" presetSubtype="0" presetID="-1" grpId="22" accel="50000" decel="50000" fill="hold">
                                  <p:stCondLst>
                                    <p:cond delay="0"/>
                                  </p:stCondLst>
                                  <p:childTnLst>
                                    <p:animMotion path="M 0.000000 0.000000 L 0.434254 0.004627" origin="layout" pathEditMode="relative">
                                      <p:cBhvr>
                                        <p:cTn id="99" dur="2000" fill="hold"/>
                                        <p:tgtEl>
                                          <p:spTgt spid="663"/>
                                        </p:tgtEl>
                                        <p:attrNameLst>
                                          <p:attrName>ppt_x</p:attrName>
                                          <p:attrName>ppt_y</p:attrName>
                                        </p:attrNameLst>
                                      </p:cBhvr>
                                    </p:animMotion>
                                  </p:childTnLst>
                                </p:cTn>
                              </p:par>
                            </p:childTnLst>
                          </p:cTn>
                        </p:par>
                      </p:childTnLst>
                    </p:cTn>
                  </p:par>
                  <p:par>
                    <p:cTn id="100" fill="hold">
                      <p:stCondLst>
                        <p:cond delay="indefinite"/>
                      </p:stCondLst>
                      <p:childTnLst>
                        <p:par>
                          <p:cTn id="101" fill="hold">
                            <p:stCondLst>
                              <p:cond delay="0"/>
                            </p:stCondLst>
                            <p:childTnLst>
                              <p:par>
                                <p:cTn id="102" presetClass="entr" nodeType="clickEffect" presetSubtype="0" presetID="1" grpId="23" fill="hold">
                                  <p:stCondLst>
                                    <p:cond delay="0"/>
                                  </p:stCondLst>
                                  <p:iterate type="el" backwards="0">
                                    <p:tmAbs val="0"/>
                                  </p:iterate>
                                  <p:childTnLst>
                                    <p:set>
                                      <p:cBhvr>
                                        <p:cTn id="103" fill="hold"/>
                                        <p:tgtEl>
                                          <p:spTgt spid="664"/>
                                        </p:tgtEl>
                                        <p:attrNameLst>
                                          <p:attrName>style.visibility</p:attrName>
                                        </p:attrNameLst>
                                      </p:cBhvr>
                                      <p:to>
                                        <p:strVal val="visible"/>
                                      </p:to>
                                    </p:set>
                                  </p:childTnLst>
                                </p:cTn>
                              </p:par>
                            </p:childTnLst>
                          </p:cTn>
                        </p:par>
                        <p:par>
                          <p:cTn id="104" fill="hold">
                            <p:stCondLst>
                              <p:cond delay="0"/>
                            </p:stCondLst>
                            <p:childTnLst>
                              <p:par>
                                <p:cTn id="105" presetClass="path" nodeType="afterEffect" presetSubtype="0" presetID="-1" grpId="24" accel="50000" decel="50000" fill="hold">
                                  <p:stCondLst>
                                    <p:cond delay="0"/>
                                  </p:stCondLst>
                                  <p:childTnLst>
                                    <p:animMotion path="M 0.000000 0.000000 L 0.462887 0.001620" origin="layout" pathEditMode="relative">
                                      <p:cBhvr>
                                        <p:cTn id="106" dur="2000" fill="hold"/>
                                        <p:tgtEl>
                                          <p:spTgt spid="664"/>
                                        </p:tgtEl>
                                        <p:attrNameLst>
                                          <p:attrName>ppt_x</p:attrName>
                                          <p:attrName>ppt_y</p:attrName>
                                        </p:attrNameLst>
                                      </p:cBhvr>
                                    </p:animMotion>
                                  </p:childTnLst>
                                </p:cTn>
                              </p:par>
                            </p:childTnLst>
                          </p:cTn>
                        </p:par>
                      </p:childTnLst>
                    </p:cTn>
                  </p:par>
                  <p:par>
                    <p:cTn id="107" fill="hold">
                      <p:stCondLst>
                        <p:cond delay="indefinite"/>
                      </p:stCondLst>
                      <p:childTnLst>
                        <p:par>
                          <p:cTn id="108" fill="hold">
                            <p:stCondLst>
                              <p:cond delay="0"/>
                            </p:stCondLst>
                            <p:childTnLst>
                              <p:par>
                                <p:cTn id="109" presetClass="entr" nodeType="clickEffect" presetSubtype="0" presetID="1" grpId="25" fill="hold">
                                  <p:stCondLst>
                                    <p:cond delay="0"/>
                                  </p:stCondLst>
                                  <p:iterate type="el" backwards="0">
                                    <p:tmAbs val="0"/>
                                  </p:iterate>
                                  <p:childTnLst>
                                    <p:set>
                                      <p:cBhvr>
                                        <p:cTn id="110" fill="hold"/>
                                        <p:tgtEl>
                                          <p:spTgt spid="665"/>
                                        </p:tgtEl>
                                        <p:attrNameLst>
                                          <p:attrName>style.visibility</p:attrName>
                                        </p:attrNameLst>
                                      </p:cBhvr>
                                      <p:to>
                                        <p:strVal val="visible"/>
                                      </p:to>
                                    </p:set>
                                  </p:childTnLst>
                                </p:cTn>
                              </p:par>
                            </p:childTnLst>
                          </p:cTn>
                        </p:par>
                        <p:par>
                          <p:cTn id="111" fill="hold">
                            <p:stCondLst>
                              <p:cond delay="0"/>
                            </p:stCondLst>
                            <p:childTnLst>
                              <p:par>
                                <p:cTn id="112" presetClass="path" nodeType="afterEffect" presetSubtype="0" presetID="-1" grpId="26" accel="50000" decel="50000" fill="hold">
                                  <p:stCondLst>
                                    <p:cond delay="0"/>
                                  </p:stCondLst>
                                  <p:childTnLst>
                                    <p:animMotion path="M 0.000000 0.000000 L 0.450446 -0.008395" origin="layout" pathEditMode="relative">
                                      <p:cBhvr>
                                        <p:cTn id="113" dur="2000" fill="hold"/>
                                        <p:tgtEl>
                                          <p:spTgt spid="665"/>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55" grpId="10"/>
      <p:bldP build="whole" bldLvl="1" animBg="1" rev="0" advAuto="0" spid="658" grpId="15"/>
      <p:bldP build="whole" bldLvl="1" animBg="1" rev="0" advAuto="0" spid="663" grpId="21"/>
      <p:bldP build="whole" bldLvl="1" animBg="1" rev="0" advAuto="0" spid="664" grpId="23"/>
      <p:bldP build="whole" bldLvl="1" animBg="1" rev="0" advAuto="0" spid="637" grpId="4"/>
      <p:bldP build="whole" bldLvl="1" animBg="1" rev="0" advAuto="0" spid="651" grpId="9"/>
      <p:bldP build="whole" bldLvl="1" animBg="1" rev="0" advAuto="0" spid="657" grpId="13"/>
      <p:bldP build="whole" bldLvl="1" animBg="1" rev="0" advAuto="0" spid="649" grpId="7"/>
      <p:bldP build="whole" bldLvl="1" animBg="1" rev="0" advAuto="0" spid="648" grpId="6"/>
      <p:bldP build="whole" bldLvl="1" animBg="1" rev="0" advAuto="0" spid="659" grpId="18"/>
      <p:bldP build="whole" bldLvl="1" animBg="1" rev="0" advAuto="0" spid="652" grpId="20"/>
      <p:bldP build="whole" bldLvl="1" animBg="1" rev="0" advAuto="0" spid="665" grpId="25"/>
      <p:bldP build="whole" bldLvl="1" animBg="1" rev="0" advAuto="0" spid="653" grpId="17"/>
      <p:bldP build="whole" bldLvl="1" animBg="1" rev="0" advAuto="0" spid="642" grpId="8"/>
      <p:bldP build="whole" bldLvl="1" animBg="1" rev="0" advAuto="0" spid="656" grpId="11"/>
      <p:bldP build="whole" bldLvl="1" animBg="1" rev="0" advAuto="0" spid="638" grpId="5"/>
      <p:bldP build="whole" bldLvl="1" animBg="1" rev="0" advAuto="0" spid="650" grpId="3"/>
      <p:bldP build="whole" bldLvl="1" animBg="1" rev="0" advAuto="0" spid="654" grpId="1"/>
      <p:bldP build="whole" bldLvl="1" animBg="1" rev="0" advAuto="0" spid="639" grpId="2"/>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7"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668" name="Straight Connector 23"/>
          <p:cNvSpPr/>
          <p:nvPr/>
        </p:nvSpPr>
        <p:spPr>
          <a:xfrm flipH="1">
            <a:off x="6095999" y="120650"/>
            <a:ext cx="2" cy="6166940"/>
          </a:xfrm>
          <a:prstGeom prst="line">
            <a:avLst/>
          </a:prstGeom>
          <a:ln w="57150">
            <a:solidFill>
              <a:srgbClr val="00B0F0"/>
            </a:solidFill>
          </a:ln>
        </p:spPr>
        <p:txBody>
          <a:bodyPr lIns="45719" rIns="45719"/>
          <a:lstStyle/>
          <a:p>
            <a:pPr>
              <a:defRPr>
                <a:solidFill>
                  <a:srgbClr val="FFFFFF"/>
                </a:solidFill>
              </a:defRPr>
            </a:pPr>
          </a:p>
        </p:txBody>
      </p:sp>
      <p:sp>
        <p:nvSpPr>
          <p:cNvPr id="669" name="Straight Arrow Connector 1"/>
          <p:cNvSpPr/>
          <p:nvPr/>
        </p:nvSpPr>
        <p:spPr>
          <a:xfrm flipV="1">
            <a:off x="1465243" y="1278289"/>
            <a:ext cx="1" cy="2013520"/>
          </a:xfrm>
          <a:prstGeom prst="line">
            <a:avLst/>
          </a:prstGeom>
          <a:ln w="38100">
            <a:solidFill>
              <a:srgbClr val="0099CC"/>
            </a:solidFill>
            <a:tailEnd type="triangle"/>
          </a:ln>
        </p:spPr>
        <p:txBody>
          <a:bodyPr lIns="45719" rIns="45719"/>
          <a:lstStyle/>
          <a:p>
            <a:pPr>
              <a:defRPr>
                <a:solidFill>
                  <a:srgbClr val="FFFFFF"/>
                </a:solidFill>
              </a:defRPr>
            </a:pPr>
          </a:p>
        </p:txBody>
      </p:sp>
      <p:sp>
        <p:nvSpPr>
          <p:cNvPr id="670" name="Straight Arrow Connector 10"/>
          <p:cNvSpPr/>
          <p:nvPr/>
        </p:nvSpPr>
        <p:spPr>
          <a:xfrm flipV="1">
            <a:off x="1341265" y="3129419"/>
            <a:ext cx="2034714" cy="2"/>
          </a:xfrm>
          <a:prstGeom prst="line">
            <a:avLst/>
          </a:prstGeom>
          <a:ln w="38100">
            <a:solidFill>
              <a:srgbClr val="0099CC"/>
            </a:solidFill>
            <a:tailEnd type="triangle"/>
          </a:ln>
        </p:spPr>
        <p:txBody>
          <a:bodyPr lIns="45719" rIns="45719"/>
          <a:lstStyle/>
          <a:p>
            <a:pPr>
              <a:defRPr>
                <a:solidFill>
                  <a:srgbClr val="FFFFFF"/>
                </a:solidFill>
              </a:defRPr>
            </a:pPr>
          </a:p>
        </p:txBody>
      </p:sp>
      <p:sp>
        <p:nvSpPr>
          <p:cNvPr id="671" name="Straight Connector 13"/>
          <p:cNvSpPr/>
          <p:nvPr/>
        </p:nvSpPr>
        <p:spPr>
          <a:xfrm>
            <a:off x="1364126" y="1521719"/>
            <a:ext cx="1943426" cy="1"/>
          </a:xfrm>
          <a:prstGeom prst="line">
            <a:avLst/>
          </a:prstGeom>
          <a:ln w="3175">
            <a:solidFill>
              <a:srgbClr val="808080"/>
            </a:solidFill>
            <a:prstDash val="lgDash"/>
          </a:ln>
        </p:spPr>
        <p:txBody>
          <a:bodyPr lIns="45719" rIns="45719"/>
          <a:lstStyle/>
          <a:p>
            <a:pPr>
              <a:defRPr>
                <a:solidFill>
                  <a:srgbClr val="FFFFFF"/>
                </a:solidFill>
              </a:defRPr>
            </a:pPr>
          </a:p>
        </p:txBody>
      </p:sp>
      <p:sp>
        <p:nvSpPr>
          <p:cNvPr id="672" name="Straight Connector 14"/>
          <p:cNvSpPr/>
          <p:nvPr/>
        </p:nvSpPr>
        <p:spPr>
          <a:xfrm flipV="1">
            <a:off x="2016893" y="3040445"/>
            <a:ext cx="1" cy="177948"/>
          </a:xfrm>
          <a:prstGeom prst="line">
            <a:avLst/>
          </a:prstGeom>
          <a:ln w="12700">
            <a:solidFill>
              <a:srgbClr val="FFFFFF"/>
            </a:solidFill>
          </a:ln>
        </p:spPr>
        <p:txBody>
          <a:bodyPr lIns="45719" rIns="45719"/>
          <a:lstStyle/>
          <a:p>
            <a:pPr>
              <a:defRPr>
                <a:solidFill>
                  <a:srgbClr val="FFFFFF"/>
                </a:solidFill>
              </a:defRPr>
            </a:pPr>
          </a:p>
        </p:txBody>
      </p:sp>
      <p:sp>
        <p:nvSpPr>
          <p:cNvPr id="673" name="Straight Connector 25"/>
          <p:cNvSpPr/>
          <p:nvPr/>
        </p:nvSpPr>
        <p:spPr>
          <a:xfrm flipV="1">
            <a:off x="2557652" y="3031256"/>
            <a:ext cx="1" cy="177948"/>
          </a:xfrm>
          <a:prstGeom prst="line">
            <a:avLst/>
          </a:prstGeom>
          <a:ln w="12700">
            <a:solidFill>
              <a:srgbClr val="FFFFFF"/>
            </a:solidFill>
          </a:ln>
        </p:spPr>
        <p:txBody>
          <a:bodyPr lIns="45719" rIns="45719"/>
          <a:lstStyle/>
          <a:p>
            <a:pPr>
              <a:defRPr>
                <a:solidFill>
                  <a:srgbClr val="FFFFFF"/>
                </a:solidFill>
              </a:defRPr>
            </a:pPr>
          </a:p>
        </p:txBody>
      </p:sp>
      <p:sp>
        <p:nvSpPr>
          <p:cNvPr id="674" name="Straight Connector 28"/>
          <p:cNvSpPr/>
          <p:nvPr/>
        </p:nvSpPr>
        <p:spPr>
          <a:xfrm flipV="1">
            <a:off x="3100223" y="3036458"/>
            <a:ext cx="1" cy="177948"/>
          </a:xfrm>
          <a:prstGeom prst="line">
            <a:avLst/>
          </a:prstGeom>
          <a:ln w="12700">
            <a:solidFill>
              <a:srgbClr val="FFFFFF"/>
            </a:solidFill>
          </a:ln>
        </p:spPr>
        <p:txBody>
          <a:bodyPr lIns="45719" rIns="45719"/>
          <a:lstStyle/>
          <a:p>
            <a:pPr>
              <a:defRPr>
                <a:solidFill>
                  <a:srgbClr val="FFFFFF"/>
                </a:solidFill>
              </a:defRPr>
            </a:pPr>
          </a:p>
        </p:txBody>
      </p:sp>
      <p:sp>
        <p:nvSpPr>
          <p:cNvPr id="675" name="Straight Connector 34"/>
          <p:cNvSpPr/>
          <p:nvPr/>
        </p:nvSpPr>
        <p:spPr>
          <a:xfrm flipV="1">
            <a:off x="1332423" y="1186052"/>
            <a:ext cx="2106347" cy="2070575"/>
          </a:xfrm>
          <a:prstGeom prst="line">
            <a:avLst/>
          </a:prstGeom>
          <a:ln w="19050">
            <a:solidFill>
              <a:srgbClr val="00B050"/>
            </a:solidFill>
          </a:ln>
        </p:spPr>
        <p:txBody>
          <a:bodyPr lIns="45719" rIns="45719"/>
          <a:lstStyle/>
          <a:p>
            <a:pPr>
              <a:defRPr>
                <a:solidFill>
                  <a:srgbClr val="FFFFFF"/>
                </a:solidFill>
              </a:defRPr>
            </a:pPr>
          </a:p>
        </p:txBody>
      </p:sp>
      <p:sp>
        <p:nvSpPr>
          <p:cNvPr id="676" name="TextBox 38"/>
          <p:cNvSpPr txBox="1"/>
          <p:nvPr/>
        </p:nvSpPr>
        <p:spPr>
          <a:xfrm>
            <a:off x="1076457" y="2396537"/>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a:t>
            </a:r>
          </a:p>
        </p:txBody>
      </p:sp>
      <p:sp>
        <p:nvSpPr>
          <p:cNvPr id="677" name="TextBox 40"/>
          <p:cNvSpPr txBox="1"/>
          <p:nvPr/>
        </p:nvSpPr>
        <p:spPr>
          <a:xfrm>
            <a:off x="1089157" y="1858187"/>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a:t>
            </a:r>
          </a:p>
        </p:txBody>
      </p:sp>
      <p:sp>
        <p:nvSpPr>
          <p:cNvPr id="678" name="TextBox 42"/>
          <p:cNvSpPr txBox="1"/>
          <p:nvPr/>
        </p:nvSpPr>
        <p:spPr>
          <a:xfrm>
            <a:off x="1082807" y="1338889"/>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a:t>
            </a:r>
          </a:p>
        </p:txBody>
      </p:sp>
      <p:sp>
        <p:nvSpPr>
          <p:cNvPr id="679" name="TextBox 43"/>
          <p:cNvSpPr txBox="1"/>
          <p:nvPr/>
        </p:nvSpPr>
        <p:spPr>
          <a:xfrm>
            <a:off x="876371" y="1966137"/>
            <a:ext cx="210247"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a:solidFill>
                  <a:srgbClr val="FFFF00"/>
                </a:solidFill>
                <a:latin typeface="Times New Roman"/>
                <a:ea typeface="Times New Roman"/>
                <a:cs typeface="Times New Roman"/>
                <a:sym typeface="Times New Roman"/>
              </a:defRPr>
            </a:lvl1pPr>
          </a:lstStyle>
          <a:p>
            <a:pPr/>
            <a:r>
              <a:t>y</a:t>
            </a:r>
          </a:p>
        </p:txBody>
      </p:sp>
      <p:sp>
        <p:nvSpPr>
          <p:cNvPr id="680" name="TextBox 44"/>
          <p:cNvSpPr txBox="1"/>
          <p:nvPr/>
        </p:nvSpPr>
        <p:spPr>
          <a:xfrm>
            <a:off x="2234120" y="3393821"/>
            <a:ext cx="279830"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a:solidFill>
                  <a:srgbClr val="FFFF00"/>
                </a:solidFill>
                <a:latin typeface="Times New Roman"/>
                <a:ea typeface="Times New Roman"/>
                <a:cs typeface="Times New Roman"/>
                <a:sym typeface="Times New Roman"/>
              </a:defRPr>
            </a:lvl1pPr>
          </a:lstStyle>
          <a:p>
            <a:pPr/>
            <a:r>
              <a:t>x</a:t>
            </a:r>
          </a:p>
        </p:txBody>
      </p:sp>
      <p:sp>
        <p:nvSpPr>
          <p:cNvPr id="681" name="TextBox 46"/>
          <p:cNvSpPr txBox="1"/>
          <p:nvPr/>
        </p:nvSpPr>
        <p:spPr>
          <a:xfrm>
            <a:off x="1911771" y="3249472"/>
            <a:ext cx="220003"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a:t>
            </a:r>
          </a:p>
        </p:txBody>
      </p:sp>
      <p:sp>
        <p:nvSpPr>
          <p:cNvPr id="682" name="TextBox 47"/>
          <p:cNvSpPr txBox="1"/>
          <p:nvPr/>
        </p:nvSpPr>
        <p:spPr>
          <a:xfrm>
            <a:off x="2452528" y="3243122"/>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a:t>
            </a:r>
          </a:p>
        </p:txBody>
      </p:sp>
      <p:sp>
        <p:nvSpPr>
          <p:cNvPr id="683" name="TextBox 48"/>
          <p:cNvSpPr txBox="1"/>
          <p:nvPr/>
        </p:nvSpPr>
        <p:spPr>
          <a:xfrm>
            <a:off x="2995100" y="3244802"/>
            <a:ext cx="220003"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a:t>
            </a:r>
          </a:p>
        </p:txBody>
      </p:sp>
      <p:sp>
        <p:nvSpPr>
          <p:cNvPr id="684" name="TextBox 49"/>
          <p:cNvSpPr txBox="1"/>
          <p:nvPr/>
        </p:nvSpPr>
        <p:spPr>
          <a:xfrm>
            <a:off x="1269198" y="3236102"/>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685" name="Straight Connector 51"/>
          <p:cNvSpPr/>
          <p:nvPr/>
        </p:nvSpPr>
        <p:spPr>
          <a:xfrm>
            <a:off x="1357502" y="2580552"/>
            <a:ext cx="207579" cy="1"/>
          </a:xfrm>
          <a:prstGeom prst="line">
            <a:avLst/>
          </a:prstGeom>
          <a:ln w="12700">
            <a:solidFill>
              <a:srgbClr val="FFFFFF"/>
            </a:solidFill>
          </a:ln>
        </p:spPr>
        <p:txBody>
          <a:bodyPr lIns="45719" rIns="45719"/>
          <a:lstStyle/>
          <a:p>
            <a:pPr>
              <a:defRPr>
                <a:solidFill>
                  <a:srgbClr val="FFFFFF"/>
                </a:solidFill>
              </a:defRPr>
            </a:pPr>
          </a:p>
        </p:txBody>
      </p:sp>
      <p:sp>
        <p:nvSpPr>
          <p:cNvPr id="686" name="Straight Connector 53"/>
          <p:cNvSpPr/>
          <p:nvPr/>
        </p:nvSpPr>
        <p:spPr>
          <a:xfrm>
            <a:off x="1363852" y="2047152"/>
            <a:ext cx="207579" cy="1"/>
          </a:xfrm>
          <a:prstGeom prst="line">
            <a:avLst/>
          </a:prstGeom>
          <a:ln w="12700">
            <a:solidFill>
              <a:srgbClr val="FFFFFF"/>
            </a:solidFill>
          </a:ln>
        </p:spPr>
        <p:txBody>
          <a:bodyPr lIns="45719" rIns="45719"/>
          <a:lstStyle/>
          <a:p>
            <a:pPr>
              <a:defRPr>
                <a:solidFill>
                  <a:srgbClr val="FFFFFF"/>
                </a:solidFill>
              </a:defRPr>
            </a:pPr>
          </a:p>
        </p:txBody>
      </p:sp>
      <p:sp>
        <p:nvSpPr>
          <p:cNvPr id="687" name="Straight Connector 54"/>
          <p:cNvSpPr/>
          <p:nvPr/>
        </p:nvSpPr>
        <p:spPr>
          <a:xfrm>
            <a:off x="1357502" y="1520103"/>
            <a:ext cx="207579" cy="1"/>
          </a:xfrm>
          <a:prstGeom prst="line">
            <a:avLst/>
          </a:prstGeom>
          <a:ln w="12700">
            <a:solidFill>
              <a:srgbClr val="FFFFFF"/>
            </a:solidFill>
          </a:ln>
        </p:spPr>
        <p:txBody>
          <a:bodyPr lIns="45719" rIns="45719"/>
          <a:lstStyle/>
          <a:p>
            <a:pPr>
              <a:defRPr>
                <a:solidFill>
                  <a:srgbClr val="FFFFFF"/>
                </a:solidFill>
              </a:defRPr>
            </a:pPr>
          </a:p>
        </p:txBody>
      </p:sp>
      <p:sp>
        <p:nvSpPr>
          <p:cNvPr id="688" name="Straight Arrow Connector 58"/>
          <p:cNvSpPr/>
          <p:nvPr/>
        </p:nvSpPr>
        <p:spPr>
          <a:xfrm flipV="1">
            <a:off x="7911285" y="1502433"/>
            <a:ext cx="1" cy="2013520"/>
          </a:xfrm>
          <a:prstGeom prst="line">
            <a:avLst/>
          </a:prstGeom>
          <a:ln w="38100">
            <a:solidFill>
              <a:srgbClr val="0099CC"/>
            </a:solidFill>
            <a:tailEnd type="triangle"/>
          </a:ln>
        </p:spPr>
        <p:txBody>
          <a:bodyPr lIns="45719" rIns="45719"/>
          <a:lstStyle/>
          <a:p>
            <a:pPr>
              <a:defRPr>
                <a:solidFill>
                  <a:srgbClr val="FFFFFF"/>
                </a:solidFill>
              </a:defRPr>
            </a:pPr>
          </a:p>
        </p:txBody>
      </p:sp>
      <p:sp>
        <p:nvSpPr>
          <p:cNvPr id="689" name="Straight Arrow Connector 59"/>
          <p:cNvSpPr/>
          <p:nvPr/>
        </p:nvSpPr>
        <p:spPr>
          <a:xfrm>
            <a:off x="7019320" y="3353563"/>
            <a:ext cx="4279901"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690" name="Straight Connector 61"/>
          <p:cNvSpPr/>
          <p:nvPr/>
        </p:nvSpPr>
        <p:spPr>
          <a:xfrm flipV="1">
            <a:off x="8462935" y="3264590"/>
            <a:ext cx="1" cy="177948"/>
          </a:xfrm>
          <a:prstGeom prst="line">
            <a:avLst/>
          </a:prstGeom>
          <a:ln w="12700">
            <a:solidFill>
              <a:srgbClr val="FFFFFF"/>
            </a:solidFill>
          </a:ln>
        </p:spPr>
        <p:txBody>
          <a:bodyPr lIns="45719" rIns="45719"/>
          <a:lstStyle/>
          <a:p>
            <a:pPr>
              <a:defRPr>
                <a:solidFill>
                  <a:srgbClr val="FFFFFF"/>
                </a:solidFill>
              </a:defRPr>
            </a:pPr>
          </a:p>
        </p:txBody>
      </p:sp>
      <p:sp>
        <p:nvSpPr>
          <p:cNvPr id="691" name="Straight Connector 62"/>
          <p:cNvSpPr/>
          <p:nvPr/>
        </p:nvSpPr>
        <p:spPr>
          <a:xfrm flipV="1">
            <a:off x="9003692" y="3255400"/>
            <a:ext cx="1" cy="177948"/>
          </a:xfrm>
          <a:prstGeom prst="line">
            <a:avLst/>
          </a:prstGeom>
          <a:ln w="12700">
            <a:solidFill>
              <a:srgbClr val="FFFFFF"/>
            </a:solidFill>
          </a:ln>
        </p:spPr>
        <p:txBody>
          <a:bodyPr lIns="45719" rIns="45719"/>
          <a:lstStyle/>
          <a:p>
            <a:pPr>
              <a:defRPr>
                <a:solidFill>
                  <a:srgbClr val="FFFFFF"/>
                </a:solidFill>
              </a:defRPr>
            </a:pPr>
          </a:p>
        </p:txBody>
      </p:sp>
      <p:sp>
        <p:nvSpPr>
          <p:cNvPr id="692" name="Straight Connector 63"/>
          <p:cNvSpPr/>
          <p:nvPr/>
        </p:nvSpPr>
        <p:spPr>
          <a:xfrm flipV="1">
            <a:off x="9546263" y="3260602"/>
            <a:ext cx="1" cy="177948"/>
          </a:xfrm>
          <a:prstGeom prst="line">
            <a:avLst/>
          </a:prstGeom>
          <a:ln w="12700">
            <a:solidFill>
              <a:srgbClr val="FFFFFF"/>
            </a:solidFill>
          </a:ln>
        </p:spPr>
        <p:txBody>
          <a:bodyPr lIns="45719" rIns="45719"/>
          <a:lstStyle/>
          <a:p>
            <a:pPr>
              <a:defRPr>
                <a:solidFill>
                  <a:srgbClr val="FFFFFF"/>
                </a:solidFill>
              </a:defRPr>
            </a:pPr>
          </a:p>
        </p:txBody>
      </p:sp>
      <p:sp>
        <p:nvSpPr>
          <p:cNvPr id="693" name="TextBox 65"/>
          <p:cNvSpPr txBox="1"/>
          <p:nvPr/>
        </p:nvSpPr>
        <p:spPr>
          <a:xfrm>
            <a:off x="7522498" y="2620680"/>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a:t>
            </a:r>
          </a:p>
        </p:txBody>
      </p:sp>
      <p:sp>
        <p:nvSpPr>
          <p:cNvPr id="694" name="TextBox 66"/>
          <p:cNvSpPr txBox="1"/>
          <p:nvPr/>
        </p:nvSpPr>
        <p:spPr>
          <a:xfrm>
            <a:off x="7535198" y="2082332"/>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a:t>
            </a:r>
          </a:p>
        </p:txBody>
      </p:sp>
      <p:sp>
        <p:nvSpPr>
          <p:cNvPr id="695" name="TextBox 67"/>
          <p:cNvSpPr txBox="1"/>
          <p:nvPr/>
        </p:nvSpPr>
        <p:spPr>
          <a:xfrm>
            <a:off x="7528848" y="1563032"/>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a:t>
            </a:r>
          </a:p>
        </p:txBody>
      </p:sp>
      <p:sp>
        <p:nvSpPr>
          <p:cNvPr id="696" name="TextBox 68"/>
          <p:cNvSpPr txBox="1"/>
          <p:nvPr/>
        </p:nvSpPr>
        <p:spPr>
          <a:xfrm>
            <a:off x="7650864" y="1059003"/>
            <a:ext cx="512937"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697" name="TextBox 69"/>
          <p:cNvSpPr txBox="1"/>
          <p:nvPr/>
        </p:nvSpPr>
        <p:spPr>
          <a:xfrm>
            <a:off x="11436177" y="3162524"/>
            <a:ext cx="187849" cy="204287"/>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698" name="TextBox 70"/>
          <p:cNvSpPr txBox="1"/>
          <p:nvPr/>
        </p:nvSpPr>
        <p:spPr>
          <a:xfrm>
            <a:off x="8264964" y="3473615"/>
            <a:ext cx="393575"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0.5</a:t>
            </a:r>
          </a:p>
        </p:txBody>
      </p:sp>
      <p:sp>
        <p:nvSpPr>
          <p:cNvPr id="699" name="TextBox 71"/>
          <p:cNvSpPr txBox="1"/>
          <p:nvPr/>
        </p:nvSpPr>
        <p:spPr>
          <a:xfrm>
            <a:off x="8898570" y="3467265"/>
            <a:ext cx="220003"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a:t>
            </a:r>
          </a:p>
        </p:txBody>
      </p:sp>
      <p:sp>
        <p:nvSpPr>
          <p:cNvPr id="700" name="TextBox 72"/>
          <p:cNvSpPr txBox="1"/>
          <p:nvPr/>
        </p:nvSpPr>
        <p:spPr>
          <a:xfrm>
            <a:off x="9353777" y="3473615"/>
            <a:ext cx="393575"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1.5</a:t>
            </a:r>
          </a:p>
        </p:txBody>
      </p:sp>
      <p:sp>
        <p:nvSpPr>
          <p:cNvPr id="701" name="TextBox 73"/>
          <p:cNvSpPr txBox="1"/>
          <p:nvPr/>
        </p:nvSpPr>
        <p:spPr>
          <a:xfrm>
            <a:off x="7819639" y="3512113"/>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702" name="Straight Connector 74"/>
          <p:cNvSpPr/>
          <p:nvPr/>
        </p:nvSpPr>
        <p:spPr>
          <a:xfrm>
            <a:off x="7803543" y="2804697"/>
            <a:ext cx="207579" cy="1"/>
          </a:xfrm>
          <a:prstGeom prst="line">
            <a:avLst/>
          </a:prstGeom>
          <a:ln w="12700">
            <a:solidFill>
              <a:srgbClr val="FFFFFF"/>
            </a:solidFill>
          </a:ln>
        </p:spPr>
        <p:txBody>
          <a:bodyPr lIns="45719" rIns="45719"/>
          <a:lstStyle/>
          <a:p>
            <a:pPr>
              <a:defRPr>
                <a:solidFill>
                  <a:srgbClr val="FFFFFF"/>
                </a:solidFill>
              </a:defRPr>
            </a:pPr>
          </a:p>
        </p:txBody>
      </p:sp>
      <p:sp>
        <p:nvSpPr>
          <p:cNvPr id="703" name="Straight Connector 75"/>
          <p:cNvSpPr/>
          <p:nvPr/>
        </p:nvSpPr>
        <p:spPr>
          <a:xfrm>
            <a:off x="7809893" y="2271297"/>
            <a:ext cx="207579" cy="1"/>
          </a:xfrm>
          <a:prstGeom prst="line">
            <a:avLst/>
          </a:prstGeom>
          <a:ln w="12700">
            <a:solidFill>
              <a:srgbClr val="FFFFFF"/>
            </a:solidFill>
          </a:ln>
        </p:spPr>
        <p:txBody>
          <a:bodyPr lIns="45719" rIns="45719"/>
          <a:lstStyle/>
          <a:p>
            <a:pPr>
              <a:defRPr>
                <a:solidFill>
                  <a:srgbClr val="FFFFFF"/>
                </a:solidFill>
              </a:defRPr>
            </a:pPr>
          </a:p>
        </p:txBody>
      </p:sp>
      <p:sp>
        <p:nvSpPr>
          <p:cNvPr id="704" name="Straight Connector 76"/>
          <p:cNvSpPr/>
          <p:nvPr/>
        </p:nvSpPr>
        <p:spPr>
          <a:xfrm>
            <a:off x="7803543" y="1744247"/>
            <a:ext cx="207579" cy="1"/>
          </a:xfrm>
          <a:prstGeom prst="line">
            <a:avLst/>
          </a:prstGeom>
          <a:ln w="12700">
            <a:solidFill>
              <a:srgbClr val="FFFFFF"/>
            </a:solidFill>
          </a:ln>
        </p:spPr>
        <p:txBody>
          <a:bodyPr lIns="45719" rIns="45719"/>
          <a:lstStyle/>
          <a:p>
            <a:pPr>
              <a:defRPr>
                <a:solidFill>
                  <a:srgbClr val="FFFFFF"/>
                </a:solidFill>
              </a:defRPr>
            </a:pPr>
          </a:p>
        </p:txBody>
      </p:sp>
      <p:sp>
        <p:nvSpPr>
          <p:cNvPr id="705" name="TextBox 78"/>
          <p:cNvSpPr txBox="1"/>
          <p:nvPr/>
        </p:nvSpPr>
        <p:spPr>
          <a:xfrm>
            <a:off x="2150035" y="190250"/>
            <a:ext cx="1635386" cy="4793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400">
                <a:solidFill>
                  <a:srgbClr val="FFFF00"/>
                </a:solidFill>
                <a:latin typeface="Times New Roman"/>
                <a:ea typeface="Times New Roman"/>
                <a:cs typeface="Times New Roman"/>
                <a:sym typeface="Times New Roman"/>
              </a:defRPr>
            </a:pPr>
            <a:r>
              <a:t>h</a:t>
            </a:r>
            <a:r>
              <a:rPr baseline="-25000"/>
              <a:t>θ</a:t>
            </a:r>
            <a:r>
              <a:t>(x)</a:t>
            </a:r>
          </a:p>
        </p:txBody>
      </p:sp>
      <p:sp>
        <p:nvSpPr>
          <p:cNvPr id="706" name="TextBox 79"/>
          <p:cNvSpPr txBox="1"/>
          <p:nvPr/>
        </p:nvSpPr>
        <p:spPr>
          <a:xfrm>
            <a:off x="9173549" y="190250"/>
            <a:ext cx="729941" cy="374906"/>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400" i="1">
                      <a:solidFill>
                        <a:srgbClr val="FFFF00"/>
                      </a:solidFill>
                      <a:latin typeface="Cambria Math" panose="02040503050406030204" pitchFamily="18" charset="0"/>
                    </a:rPr>
                    <m:t>𝑱</m:t>
                  </m:r>
                  <m:d>
                    <m:dPr>
                      <m:ctrlPr>
                        <a:rPr xmlns:a="http://schemas.openxmlformats.org/drawingml/2006/main" sz="2400" i="1">
                          <a:solidFill>
                            <a:srgbClr val="FFFF00"/>
                          </a:solidFill>
                          <a:latin typeface="Cambria Math" panose="02040503050406030204" pitchFamily="18" charset="0"/>
                        </a:rPr>
                      </m:ctrlPr>
                    </m:dPr>
                    <m:e>
                      <m:sSub>
                        <m:e>
                          <m:r>
                            <m:rPr>
                              <m:nor/>
                            </m:rPr>
                            <a:rPr xmlns:a="http://schemas.openxmlformats.org/drawingml/2006/main" sz="2400" i="1">
                              <a:solidFill>
                                <a:srgbClr val="FFFF00"/>
                              </a:solidFill>
                              <a:latin typeface="Cambria Math" panose="02040503050406030204" pitchFamily="18" charset="0"/>
                            </a:rPr>
                            <m:t>θ</m:t>
                          </m:r>
                        </m:e>
                        <m:sub>
                          <m:r>
                            <a:rPr xmlns:a="http://schemas.openxmlformats.org/drawingml/2006/main" sz="2400" i="1">
                              <a:solidFill>
                                <a:srgbClr val="FFFF00"/>
                              </a:solidFill>
                              <a:latin typeface="Cambria Math" panose="02040503050406030204" pitchFamily="18" charset="0"/>
                            </a:rPr>
                            <m:t>𝟏</m:t>
                          </m:r>
                        </m:sub>
                      </m:sSub>
                    </m:e>
                  </m:d>
                  <m:r>
                    <a:rPr xmlns:a="http://schemas.openxmlformats.org/drawingml/2006/main" sz="2400" i="1">
                      <a:solidFill>
                        <a:srgbClr val="FFFF00"/>
                      </a:solidFill>
                      <a:latin typeface="Cambria Math" panose="02040503050406030204" pitchFamily="18" charset="0"/>
                    </a:rPr>
                    <m:t/>
                  </m:r>
                </m:oMath>
              </m:oMathPara>
            </a14:m>
            <a:endParaRPr sz="2400">
              <a:solidFill>
                <a:srgbClr val="FFFF00"/>
              </a:solidFill>
            </a:endParaRPr>
          </a:p>
        </p:txBody>
      </p:sp>
      <p:sp>
        <p:nvSpPr>
          <p:cNvPr id="707" name="TextBox 22"/>
          <p:cNvSpPr txBox="1"/>
          <p:nvPr/>
        </p:nvSpPr>
        <p:spPr>
          <a:xfrm>
            <a:off x="1918901" y="2375934"/>
            <a:ext cx="230644" cy="3401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08" name="Straight Connector 27"/>
          <p:cNvSpPr/>
          <p:nvPr/>
        </p:nvSpPr>
        <p:spPr>
          <a:xfrm>
            <a:off x="1386907" y="2044487"/>
            <a:ext cx="1943426" cy="1"/>
          </a:xfrm>
          <a:prstGeom prst="line">
            <a:avLst/>
          </a:prstGeom>
          <a:ln w="3175">
            <a:solidFill>
              <a:srgbClr val="808080"/>
            </a:solidFill>
            <a:prstDash val="lgDash"/>
          </a:ln>
        </p:spPr>
        <p:txBody>
          <a:bodyPr lIns="45719" rIns="45719"/>
          <a:lstStyle/>
          <a:p>
            <a:pPr>
              <a:defRPr>
                <a:solidFill>
                  <a:srgbClr val="FFFFFF"/>
                </a:solidFill>
              </a:defRPr>
            </a:pPr>
          </a:p>
        </p:txBody>
      </p:sp>
      <p:sp>
        <p:nvSpPr>
          <p:cNvPr id="709" name="Straight Connector 29"/>
          <p:cNvSpPr/>
          <p:nvPr/>
        </p:nvSpPr>
        <p:spPr>
          <a:xfrm>
            <a:off x="1435094" y="2577906"/>
            <a:ext cx="1943427" cy="1"/>
          </a:xfrm>
          <a:prstGeom prst="line">
            <a:avLst/>
          </a:prstGeom>
          <a:ln w="3175">
            <a:solidFill>
              <a:srgbClr val="FFFFFF"/>
            </a:solidFill>
            <a:prstDash val="lgDash"/>
          </a:ln>
        </p:spPr>
        <p:txBody>
          <a:bodyPr lIns="45719" rIns="45719"/>
          <a:lstStyle/>
          <a:p>
            <a:pPr>
              <a:defRPr>
                <a:solidFill>
                  <a:srgbClr val="FFFFFF"/>
                </a:solidFill>
              </a:defRPr>
            </a:pPr>
          </a:p>
        </p:txBody>
      </p:sp>
      <p:sp>
        <p:nvSpPr>
          <p:cNvPr id="710" name="Straight Connector 30"/>
          <p:cNvSpPr/>
          <p:nvPr/>
        </p:nvSpPr>
        <p:spPr>
          <a:xfrm flipV="1">
            <a:off x="2016893" y="1514150"/>
            <a:ext cx="1" cy="1564530"/>
          </a:xfrm>
          <a:prstGeom prst="line">
            <a:avLst/>
          </a:prstGeom>
          <a:ln w="3175">
            <a:solidFill>
              <a:srgbClr val="808080"/>
            </a:solidFill>
            <a:prstDash val="lgDash"/>
          </a:ln>
        </p:spPr>
        <p:txBody>
          <a:bodyPr lIns="45719" rIns="45719"/>
          <a:lstStyle/>
          <a:p>
            <a:pPr>
              <a:defRPr>
                <a:solidFill>
                  <a:srgbClr val="FFFFFF"/>
                </a:solidFill>
              </a:defRPr>
            </a:pPr>
          </a:p>
        </p:txBody>
      </p:sp>
      <p:sp>
        <p:nvSpPr>
          <p:cNvPr id="711" name="Straight Connector 32"/>
          <p:cNvSpPr/>
          <p:nvPr/>
        </p:nvSpPr>
        <p:spPr>
          <a:xfrm flipV="1">
            <a:off x="2557652" y="1535776"/>
            <a:ext cx="1" cy="1564530"/>
          </a:xfrm>
          <a:prstGeom prst="line">
            <a:avLst/>
          </a:prstGeom>
          <a:ln w="3175">
            <a:solidFill>
              <a:srgbClr val="808080"/>
            </a:solidFill>
            <a:prstDash val="lgDash"/>
          </a:ln>
        </p:spPr>
        <p:txBody>
          <a:bodyPr lIns="45719" rIns="45719"/>
          <a:lstStyle/>
          <a:p>
            <a:pPr>
              <a:defRPr>
                <a:solidFill>
                  <a:srgbClr val="FFFFFF"/>
                </a:solidFill>
              </a:defRPr>
            </a:pPr>
          </a:p>
        </p:txBody>
      </p:sp>
      <p:sp>
        <p:nvSpPr>
          <p:cNvPr id="712" name="Straight Connector 33"/>
          <p:cNvSpPr/>
          <p:nvPr/>
        </p:nvSpPr>
        <p:spPr>
          <a:xfrm flipV="1">
            <a:off x="3100223" y="1523341"/>
            <a:ext cx="1" cy="1564530"/>
          </a:xfrm>
          <a:prstGeom prst="line">
            <a:avLst/>
          </a:prstGeom>
          <a:ln w="3175">
            <a:solidFill>
              <a:srgbClr val="808080"/>
            </a:solidFill>
            <a:prstDash val="lgDash"/>
          </a:ln>
        </p:spPr>
        <p:txBody>
          <a:bodyPr lIns="45719" rIns="45719"/>
          <a:lstStyle/>
          <a:p>
            <a:pPr>
              <a:defRPr>
                <a:solidFill>
                  <a:srgbClr val="FFFFFF"/>
                </a:solidFill>
              </a:defRPr>
            </a:pPr>
          </a:p>
        </p:txBody>
      </p:sp>
      <p:sp>
        <p:nvSpPr>
          <p:cNvPr id="713" name="TextBox 35"/>
          <p:cNvSpPr txBox="1"/>
          <p:nvPr/>
        </p:nvSpPr>
        <p:spPr>
          <a:xfrm>
            <a:off x="2459275" y="1842798"/>
            <a:ext cx="230644" cy="34018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14" name="TextBox 36"/>
          <p:cNvSpPr txBox="1"/>
          <p:nvPr/>
        </p:nvSpPr>
        <p:spPr>
          <a:xfrm>
            <a:off x="2993933" y="1318014"/>
            <a:ext cx="230645" cy="34018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15" name="Straight Connector 52"/>
          <p:cNvSpPr/>
          <p:nvPr/>
        </p:nvSpPr>
        <p:spPr>
          <a:xfrm flipV="1">
            <a:off x="1240079" y="2090278"/>
            <a:ext cx="2299104" cy="1152845"/>
          </a:xfrm>
          <a:prstGeom prst="line">
            <a:avLst/>
          </a:prstGeom>
          <a:ln w="19050">
            <a:solidFill>
              <a:srgbClr val="FF0000"/>
            </a:solidFill>
          </a:ln>
        </p:spPr>
        <p:txBody>
          <a:bodyPr lIns="45719" rIns="45719"/>
          <a:lstStyle/>
          <a:p>
            <a:pPr>
              <a:defRPr>
                <a:solidFill>
                  <a:srgbClr val="FFFFFF"/>
                </a:solidFill>
              </a:defRPr>
            </a:pPr>
          </a:p>
        </p:txBody>
      </p:sp>
      <p:sp>
        <p:nvSpPr>
          <p:cNvPr id="716" name="Straight Connector 81"/>
          <p:cNvSpPr/>
          <p:nvPr/>
        </p:nvSpPr>
        <p:spPr>
          <a:xfrm>
            <a:off x="1332423" y="3129419"/>
            <a:ext cx="2106348" cy="1"/>
          </a:xfrm>
          <a:prstGeom prst="line">
            <a:avLst/>
          </a:prstGeom>
          <a:ln w="19050">
            <a:solidFill>
              <a:srgbClr val="FFFFFF"/>
            </a:solidFill>
          </a:ln>
        </p:spPr>
        <p:txBody>
          <a:bodyPr lIns="45719" rIns="45719"/>
          <a:lstStyle/>
          <a:p>
            <a:pPr>
              <a:defRPr>
                <a:solidFill>
                  <a:srgbClr val="FFFFFF"/>
                </a:solidFill>
              </a:defRPr>
            </a:pPr>
          </a:p>
        </p:txBody>
      </p:sp>
      <p:grpSp>
        <p:nvGrpSpPr>
          <p:cNvPr id="722" name="Group 136"/>
          <p:cNvGrpSpPr/>
          <p:nvPr/>
        </p:nvGrpSpPr>
        <p:grpSpPr>
          <a:xfrm>
            <a:off x="1318317" y="3698730"/>
            <a:ext cx="3093200" cy="593155"/>
            <a:chOff x="0" y="0"/>
            <a:chExt cx="3093198" cy="593154"/>
          </a:xfrm>
        </p:grpSpPr>
        <p:grpSp>
          <p:nvGrpSpPr>
            <p:cNvPr id="720" name="Group 85"/>
            <p:cNvGrpSpPr/>
            <p:nvPr/>
          </p:nvGrpSpPr>
          <p:grpSpPr>
            <a:xfrm>
              <a:off x="731277" y="0"/>
              <a:ext cx="2361922" cy="593155"/>
              <a:chOff x="0" y="0"/>
              <a:chExt cx="2361920" cy="593154"/>
            </a:xfrm>
          </p:grpSpPr>
          <p:sp>
            <p:nvSpPr>
              <p:cNvPr id="717" name="TextBox 86"/>
              <p:cNvSpPr txBox="1"/>
              <p:nvPr/>
            </p:nvSpPr>
            <p:spPr>
              <a:xfrm>
                <a:off x="839688" y="169486"/>
                <a:ext cx="1522233" cy="423669"/>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1600" i="1">
                                  <a:solidFill>
                                    <a:srgbClr val="FFFF00"/>
                                  </a:solidFill>
                                  <a:latin typeface="Cambria Math" panose="02040503050406030204" pitchFamily="18" charset="0"/>
                                </a:rPr>
                              </m:ctrlPr>
                            </m:dPr>
                            <m:e>
                              <m:sSub>
                                <m:e>
                                  <m:r>
                                    <a:rPr xmlns:a="http://schemas.openxmlformats.org/drawingml/2006/main" sz="1600" i="1">
                                      <a:solidFill>
                                        <a:srgbClr val="FFFF00"/>
                                      </a:solidFill>
                                      <a:latin typeface="Cambria Math" panose="02040503050406030204" pitchFamily="18" charset="0"/>
                                    </a:rPr>
                                    <m:t>𝒉</m:t>
                                  </m:r>
                                </m:e>
                                <m:sub>
                                  <m:r>
                                    <m:rPr>
                                      <m:nor/>
                                    </m:rPr>
                                    <a:rPr xmlns:a="http://schemas.openxmlformats.org/drawingml/2006/main" sz="1600" i="1">
                                      <a:solidFill>
                                        <a:srgbClr val="FFFF00"/>
                                      </a:solidFill>
                                      <a:latin typeface="Cambria Math" panose="02040503050406030204" pitchFamily="18" charset="0"/>
                                    </a:rPr>
                                    <m:t>θ</m:t>
                                  </m:r>
                                </m:sub>
                              </m:sSub>
                              <m:r>
                                <a:rPr xmlns:a="http://schemas.openxmlformats.org/drawingml/2006/main" sz="1600" i="1">
                                  <a:solidFill>
                                    <a:srgbClr val="FFFF00"/>
                                  </a:solidFill>
                                  <a:latin typeface="Cambria Math" panose="02040503050406030204" pitchFamily="18" charset="0"/>
                                </a:rPr>
                                <m:t>(</m:t>
                              </m:r>
                              <m:sSup>
                                <m:e>
                                  <m:r>
                                    <a:rPr xmlns:a="http://schemas.openxmlformats.org/drawingml/2006/main" sz="1600" i="1">
                                      <a:solidFill>
                                        <a:srgbClr val="FFFF00"/>
                                      </a:solidFill>
                                      <a:latin typeface="Cambria Math" panose="02040503050406030204" pitchFamily="18" charset="0"/>
                                    </a:rPr>
                                    <m:t>𝒙</m:t>
                                  </m:r>
                                </m:e>
                                <m:sup>
                                  <m:d>
                                    <m:dPr>
                                      <m:ctrlPr>
                                        <a:rPr xmlns:a="http://schemas.openxmlformats.org/drawingml/2006/main" sz="1600" i="1">
                                          <a:solidFill>
                                            <a:srgbClr val="FFFF00"/>
                                          </a:solidFill>
                                          <a:latin typeface="Cambria Math" panose="02040503050406030204" pitchFamily="18" charset="0"/>
                                        </a:rPr>
                                      </m:ctrlPr>
                                    </m:dPr>
                                    <m:e>
                                      <m:r>
                                        <a:rPr xmlns:a="http://schemas.openxmlformats.org/drawingml/2006/main" sz="1600" i="1">
                                          <a:solidFill>
                                            <a:srgbClr val="FFFF00"/>
                                          </a:solidFill>
                                          <a:latin typeface="Cambria Math" panose="02040503050406030204" pitchFamily="18" charset="0"/>
                                        </a:rPr>
                                        <m:t>𝒊</m:t>
                                      </m:r>
                                    </m:e>
                                  </m:d>
                                </m:sup>
                              </m:sSup>
                              <m:r>
                                <a:rPr xmlns:a="http://schemas.openxmlformats.org/drawingml/2006/main" sz="1600" i="1">
                                  <a:solidFill>
                                    <a:srgbClr val="FFFF00"/>
                                  </a:solidFill>
                                  <a:latin typeface="Cambria Math" panose="02040503050406030204" pitchFamily="18" charset="0"/>
                                </a:rPr>
                                <m:t>)</m:t>
                              </m:r>
                              <m:r>
                                <a:rPr xmlns:a="http://schemas.openxmlformats.org/drawingml/2006/main" sz="1600" i="1">
                                  <a:solidFill>
                                    <a:srgbClr val="FFFF00"/>
                                  </a:solidFill>
                                  <a:latin typeface="Cambria Math" panose="02040503050406030204" pitchFamily="18" charset="0"/>
                                </a:rPr>
                                <m:t/>
                              </m:r>
                              <m:r>
                                <a:rPr xmlns:a="http://schemas.openxmlformats.org/drawingml/2006/main" sz="1600" i="1">
                                  <a:solidFill>
                                    <a:srgbClr val="FFFF00"/>
                                  </a:solidFill>
                                  <a:latin typeface="Cambria Math" panose="02040503050406030204" pitchFamily="18" charset="0"/>
                                </a:rPr>
                                <m:t>−</m:t>
                              </m:r>
                              <m:r>
                                <a:rPr xmlns:a="http://schemas.openxmlformats.org/drawingml/2006/main" sz="1600" i="1">
                                  <a:solidFill>
                                    <a:srgbClr val="FFFF00"/>
                                  </a:solidFill>
                                  <a:latin typeface="Cambria Math" panose="02040503050406030204" pitchFamily="18" charset="0"/>
                                </a:rPr>
                                <m:t/>
                              </m:r>
                              <m:sSup>
                                <m:e>
                                  <m:r>
                                    <a:rPr xmlns:a="http://schemas.openxmlformats.org/drawingml/2006/main" sz="1600" i="1">
                                      <a:solidFill>
                                        <a:srgbClr val="FFFF00"/>
                                      </a:solidFill>
                                      <a:latin typeface="Cambria Math" panose="02040503050406030204" pitchFamily="18" charset="0"/>
                                    </a:rPr>
                                    <m:t>𝒚</m:t>
                                  </m:r>
                                </m:e>
                                <m:sup>
                                  <m:r>
                                    <a:rPr xmlns:a="http://schemas.openxmlformats.org/drawingml/2006/main" sz="1600" i="1">
                                      <a:solidFill>
                                        <a:srgbClr val="FFFF00"/>
                                      </a:solidFill>
                                      <a:latin typeface="Cambria Math" panose="02040503050406030204" pitchFamily="18" charset="0"/>
                                    </a:rPr>
                                    <m:t>(</m:t>
                                  </m:r>
                                  <m:r>
                                    <a:rPr xmlns:a="http://schemas.openxmlformats.org/drawingml/2006/main" sz="1600" i="1">
                                      <a:solidFill>
                                        <a:srgbClr val="FFFF00"/>
                                      </a:solidFill>
                                      <a:latin typeface="Cambria Math" panose="02040503050406030204" pitchFamily="18" charset="0"/>
                                    </a:rPr>
                                    <m:t>𝒊</m:t>
                                  </m:r>
                                  <m:r>
                                    <a:rPr xmlns:a="http://schemas.openxmlformats.org/drawingml/2006/main" sz="1600" i="1">
                                      <a:solidFill>
                                        <a:srgbClr val="FFFF00"/>
                                      </a:solidFill>
                                      <a:latin typeface="Cambria Math" panose="02040503050406030204" pitchFamily="18" charset="0"/>
                                    </a:rPr>
                                    <m:t>)</m:t>
                                  </m:r>
                                </m:sup>
                              </m:sSup>
                            </m:e>
                          </m:d>
                        </m:e>
                        <m:sup>
                          <m:r>
                            <a:rPr xmlns:a="http://schemas.openxmlformats.org/drawingml/2006/main" sz="1600" i="1">
                              <a:solidFill>
                                <a:srgbClr val="FFFF00"/>
                              </a:solidFill>
                              <a:latin typeface="Cambria Math" panose="02040503050406030204" pitchFamily="18" charset="0"/>
                            </a:rPr>
                            <m:t>𝟐</m:t>
                          </m:r>
                        </m:sup>
                      </m:sSup>
                    </m:oMath>
                  </m:oMathPara>
                </a14:m>
                <a:endParaRPr sz="1600">
                  <a:solidFill>
                    <a:srgbClr val="FFFF00"/>
                  </a:solidFill>
                </a:endParaRPr>
              </a:p>
            </p:txBody>
          </p:sp>
          <p:sp>
            <p:nvSpPr>
              <p:cNvPr id="718" name="TextBox 87"/>
              <p:cNvSpPr txBox="1"/>
              <p:nvPr/>
            </p:nvSpPr>
            <p:spPr>
              <a:xfrm>
                <a:off x="477537" y="0"/>
                <a:ext cx="296403" cy="545068"/>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1600" i="1">
                              <a:solidFill>
                                <a:srgbClr val="FFFF00"/>
                              </a:solidFill>
                              <a:latin typeface="Cambria Math" panose="02040503050406030204" pitchFamily="18" charset="0"/>
                            </a:rPr>
                          </m:ctrlPr>
                          <m:chr m:val="∑"/>
                          <m:limLoc m:val="undOvr"/>
                          <m:grow m:val="0"/>
                          <m:subHide m:val="off"/>
                          <m:supHide m:val="off"/>
                        </m:naryPr>
                        <m:sub>
                          <m:r>
                            <a:rPr xmlns:a="http://schemas.openxmlformats.org/drawingml/2006/main" sz="1600" i="1">
                              <a:solidFill>
                                <a:srgbClr val="FFFF00"/>
                              </a:solidFill>
                              <a:latin typeface="Cambria Math" panose="02040503050406030204" pitchFamily="18" charset="0"/>
                            </a:rPr>
                            <m:t>𝑖</m:t>
                          </m:r>
                          <m:r>
                            <a:rPr xmlns:a="http://schemas.openxmlformats.org/drawingml/2006/main" sz="1600" i="1">
                              <a:solidFill>
                                <a:srgbClr val="FFFF00"/>
                              </a:solidFill>
                              <a:latin typeface="Cambria Math" panose="02040503050406030204" pitchFamily="18" charset="0"/>
                            </a:rPr>
                            <m:t>=</m:t>
                          </m:r>
                          <m:r>
                            <a:rPr xmlns:a="http://schemas.openxmlformats.org/drawingml/2006/main" sz="1600" i="1">
                              <a:solidFill>
                                <a:srgbClr val="FFFF00"/>
                              </a:solidFill>
                              <a:latin typeface="Cambria Math" panose="02040503050406030204" pitchFamily="18" charset="0"/>
                            </a:rPr>
                            <m:t>1</m:t>
                          </m:r>
                        </m:sub>
                        <m:sup>
                          <m:r>
                            <a:rPr xmlns:a="http://schemas.openxmlformats.org/drawingml/2006/main" sz="1600" i="1">
                              <a:solidFill>
                                <a:srgbClr val="FFFF00"/>
                              </a:solidFill>
                              <a:latin typeface="Cambria Math" panose="02040503050406030204" pitchFamily="18" charset="0"/>
                            </a:rPr>
                            <m:t>𝑚</m:t>
                          </m:r>
                        </m:sup>
                        <m:e>
                          <m:r>
                            <a:rPr xmlns:a="http://schemas.openxmlformats.org/drawingml/2006/main" sz="1600" i="1">
                              <a:solidFill>
                                <a:srgbClr val="FFFF00"/>
                              </a:solidFill>
                              <a:latin typeface="Cambria Math" panose="02040503050406030204" pitchFamily="18" charset="0"/>
                            </a:rPr>
                            <m:t/>
                          </m:r>
                        </m:e>
                      </m:nary>
                    </m:oMath>
                  </m:oMathPara>
                </a14:m>
                <a:endParaRPr sz="1600">
                  <a:solidFill>
                    <a:srgbClr val="FFFF00"/>
                  </a:solidFill>
                </a:endParaRPr>
              </a:p>
            </p:txBody>
          </p:sp>
          <p:sp>
            <p:nvSpPr>
              <p:cNvPr id="719" name="TextBox 88"/>
              <p:cNvSpPr txBox="1"/>
              <p:nvPr/>
            </p:nvSpPr>
            <p:spPr>
              <a:xfrm>
                <a:off x="0" y="116844"/>
                <a:ext cx="286512" cy="43464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600" i="1">
                              <a:solidFill>
                                <a:srgbClr val="FFFF00"/>
                              </a:solidFill>
                              <a:latin typeface="Cambria Math" panose="02040503050406030204" pitchFamily="18" charset="0"/>
                            </a:rPr>
                          </m:ctrlPr>
                          <m:type m:val="bar"/>
                        </m:fPr>
                        <m:num>
                          <m:r>
                            <a:rPr xmlns:a="http://schemas.openxmlformats.org/drawingml/2006/main" sz="1600" i="1">
                              <a:solidFill>
                                <a:srgbClr val="FFFF00"/>
                              </a:solidFill>
                              <a:latin typeface="Cambria Math" panose="02040503050406030204" pitchFamily="18" charset="0"/>
                            </a:rPr>
                            <m:t>1</m:t>
                          </m:r>
                        </m:num>
                        <m:den>
                          <m:r>
                            <a:rPr xmlns:a="http://schemas.openxmlformats.org/drawingml/2006/main" sz="1600" i="1">
                              <a:solidFill>
                                <a:srgbClr val="FFFF00"/>
                              </a:solidFill>
                              <a:latin typeface="Cambria Math" panose="02040503050406030204" pitchFamily="18" charset="0"/>
                            </a:rPr>
                            <m:t>2</m:t>
                          </m:r>
                          <m:r>
                            <a:rPr xmlns:a="http://schemas.openxmlformats.org/drawingml/2006/main" sz="1600" i="1">
                              <a:solidFill>
                                <a:srgbClr val="FFFF00"/>
                              </a:solidFill>
                              <a:latin typeface="Cambria Math" panose="02040503050406030204" pitchFamily="18" charset="0"/>
                            </a:rPr>
                            <m:t>𝑚</m:t>
                          </m:r>
                        </m:den>
                      </m:f>
                    </m:oMath>
                  </m:oMathPara>
                </a14:m>
                <a:endParaRPr sz="1600">
                  <a:solidFill>
                    <a:srgbClr val="FFFF00"/>
                  </a:solidFill>
                </a:endParaRPr>
              </a:p>
            </p:txBody>
          </p:sp>
        </p:grpSp>
        <p:sp>
          <p:nvSpPr>
            <p:cNvPr id="721" name="TextBox 89"/>
            <p:cNvSpPr txBox="1"/>
            <p:nvPr/>
          </p:nvSpPr>
          <p:spPr>
            <a:xfrm>
              <a:off x="0" y="239157"/>
              <a:ext cx="740022" cy="24993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600" i="1">
                        <a:solidFill>
                          <a:srgbClr val="FFFF00"/>
                        </a:solidFill>
                        <a:latin typeface="Cambria Math" panose="02040503050406030204" pitchFamily="18" charset="0"/>
                      </a:rPr>
                      <m:t>𝑱</m:t>
                    </m:r>
                    <m:d>
                      <m:dPr>
                        <m:ctrlPr>
                          <a:rPr xmlns:a="http://schemas.openxmlformats.org/drawingml/2006/main" sz="1600" i="1">
                            <a:solidFill>
                              <a:srgbClr val="FFFF00"/>
                            </a:solidFill>
                            <a:latin typeface="Cambria Math" panose="02040503050406030204" pitchFamily="18" charset="0"/>
                          </a:rPr>
                        </m:ctrlPr>
                      </m:dPr>
                      <m:e>
                        <m:sSub>
                          <m:e>
                            <m:r>
                              <m:rPr>
                                <m:nor/>
                              </m:rPr>
                              <a:rPr xmlns:a="http://schemas.openxmlformats.org/drawingml/2006/main" sz="1600" i="1">
                                <a:solidFill>
                                  <a:srgbClr val="FFFF00"/>
                                </a:solidFill>
                                <a:latin typeface="Cambria Math" panose="02040503050406030204" pitchFamily="18" charset="0"/>
                              </a:rPr>
                              <m:t>θ</m:t>
                            </m:r>
                          </m:e>
                          <m:sub>
                            <m:r>
                              <a:rPr xmlns:a="http://schemas.openxmlformats.org/drawingml/2006/main" sz="1600" i="1">
                                <a:solidFill>
                                  <a:srgbClr val="FFFF00"/>
                                </a:solidFill>
                                <a:latin typeface="Cambria Math" panose="02040503050406030204" pitchFamily="18" charset="0"/>
                              </a:rPr>
                              <m:t>𝟏</m:t>
                            </m:r>
                          </m:sub>
                        </m:sSub>
                      </m:e>
                    </m:d>
                    <m:r>
                      <a:rPr xmlns:a="http://schemas.openxmlformats.org/drawingml/2006/main" sz="1600" i="1">
                        <a:solidFill>
                          <a:srgbClr val="FFFF00"/>
                        </a:solidFill>
                        <a:latin typeface="Cambria Math" panose="02040503050406030204" pitchFamily="18" charset="0"/>
                      </a:rPr>
                      <m:t>=</m:t>
                    </m:r>
                  </m:oMath>
                </m:oMathPara>
              </a14:m>
              <a:endParaRPr sz="1600">
                <a:solidFill>
                  <a:srgbClr val="FFFF00"/>
                </a:solidFill>
              </a:endParaRPr>
            </a:p>
          </p:txBody>
        </p:sp>
      </p:grpSp>
      <p:sp>
        <p:nvSpPr>
          <p:cNvPr id="723" name="Straight Connector 90"/>
          <p:cNvSpPr/>
          <p:nvPr/>
        </p:nvSpPr>
        <p:spPr>
          <a:xfrm flipV="1">
            <a:off x="9548992" y="3257590"/>
            <a:ext cx="1" cy="177948"/>
          </a:xfrm>
          <a:prstGeom prst="line">
            <a:avLst/>
          </a:prstGeom>
          <a:ln w="12700">
            <a:solidFill>
              <a:srgbClr val="FFFFFF"/>
            </a:solidFill>
          </a:ln>
        </p:spPr>
        <p:txBody>
          <a:bodyPr lIns="45719" rIns="45719"/>
          <a:lstStyle/>
          <a:p>
            <a:pPr>
              <a:defRPr>
                <a:solidFill>
                  <a:srgbClr val="FFFFFF"/>
                </a:solidFill>
              </a:defRPr>
            </a:pPr>
          </a:p>
        </p:txBody>
      </p:sp>
      <p:sp>
        <p:nvSpPr>
          <p:cNvPr id="724" name="Straight Connector 91"/>
          <p:cNvSpPr/>
          <p:nvPr/>
        </p:nvSpPr>
        <p:spPr>
          <a:xfrm flipV="1">
            <a:off x="10089749" y="3248399"/>
            <a:ext cx="1" cy="177948"/>
          </a:xfrm>
          <a:prstGeom prst="line">
            <a:avLst/>
          </a:prstGeom>
          <a:ln w="12700">
            <a:solidFill>
              <a:srgbClr val="FFFFFF"/>
            </a:solidFill>
          </a:ln>
        </p:spPr>
        <p:txBody>
          <a:bodyPr lIns="45719" rIns="45719"/>
          <a:lstStyle/>
          <a:p>
            <a:pPr>
              <a:defRPr>
                <a:solidFill>
                  <a:srgbClr val="FFFFFF"/>
                </a:solidFill>
              </a:defRPr>
            </a:pPr>
          </a:p>
        </p:txBody>
      </p:sp>
      <p:sp>
        <p:nvSpPr>
          <p:cNvPr id="725" name="Straight Connector 92"/>
          <p:cNvSpPr/>
          <p:nvPr/>
        </p:nvSpPr>
        <p:spPr>
          <a:xfrm flipV="1">
            <a:off x="10632320" y="3253602"/>
            <a:ext cx="1" cy="177948"/>
          </a:xfrm>
          <a:prstGeom prst="line">
            <a:avLst/>
          </a:prstGeom>
          <a:ln w="12700">
            <a:solidFill>
              <a:srgbClr val="FFFFFF"/>
            </a:solidFill>
          </a:ln>
        </p:spPr>
        <p:txBody>
          <a:bodyPr lIns="45719" rIns="45719"/>
          <a:lstStyle/>
          <a:p>
            <a:pPr>
              <a:defRPr>
                <a:solidFill>
                  <a:srgbClr val="FFFFFF"/>
                </a:solidFill>
              </a:defRPr>
            </a:pPr>
          </a:p>
        </p:txBody>
      </p:sp>
      <p:sp>
        <p:nvSpPr>
          <p:cNvPr id="726" name="TextBox 95"/>
          <p:cNvSpPr txBox="1"/>
          <p:nvPr/>
        </p:nvSpPr>
        <p:spPr>
          <a:xfrm>
            <a:off x="9984626" y="3460265"/>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a:t>
            </a:r>
          </a:p>
        </p:txBody>
      </p:sp>
      <p:sp>
        <p:nvSpPr>
          <p:cNvPr id="727" name="TextBox 96"/>
          <p:cNvSpPr txBox="1"/>
          <p:nvPr/>
        </p:nvSpPr>
        <p:spPr>
          <a:xfrm>
            <a:off x="10445936" y="3473615"/>
            <a:ext cx="393575"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2.5</a:t>
            </a:r>
          </a:p>
        </p:txBody>
      </p:sp>
      <p:sp>
        <p:nvSpPr>
          <p:cNvPr id="728" name="Straight Connector 97"/>
          <p:cNvSpPr/>
          <p:nvPr/>
        </p:nvSpPr>
        <p:spPr>
          <a:xfrm flipV="1">
            <a:off x="7376877" y="3269259"/>
            <a:ext cx="1" cy="177948"/>
          </a:xfrm>
          <a:prstGeom prst="line">
            <a:avLst/>
          </a:prstGeom>
          <a:ln w="12700">
            <a:solidFill>
              <a:srgbClr val="FFFFFF"/>
            </a:solidFill>
          </a:ln>
        </p:spPr>
        <p:txBody>
          <a:bodyPr lIns="45719" rIns="45719"/>
          <a:lstStyle/>
          <a:p>
            <a:pPr>
              <a:defRPr>
                <a:solidFill>
                  <a:srgbClr val="FFFFFF"/>
                </a:solidFill>
              </a:defRPr>
            </a:pPr>
          </a:p>
        </p:txBody>
      </p:sp>
      <p:sp>
        <p:nvSpPr>
          <p:cNvPr id="729" name="Straight Connector 98"/>
          <p:cNvSpPr/>
          <p:nvPr/>
        </p:nvSpPr>
        <p:spPr>
          <a:xfrm flipV="1">
            <a:off x="7917635" y="3260068"/>
            <a:ext cx="1" cy="177948"/>
          </a:xfrm>
          <a:prstGeom prst="line">
            <a:avLst/>
          </a:prstGeom>
          <a:ln w="12700">
            <a:solidFill>
              <a:srgbClr val="FFFFFF"/>
            </a:solidFill>
          </a:ln>
        </p:spPr>
        <p:txBody>
          <a:bodyPr lIns="45719" rIns="45719"/>
          <a:lstStyle/>
          <a:p>
            <a:pPr>
              <a:defRPr>
                <a:solidFill>
                  <a:srgbClr val="FFFFFF"/>
                </a:solidFill>
              </a:defRPr>
            </a:pPr>
          </a:p>
        </p:txBody>
      </p:sp>
      <p:sp>
        <p:nvSpPr>
          <p:cNvPr id="730" name="Straight Connector 99"/>
          <p:cNvSpPr/>
          <p:nvPr/>
        </p:nvSpPr>
        <p:spPr>
          <a:xfrm flipV="1">
            <a:off x="8460206" y="3265270"/>
            <a:ext cx="1" cy="177948"/>
          </a:xfrm>
          <a:prstGeom prst="line">
            <a:avLst/>
          </a:prstGeom>
          <a:ln w="12700">
            <a:solidFill>
              <a:srgbClr val="FFFFFF"/>
            </a:solidFill>
          </a:ln>
        </p:spPr>
        <p:txBody>
          <a:bodyPr lIns="45719" rIns="45719"/>
          <a:lstStyle/>
          <a:p>
            <a:pPr>
              <a:defRPr>
                <a:solidFill>
                  <a:srgbClr val="FFFFFF"/>
                </a:solidFill>
              </a:defRPr>
            </a:pPr>
          </a:p>
        </p:txBody>
      </p:sp>
      <p:sp>
        <p:nvSpPr>
          <p:cNvPr id="731" name="TextBox 101"/>
          <p:cNvSpPr txBox="1"/>
          <p:nvPr/>
        </p:nvSpPr>
        <p:spPr>
          <a:xfrm>
            <a:off x="7184391" y="3473615"/>
            <a:ext cx="393575"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0.5</a:t>
            </a:r>
          </a:p>
        </p:txBody>
      </p:sp>
      <p:sp>
        <p:nvSpPr>
          <p:cNvPr id="732" name="TextBox 105"/>
          <p:cNvSpPr txBox="1"/>
          <p:nvPr/>
        </p:nvSpPr>
        <p:spPr>
          <a:xfrm>
            <a:off x="8897500" y="3153508"/>
            <a:ext cx="230645" cy="3401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33" name="TextBox 108"/>
          <p:cNvSpPr txBox="1"/>
          <p:nvPr/>
        </p:nvSpPr>
        <p:spPr>
          <a:xfrm>
            <a:off x="3452034" y="765483"/>
            <a:ext cx="1065257" cy="3500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1600">
                <a:solidFill>
                  <a:srgbClr val="00B050"/>
                </a:solidFill>
                <a:latin typeface="Times New Roman"/>
                <a:ea typeface="Times New Roman"/>
                <a:cs typeface="Times New Roman"/>
                <a:sym typeface="Times New Roman"/>
              </a:defRPr>
            </a:pPr>
            <a:r>
              <a:t>h</a:t>
            </a:r>
            <a:r>
              <a:rPr baseline="-25000"/>
              <a:t>θ</a:t>
            </a:r>
            <a:r>
              <a:t>(x)= θ</a:t>
            </a:r>
            <a:r>
              <a:rPr baseline="-25000"/>
              <a:t>1 </a:t>
            </a:r>
            <a:r>
              <a:t>x</a:t>
            </a:r>
          </a:p>
        </p:txBody>
      </p:sp>
      <p:sp>
        <p:nvSpPr>
          <p:cNvPr id="734" name="TextBox 110"/>
          <p:cNvSpPr txBox="1"/>
          <p:nvPr/>
        </p:nvSpPr>
        <p:spPr>
          <a:xfrm>
            <a:off x="3679538" y="1008292"/>
            <a:ext cx="700274" cy="2971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400">
                <a:solidFill>
                  <a:srgbClr val="00B050"/>
                </a:solidFill>
                <a:latin typeface="Cambria Math"/>
                <a:ea typeface="Cambria Math"/>
                <a:cs typeface="Cambria Math"/>
                <a:sym typeface="Cambria Math"/>
              </a:defRPr>
            </a:pPr>
            <a14:m>
              <m:oMath>
                <m:sSub>
                  <m:e>
                    <m:r>
                      <m:rPr>
                        <m:nor/>
                      </m:rPr>
                      <a:rPr xmlns:a="http://schemas.openxmlformats.org/drawingml/2006/main" sz="1400" i="1">
                        <a:solidFill>
                          <a:srgbClr val="00B050"/>
                        </a:solidFill>
                        <a:latin typeface="Cambria Math" panose="02040503050406030204" pitchFamily="18" charset="0"/>
                      </a:rPr>
                      <m:t>θ</m:t>
                    </m:r>
                  </m:e>
                  <m:sub>
                    <m:r>
                      <a:rPr xmlns:a="http://schemas.openxmlformats.org/drawingml/2006/main" sz="1400" i="1">
                        <a:solidFill>
                          <a:srgbClr val="00B050"/>
                        </a:solidFill>
                        <a:latin typeface="Cambria Math" panose="02040503050406030204" pitchFamily="18" charset="0"/>
                      </a:rPr>
                      <m:t>𝟏</m:t>
                    </m:r>
                  </m:sub>
                </m:sSub>
              </m:oMath>
            </a14:m>
            <a:r>
              <a:rPr i="1">
                <a:latin typeface="Times New Roman"/>
                <a:ea typeface="Times New Roman"/>
                <a:cs typeface="Times New Roman"/>
                <a:sym typeface="Times New Roman"/>
              </a:rPr>
              <a:t>=1</a:t>
            </a:r>
            <a:endParaRPr sz="1320"/>
          </a:p>
        </p:txBody>
      </p:sp>
      <p:sp>
        <p:nvSpPr>
          <p:cNvPr id="735" name="TextBox 111"/>
          <p:cNvSpPr txBox="1"/>
          <p:nvPr/>
        </p:nvSpPr>
        <p:spPr>
          <a:xfrm>
            <a:off x="3692645" y="1888964"/>
            <a:ext cx="871954" cy="29715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400">
                <a:solidFill>
                  <a:srgbClr val="EF0000"/>
                </a:solidFill>
                <a:latin typeface="Cambria Math"/>
                <a:ea typeface="Cambria Math"/>
                <a:cs typeface="Cambria Math"/>
                <a:sym typeface="Cambria Math"/>
              </a:defRPr>
            </a:pPr>
            <a14:m>
              <m:oMath>
                <m:sSub>
                  <m:e>
                    <m:r>
                      <m:rPr>
                        <m:nor/>
                      </m:rPr>
                      <a:rPr xmlns:a="http://schemas.openxmlformats.org/drawingml/2006/main" sz="1400" i="1">
                        <a:solidFill>
                          <a:srgbClr val="EF0000"/>
                        </a:solidFill>
                        <a:latin typeface="Cambria Math" panose="02040503050406030204" pitchFamily="18" charset="0"/>
                      </a:rPr>
                      <m:t>θ</m:t>
                    </m:r>
                  </m:e>
                  <m:sub>
                    <m:r>
                      <a:rPr xmlns:a="http://schemas.openxmlformats.org/drawingml/2006/main" sz="1400" i="1">
                        <a:solidFill>
                          <a:srgbClr val="EF0000"/>
                        </a:solidFill>
                        <a:latin typeface="Cambria Math" panose="02040503050406030204" pitchFamily="18" charset="0"/>
                      </a:rPr>
                      <m:t>𝟏</m:t>
                    </m:r>
                  </m:sub>
                </m:sSub>
              </m:oMath>
            </a14:m>
            <a:r>
              <a:rPr i="1">
                <a:latin typeface="Times New Roman"/>
                <a:ea typeface="Times New Roman"/>
                <a:cs typeface="Times New Roman"/>
                <a:sym typeface="Times New Roman"/>
              </a:rPr>
              <a:t>=0.5</a:t>
            </a:r>
            <a:endParaRPr sz="1320"/>
          </a:p>
        </p:txBody>
      </p:sp>
      <p:sp>
        <p:nvSpPr>
          <p:cNvPr id="736" name="TextBox 112"/>
          <p:cNvSpPr txBox="1"/>
          <p:nvPr/>
        </p:nvSpPr>
        <p:spPr>
          <a:xfrm>
            <a:off x="3694484" y="2924791"/>
            <a:ext cx="871955" cy="2971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400">
                <a:solidFill>
                  <a:srgbClr val="FFFFFF"/>
                </a:solidFill>
                <a:latin typeface="Cambria Math"/>
                <a:ea typeface="Cambria Math"/>
                <a:cs typeface="Cambria Math"/>
                <a:sym typeface="Cambria Math"/>
              </a:defRPr>
            </a:pPr>
            <a14:m>
              <m:oMath>
                <m:sSub>
                  <m:e>
                    <m:r>
                      <m:rPr>
                        <m:nor/>
                      </m:rPr>
                      <a:rPr xmlns:a="http://schemas.openxmlformats.org/drawingml/2006/main" sz="1400" i="1">
                        <a:solidFill>
                          <a:srgbClr val="FFFFFF"/>
                        </a:solidFill>
                        <a:latin typeface="Cambria Math" panose="02040503050406030204" pitchFamily="18" charset="0"/>
                      </a:rPr>
                      <m:t>θ</m:t>
                    </m:r>
                  </m:e>
                  <m:sub>
                    <m:r>
                      <a:rPr xmlns:a="http://schemas.openxmlformats.org/drawingml/2006/main" sz="1400" i="1">
                        <a:solidFill>
                          <a:srgbClr val="FFFFFF"/>
                        </a:solidFill>
                        <a:latin typeface="Cambria Math" panose="02040503050406030204" pitchFamily="18" charset="0"/>
                      </a:rPr>
                      <m:t>𝟏</m:t>
                    </m:r>
                  </m:sub>
                </m:sSub>
              </m:oMath>
            </a14:m>
            <a:r>
              <a:rPr i="1">
                <a:latin typeface="Times New Roman"/>
                <a:ea typeface="Times New Roman"/>
                <a:cs typeface="Times New Roman"/>
                <a:sym typeface="Times New Roman"/>
              </a:rPr>
              <a:t>=0</a:t>
            </a:r>
            <a:endParaRPr sz="1320"/>
          </a:p>
        </p:txBody>
      </p:sp>
      <p:graphicFrame>
        <p:nvGraphicFramePr>
          <p:cNvPr id="737" name="Table 114"/>
          <p:cNvGraphicFramePr/>
          <p:nvPr/>
        </p:nvGraphicFramePr>
        <p:xfrm>
          <a:off x="6663872" y="4561539"/>
          <a:ext cx="4816927" cy="104369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02821"/>
                <a:gridCol w="802821"/>
                <a:gridCol w="802821"/>
                <a:gridCol w="802821"/>
                <a:gridCol w="802821"/>
                <a:gridCol w="802821"/>
              </a:tblGrid>
              <a:tr h="521849">
                <a:tc>
                  <a:txBody>
                    <a:bodyPr/>
                    <a:lstStyle/>
                    <a:p>
                      <a:pPr/>
                    </a:p>
                  </a:txBody>
                  <a:tcPr marL="45720" marR="45720" marT="45720" marB="45720" anchor="t"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r>
              <a:tr h="521849">
                <a:tc>
                  <a:txBody>
                    <a:bodyPr/>
                    <a:lstStyle/>
                    <a:p>
                      <a:pPr/>
                    </a:p>
                  </a:txBody>
                  <a:tcPr marL="45720" marR="45720" marT="45720" marB="45720" anchor="t"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c>
                  <a:txBody>
                    <a:bodyPr/>
                    <a:lstStyle/>
                    <a:p>
                      <a:pPr/>
                    </a:p>
                  </a:txBody>
                  <a:tcPr marL="45720" marR="45720" marT="45720" marB="45720" anchor="ctr" anchorCtr="0" horzOverflow="overflow"/>
                </a:tc>
              </a:tr>
            </a:tbl>
          </a:graphicData>
        </a:graphic>
      </p:graphicFrame>
      <p:sp>
        <p:nvSpPr>
          <p:cNvPr id="738" name="TextBox 117"/>
          <p:cNvSpPr txBox="1"/>
          <p:nvPr/>
        </p:nvSpPr>
        <p:spPr>
          <a:xfrm>
            <a:off x="7628008" y="4634820"/>
            <a:ext cx="432151"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00B050"/>
                </a:solidFill>
                <a:latin typeface="Times New Roman"/>
                <a:ea typeface="Times New Roman"/>
                <a:cs typeface="Times New Roman"/>
                <a:sym typeface="Times New Roman"/>
              </a:defRPr>
            </a:lvl1pPr>
          </a:lstStyle>
          <a:p>
            <a:pPr/>
            <a:r>
              <a:t>1</a:t>
            </a:r>
          </a:p>
        </p:txBody>
      </p:sp>
      <p:sp>
        <p:nvSpPr>
          <p:cNvPr id="739" name="TextBox 118"/>
          <p:cNvSpPr txBox="1"/>
          <p:nvPr/>
        </p:nvSpPr>
        <p:spPr>
          <a:xfrm>
            <a:off x="6762036" y="5117598"/>
            <a:ext cx="729941" cy="374905"/>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400" i="1">
                      <a:solidFill>
                        <a:srgbClr val="FFFF00"/>
                      </a:solidFill>
                      <a:latin typeface="Cambria Math" panose="02040503050406030204" pitchFamily="18" charset="0"/>
                    </a:rPr>
                    <m:t>𝑱</m:t>
                  </m:r>
                  <m:d>
                    <m:dPr>
                      <m:ctrlPr>
                        <a:rPr xmlns:a="http://schemas.openxmlformats.org/drawingml/2006/main" sz="2400" i="1">
                          <a:solidFill>
                            <a:srgbClr val="FFFF00"/>
                          </a:solidFill>
                          <a:latin typeface="Cambria Math" panose="02040503050406030204" pitchFamily="18" charset="0"/>
                        </a:rPr>
                      </m:ctrlPr>
                    </m:dPr>
                    <m:e>
                      <m:sSub>
                        <m:e>
                          <m:r>
                            <m:rPr>
                              <m:nor/>
                            </m:rPr>
                            <a:rPr xmlns:a="http://schemas.openxmlformats.org/drawingml/2006/main" sz="2400" i="1">
                              <a:solidFill>
                                <a:srgbClr val="FFFF00"/>
                              </a:solidFill>
                              <a:latin typeface="Cambria Math" panose="02040503050406030204" pitchFamily="18" charset="0"/>
                            </a:rPr>
                            <m:t>θ</m:t>
                          </m:r>
                        </m:e>
                        <m:sub>
                          <m:r>
                            <a:rPr xmlns:a="http://schemas.openxmlformats.org/drawingml/2006/main" sz="2400" i="1">
                              <a:solidFill>
                                <a:srgbClr val="FFFF00"/>
                              </a:solidFill>
                              <a:latin typeface="Cambria Math" panose="02040503050406030204" pitchFamily="18" charset="0"/>
                            </a:rPr>
                            <m:t>𝟏</m:t>
                          </m:r>
                        </m:sub>
                      </m:sSub>
                    </m:e>
                  </m:d>
                  <m:r>
                    <a:rPr xmlns:a="http://schemas.openxmlformats.org/drawingml/2006/main" sz="2400" i="1">
                      <a:solidFill>
                        <a:srgbClr val="FFFF00"/>
                      </a:solidFill>
                      <a:latin typeface="Cambria Math" panose="02040503050406030204" pitchFamily="18" charset="0"/>
                    </a:rPr>
                    <m:t/>
                  </m:r>
                </m:oMath>
              </m:oMathPara>
            </a14:m>
            <a:endParaRPr sz="2400">
              <a:solidFill>
                <a:srgbClr val="FFFF00"/>
              </a:solidFill>
            </a:endParaRPr>
          </a:p>
        </p:txBody>
      </p:sp>
      <p:sp>
        <p:nvSpPr>
          <p:cNvPr id="740" name="TextBox 120"/>
          <p:cNvSpPr txBox="1"/>
          <p:nvPr/>
        </p:nvSpPr>
        <p:spPr>
          <a:xfrm>
            <a:off x="7000821" y="4589426"/>
            <a:ext cx="260636" cy="272381"/>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2400" i="1">
                          <a:solidFill>
                            <a:srgbClr val="FFFF00"/>
                          </a:solidFill>
                          <a:latin typeface="Cambria Math" panose="02040503050406030204" pitchFamily="18" charset="0"/>
                        </a:rPr>
                        <m:t>θ</m:t>
                      </m:r>
                    </m:e>
                    <m:sub>
                      <m:r>
                        <a:rPr xmlns:a="http://schemas.openxmlformats.org/drawingml/2006/main" sz="2400" i="1">
                          <a:solidFill>
                            <a:srgbClr val="FFFF00"/>
                          </a:solidFill>
                          <a:latin typeface="Cambria Math" panose="02040503050406030204" pitchFamily="18" charset="0"/>
                        </a:rPr>
                        <m:t>𝟏</m:t>
                      </m:r>
                    </m:sub>
                  </m:sSub>
                </m:oMath>
              </m:oMathPara>
            </a14:m>
            <a:endParaRPr sz="2400">
              <a:solidFill>
                <a:srgbClr val="FFFF00"/>
              </a:solidFill>
            </a:endParaRPr>
          </a:p>
        </p:txBody>
      </p:sp>
      <p:sp>
        <p:nvSpPr>
          <p:cNvPr id="741" name="TextBox 121"/>
          <p:cNvSpPr txBox="1"/>
          <p:nvPr/>
        </p:nvSpPr>
        <p:spPr>
          <a:xfrm>
            <a:off x="7616072" y="5170911"/>
            <a:ext cx="432151"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00B050"/>
                </a:solidFill>
                <a:latin typeface="Times New Roman"/>
                <a:ea typeface="Times New Roman"/>
                <a:cs typeface="Times New Roman"/>
                <a:sym typeface="Times New Roman"/>
              </a:defRPr>
            </a:lvl1pPr>
          </a:lstStyle>
          <a:p>
            <a:pPr/>
            <a:r>
              <a:t>0</a:t>
            </a:r>
          </a:p>
        </p:txBody>
      </p:sp>
      <p:sp>
        <p:nvSpPr>
          <p:cNvPr id="742" name="TextBox 122"/>
          <p:cNvSpPr txBox="1"/>
          <p:nvPr/>
        </p:nvSpPr>
        <p:spPr>
          <a:xfrm>
            <a:off x="8385738" y="4634820"/>
            <a:ext cx="524209"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EF0000"/>
                </a:solidFill>
                <a:latin typeface="Times New Roman"/>
                <a:ea typeface="Times New Roman"/>
                <a:cs typeface="Times New Roman"/>
                <a:sym typeface="Times New Roman"/>
              </a:defRPr>
            </a:lvl1pPr>
          </a:lstStyle>
          <a:p>
            <a:pPr/>
            <a:r>
              <a:t>0.5</a:t>
            </a:r>
          </a:p>
        </p:txBody>
      </p:sp>
      <p:sp>
        <p:nvSpPr>
          <p:cNvPr id="743" name="TextBox 123"/>
          <p:cNvSpPr txBox="1"/>
          <p:nvPr/>
        </p:nvSpPr>
        <p:spPr>
          <a:xfrm>
            <a:off x="8386502" y="5170911"/>
            <a:ext cx="553676"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EF0000"/>
                </a:solidFill>
                <a:latin typeface="Times New Roman"/>
                <a:ea typeface="Times New Roman"/>
                <a:cs typeface="Times New Roman"/>
                <a:sym typeface="Times New Roman"/>
              </a:defRPr>
            </a:lvl1pPr>
          </a:lstStyle>
          <a:p>
            <a:pPr/>
            <a:r>
              <a:t>0.58</a:t>
            </a:r>
          </a:p>
        </p:txBody>
      </p:sp>
      <p:sp>
        <p:nvSpPr>
          <p:cNvPr id="744" name="TextBox 124"/>
          <p:cNvSpPr txBox="1"/>
          <p:nvPr/>
        </p:nvSpPr>
        <p:spPr>
          <a:xfrm>
            <a:off x="9199592" y="4634820"/>
            <a:ext cx="432151"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0</a:t>
            </a:r>
          </a:p>
        </p:txBody>
      </p:sp>
      <p:sp>
        <p:nvSpPr>
          <p:cNvPr id="745" name="TextBox 125"/>
          <p:cNvSpPr txBox="1"/>
          <p:nvPr/>
        </p:nvSpPr>
        <p:spPr>
          <a:xfrm>
            <a:off x="9143205" y="5170911"/>
            <a:ext cx="548994"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2.33</a:t>
            </a:r>
          </a:p>
        </p:txBody>
      </p:sp>
      <p:sp>
        <p:nvSpPr>
          <p:cNvPr id="746" name="TextBox 126"/>
          <p:cNvSpPr txBox="1"/>
          <p:nvPr/>
        </p:nvSpPr>
        <p:spPr>
          <a:xfrm>
            <a:off x="9944622" y="4634820"/>
            <a:ext cx="598441"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1.5</a:t>
            </a:r>
          </a:p>
        </p:txBody>
      </p:sp>
      <p:sp>
        <p:nvSpPr>
          <p:cNvPr id="747" name="TextBox 127"/>
          <p:cNvSpPr txBox="1"/>
          <p:nvPr/>
        </p:nvSpPr>
        <p:spPr>
          <a:xfrm>
            <a:off x="9958085" y="5170911"/>
            <a:ext cx="527190"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0.58</a:t>
            </a:r>
          </a:p>
        </p:txBody>
      </p:sp>
      <p:grpSp>
        <p:nvGrpSpPr>
          <p:cNvPr id="754" name="Group 21"/>
          <p:cNvGrpSpPr/>
          <p:nvPr/>
        </p:nvGrpSpPr>
        <p:grpSpPr>
          <a:xfrm>
            <a:off x="333084" y="4570262"/>
            <a:ext cx="4684375" cy="407494"/>
            <a:chOff x="0" y="0"/>
            <a:chExt cx="4684373" cy="407493"/>
          </a:xfrm>
        </p:grpSpPr>
        <p:sp>
          <p:nvSpPr>
            <p:cNvPr id="748" name="TextBox 128"/>
            <p:cNvSpPr txBox="1"/>
            <p:nvPr/>
          </p:nvSpPr>
          <p:spPr>
            <a:xfrm>
              <a:off x="0" y="108204"/>
              <a:ext cx="525131" cy="151664"/>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𝐽</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1</m:t>
                        </m:r>
                      </m:e>
                    </m:d>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49" name="TextBox 129"/>
            <p:cNvSpPr txBox="1"/>
            <p:nvPr/>
          </p:nvSpPr>
          <p:spPr>
            <a:xfrm>
              <a:off x="648125" y="0"/>
              <a:ext cx="250699" cy="38031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𝑚</m:t>
                        </m:r>
                      </m:den>
                    </m:f>
                  </m:oMath>
                </m:oMathPara>
              </a14:m>
              <a:endParaRPr sz="1400">
                <a:solidFill>
                  <a:srgbClr val="FFFFFF"/>
                </a:solidFill>
              </a:endParaRPr>
            </a:p>
          </p:txBody>
        </p:sp>
        <p:sp>
          <p:nvSpPr>
            <p:cNvPr id="750" name="TextBox 131"/>
            <p:cNvSpPr txBox="1"/>
            <p:nvPr/>
          </p:nvSpPr>
          <p:spPr>
            <a:xfrm>
              <a:off x="930255" y="69650"/>
              <a:ext cx="3359218" cy="2978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400">
                  <a:solidFill>
                    <a:srgbClr val="FFFFFF"/>
                  </a:solidFill>
                  <a:latin typeface="Cambria Math"/>
                  <a:ea typeface="Cambria Math"/>
                  <a:cs typeface="Cambria Math"/>
                  <a:sym typeface="Cambria Math"/>
                </a:defRPr>
              </a:pPr>
              <a14:m>
                <m:oMath>
                  <m:sSup>
                    <m:e>
                      <m:r>
                        <a:rPr xmlns:a="http://schemas.openxmlformats.org/drawingml/2006/main" sz="1400" i="1">
                          <a:solidFill>
                            <a:srgbClr val="FFFFFF"/>
                          </a:solidFill>
                          <a:latin typeface="Cambria Math" panose="02040503050406030204" pitchFamily="18" charset="0"/>
                        </a:rPr>
                        <m:t>(</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1</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1</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2</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3</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e>
                      </m:d>
                    </m:e>
                    <m:sup>
                      <m:r>
                        <a:rPr xmlns:a="http://schemas.openxmlformats.org/drawingml/2006/main" sz="1400" i="1">
                          <a:solidFill>
                            <a:srgbClr val="FFFFFF"/>
                          </a:solidFill>
                          <a:latin typeface="Cambria Math" panose="02040503050406030204" pitchFamily="18" charset="0"/>
                        </a:rPr>
                        <m:t>2</m:t>
                      </m:r>
                    </m:sup>
                  </m:sSup>
                  <m:r>
                    <a:rPr xmlns:a="http://schemas.openxmlformats.org/drawingml/2006/main" sz="1400" i="1">
                      <a:solidFill>
                        <a:srgbClr val="FFFFFF"/>
                      </a:solidFill>
                      <a:latin typeface="Cambria Math" panose="02040503050406030204" pitchFamily="18" charset="0"/>
                    </a:rPr>
                    <m:t>)</m:t>
                  </m:r>
                </m:oMath>
              </a14:m>
              <a:endParaRPr sz="1320"/>
            </a:p>
          </p:txBody>
        </p:sp>
        <p:sp>
          <p:nvSpPr>
            <p:cNvPr id="751" name="TextBox 133"/>
            <p:cNvSpPr txBox="1"/>
            <p:nvPr/>
          </p:nvSpPr>
          <p:spPr>
            <a:xfrm>
              <a:off x="3529981" y="86296"/>
              <a:ext cx="104725" cy="4729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52" name="TextBox 134"/>
            <p:cNvSpPr txBox="1"/>
            <p:nvPr/>
          </p:nvSpPr>
          <p:spPr>
            <a:xfrm>
              <a:off x="3699742" y="26111"/>
              <a:ext cx="336833" cy="381383"/>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den>
                    </m:f>
                  </m:oMath>
                </m:oMathPara>
              </a14:m>
              <a:endParaRPr sz="1400">
                <a:solidFill>
                  <a:srgbClr val="FFFFFF"/>
                </a:solidFill>
              </a:endParaRPr>
            </a:p>
          </p:txBody>
        </p:sp>
        <p:sp>
          <p:nvSpPr>
            <p:cNvPr id="753" name="TextBox 135"/>
            <p:cNvSpPr txBox="1"/>
            <p:nvPr/>
          </p:nvSpPr>
          <p:spPr>
            <a:xfrm>
              <a:off x="4017620" y="92543"/>
              <a:ext cx="666754" cy="2870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FFFFFF"/>
                  </a:solidFill>
                  <a:latin typeface="Times New Roman"/>
                  <a:ea typeface="Times New Roman"/>
                  <a:cs typeface="Times New Roman"/>
                  <a:sym typeface="Times New Roman"/>
                </a:defRPr>
              </a:lvl1pPr>
            </a:lstStyle>
            <a:p>
              <a:pPr/>
              <a:r>
                <a:t>· 0 = 0</a:t>
              </a:r>
            </a:p>
          </p:txBody>
        </p:sp>
      </p:grpSp>
      <p:grpSp>
        <p:nvGrpSpPr>
          <p:cNvPr id="762" name="Group 94"/>
          <p:cNvGrpSpPr/>
          <p:nvPr/>
        </p:nvGrpSpPr>
        <p:grpSpPr>
          <a:xfrm>
            <a:off x="280326" y="5194882"/>
            <a:ext cx="5391678" cy="420938"/>
            <a:chOff x="0" y="0"/>
            <a:chExt cx="5391677" cy="420937"/>
          </a:xfrm>
        </p:grpSpPr>
        <p:grpSp>
          <p:nvGrpSpPr>
            <p:cNvPr id="760" name="Group 31"/>
            <p:cNvGrpSpPr/>
            <p:nvPr/>
          </p:nvGrpSpPr>
          <p:grpSpPr>
            <a:xfrm>
              <a:off x="0" y="0"/>
              <a:ext cx="4665055" cy="420938"/>
              <a:chOff x="0" y="0"/>
              <a:chExt cx="4665054" cy="420937"/>
            </a:xfrm>
          </p:grpSpPr>
          <p:sp>
            <p:nvSpPr>
              <p:cNvPr id="755" name="TextBox 137"/>
              <p:cNvSpPr txBox="1"/>
              <p:nvPr/>
            </p:nvSpPr>
            <p:spPr>
              <a:xfrm>
                <a:off x="0" y="108204"/>
                <a:ext cx="698427" cy="218694"/>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𝐽</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0.5</m:t>
                          </m:r>
                        </m:e>
                      </m:d>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56" name="TextBox 138"/>
              <p:cNvSpPr txBox="1"/>
              <p:nvPr/>
            </p:nvSpPr>
            <p:spPr>
              <a:xfrm>
                <a:off x="666150" y="0"/>
                <a:ext cx="250699" cy="38031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𝑚</m:t>
                          </m:r>
                        </m:den>
                      </m:f>
                    </m:oMath>
                  </m:oMathPara>
                </a14:m>
                <a:endParaRPr sz="1400">
                  <a:solidFill>
                    <a:srgbClr val="FFFFFF"/>
                  </a:solidFill>
                </a:endParaRPr>
              </a:p>
            </p:txBody>
          </p:sp>
          <p:sp>
            <p:nvSpPr>
              <p:cNvPr id="757" name="TextBox 139"/>
              <p:cNvSpPr txBox="1"/>
              <p:nvPr/>
            </p:nvSpPr>
            <p:spPr>
              <a:xfrm>
                <a:off x="948279" y="69650"/>
                <a:ext cx="3716776" cy="3512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400">
                    <a:solidFill>
                      <a:srgbClr val="FFFFFF"/>
                    </a:solidFill>
                    <a:latin typeface="Cambria Math"/>
                    <a:ea typeface="Cambria Math"/>
                    <a:cs typeface="Cambria Math"/>
                    <a:sym typeface="Cambria Math"/>
                  </a:defRPr>
                </a:pPr>
                <a14:m>
                  <m:oMath>
                    <m:sSup>
                      <m:e>
                        <m:r>
                          <a:rPr xmlns:a="http://schemas.openxmlformats.org/drawingml/2006/main" sz="1400" i="1">
                            <a:solidFill>
                              <a:srgbClr val="FFFFFF"/>
                            </a:solidFill>
                            <a:latin typeface="Cambria Math" panose="02040503050406030204" pitchFamily="18" charset="0"/>
                          </a:rPr>
                          <m:t>(</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0.5</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1</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1</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2</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1.5</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e>
                        </m:d>
                      </m:e>
                      <m:sup>
                        <m:r>
                          <a:rPr xmlns:a="http://schemas.openxmlformats.org/drawingml/2006/main" sz="1400" i="1">
                            <a:solidFill>
                              <a:srgbClr val="FFFFFF"/>
                            </a:solidFill>
                            <a:latin typeface="Cambria Math" panose="02040503050406030204" pitchFamily="18" charset="0"/>
                          </a:rPr>
                          <m:t>2</m:t>
                        </m:r>
                      </m:sup>
                    </m:sSup>
                    <m:r>
                      <a:rPr xmlns:a="http://schemas.openxmlformats.org/drawingml/2006/main" sz="1400" i="1">
                        <a:solidFill>
                          <a:srgbClr val="FFFFFF"/>
                        </a:solidFill>
                        <a:latin typeface="Cambria Math" panose="02040503050406030204" pitchFamily="18" charset="0"/>
                      </a:rPr>
                      <m:t>)</m:t>
                    </m:r>
                  </m:oMath>
                </a14:m>
                <a:endParaRPr sz="1320"/>
              </a:p>
            </p:txBody>
          </p:sp>
          <p:sp>
            <p:nvSpPr>
              <p:cNvPr id="758" name="TextBox 140"/>
              <p:cNvSpPr txBox="1"/>
              <p:nvPr/>
            </p:nvSpPr>
            <p:spPr>
              <a:xfrm>
                <a:off x="3795655" y="79946"/>
                <a:ext cx="104726" cy="4729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59" name="TextBox 141"/>
              <p:cNvSpPr txBox="1"/>
              <p:nvPr/>
            </p:nvSpPr>
            <p:spPr>
              <a:xfrm>
                <a:off x="3952716" y="19762"/>
                <a:ext cx="336834" cy="381382"/>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den>
                      </m:f>
                    </m:oMath>
                  </m:oMathPara>
                </a14:m>
                <a:endParaRPr sz="1400">
                  <a:solidFill>
                    <a:srgbClr val="FFFFFF"/>
                  </a:solidFill>
                </a:endParaRPr>
              </a:p>
            </p:txBody>
          </p:sp>
        </p:grpSp>
        <p:sp>
          <p:nvSpPr>
            <p:cNvPr id="761" name="TextBox 142"/>
            <p:cNvSpPr txBox="1"/>
            <p:nvPr/>
          </p:nvSpPr>
          <p:spPr>
            <a:xfrm>
              <a:off x="4279758" y="93249"/>
              <a:ext cx="1111920" cy="2870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FFFFFF"/>
                  </a:solidFill>
                  <a:latin typeface="Times New Roman"/>
                  <a:ea typeface="Times New Roman"/>
                  <a:cs typeface="Times New Roman"/>
                  <a:sym typeface="Times New Roman"/>
                </a:defRPr>
              </a:lvl1pPr>
            </a:lstStyle>
            <a:p>
              <a:pPr/>
              <a:r>
                <a:t>· 3.5 = 0.58</a:t>
              </a:r>
            </a:p>
          </p:txBody>
        </p:sp>
      </p:grpSp>
      <p:grpSp>
        <p:nvGrpSpPr>
          <p:cNvPr id="769" name="Group 37"/>
          <p:cNvGrpSpPr/>
          <p:nvPr/>
        </p:nvGrpSpPr>
        <p:grpSpPr>
          <a:xfrm>
            <a:off x="298350" y="5773606"/>
            <a:ext cx="5144216" cy="388332"/>
            <a:chOff x="0" y="0"/>
            <a:chExt cx="5144215" cy="388331"/>
          </a:xfrm>
        </p:grpSpPr>
        <p:sp>
          <p:nvSpPr>
            <p:cNvPr id="763" name="TextBox 143"/>
            <p:cNvSpPr txBox="1"/>
            <p:nvPr/>
          </p:nvSpPr>
          <p:spPr>
            <a:xfrm>
              <a:off x="0" y="108204"/>
              <a:ext cx="525131" cy="151664"/>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𝐽</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m:t>
                        </m:r>
                      </m:e>
                    </m:d>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64" name="TextBox 144"/>
            <p:cNvSpPr txBox="1"/>
            <p:nvPr/>
          </p:nvSpPr>
          <p:spPr>
            <a:xfrm>
              <a:off x="648125" y="0"/>
              <a:ext cx="250699" cy="38031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𝑚</m:t>
                        </m:r>
                      </m:den>
                    </m:f>
                  </m:oMath>
                </m:oMathPara>
              </a14:m>
              <a:endParaRPr sz="1400">
                <a:solidFill>
                  <a:srgbClr val="FFFFFF"/>
                </a:solidFill>
              </a:endParaRPr>
            </a:p>
          </p:txBody>
        </p:sp>
        <p:sp>
          <p:nvSpPr>
            <p:cNvPr id="765" name="TextBox 145"/>
            <p:cNvSpPr txBox="1"/>
            <p:nvPr/>
          </p:nvSpPr>
          <p:spPr>
            <a:xfrm>
              <a:off x="930255" y="69649"/>
              <a:ext cx="3716776" cy="2978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400">
                  <a:solidFill>
                    <a:srgbClr val="FFFFFF"/>
                  </a:solidFill>
                  <a:latin typeface="Cambria Math"/>
                  <a:ea typeface="Cambria Math"/>
                  <a:cs typeface="Cambria Math"/>
                  <a:sym typeface="Cambria Math"/>
                </a:defRPr>
              </a:pPr>
              <a14:m>
                <m:oMath>
                  <m:sSup>
                    <m:e>
                      <m:r>
                        <a:rPr xmlns:a="http://schemas.openxmlformats.org/drawingml/2006/main" sz="1400" i="1">
                          <a:solidFill>
                            <a:srgbClr val="FFFFFF"/>
                          </a:solidFill>
                          <a:latin typeface="Cambria Math" panose="02040503050406030204" pitchFamily="18" charset="0"/>
                        </a:rPr>
                        <m:t>(</m:t>
                      </m:r>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1</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2</m:t>
                          </m:r>
                        </m:e>
                      </m:d>
                    </m:e>
                    <m:sup>
                      <m:r>
                        <a:rPr xmlns:a="http://schemas.openxmlformats.org/drawingml/2006/main" sz="1400" i="1">
                          <a:solidFill>
                            <a:srgbClr val="FFFFFF"/>
                          </a:solidFill>
                          <a:latin typeface="Cambria Math" panose="02040503050406030204" pitchFamily="18" charset="0"/>
                        </a:rPr>
                        <m:t>2</m:t>
                      </m:r>
                    </m:sup>
                  </m:sSup>
                </m:oMath>
              </a14:m>
              <a:r>
                <a:rPr>
                  <a:latin typeface="Times New Roman"/>
                  <a:ea typeface="Times New Roman"/>
                  <a:cs typeface="Times New Roman"/>
                  <a:sym typeface="Times New Roman"/>
                </a:rPr>
                <a:t>+ </a:t>
              </a:r>
              <a14:m>
                <m:oMath>
                  <m:sSup>
                    <m:e>
                      <m:d>
                        <m:dPr>
                          <m:ctrlPr>
                            <a:rPr xmlns:a="http://schemas.openxmlformats.org/drawingml/2006/main" sz="1400" i="1">
                              <a:solidFill>
                                <a:srgbClr val="FFFFFF"/>
                              </a:solidFill>
                              <a:latin typeface="Cambria Math" panose="02040503050406030204" pitchFamily="18" charset="0"/>
                            </a:rPr>
                          </m:ctrlPr>
                        </m:dPr>
                        <m:e>
                          <m:r>
                            <a:rPr xmlns:a="http://schemas.openxmlformats.org/drawingml/2006/main" sz="1400" i="1">
                              <a:solidFill>
                                <a:srgbClr val="FFFFFF"/>
                              </a:solidFill>
                              <a:latin typeface="Cambria Math" panose="02040503050406030204" pitchFamily="18" charset="0"/>
                            </a:rPr>
                            <m:t>0</m:t>
                          </m:r>
                          <m:r>
                            <a:rPr xmlns:a="http://schemas.openxmlformats.org/drawingml/2006/main" sz="1400" i="1">
                              <a:solidFill>
                                <a:srgbClr val="FFFFFF"/>
                              </a:solidFill>
                              <a:latin typeface="Cambria Math" panose="02040503050406030204" pitchFamily="18" charset="0"/>
                            </a:rPr>
                            <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e>
                      </m:d>
                    </m:e>
                    <m:sup>
                      <m:r>
                        <a:rPr xmlns:a="http://schemas.openxmlformats.org/drawingml/2006/main" sz="1400" i="1">
                          <a:solidFill>
                            <a:srgbClr val="FFFFFF"/>
                          </a:solidFill>
                          <a:latin typeface="Cambria Math" panose="02040503050406030204" pitchFamily="18" charset="0"/>
                        </a:rPr>
                        <m:t>2</m:t>
                      </m:r>
                    </m:sup>
                  </m:sSup>
                  <m:r>
                    <a:rPr xmlns:a="http://schemas.openxmlformats.org/drawingml/2006/main" sz="1400" i="1">
                      <a:solidFill>
                        <a:srgbClr val="FFFFFF"/>
                      </a:solidFill>
                      <a:latin typeface="Cambria Math" panose="02040503050406030204" pitchFamily="18" charset="0"/>
                    </a:rPr>
                    <m:t>)</m:t>
                  </m:r>
                </m:oMath>
              </a14:m>
              <a:endParaRPr sz="1320"/>
            </a:p>
          </p:txBody>
        </p:sp>
        <p:sp>
          <p:nvSpPr>
            <p:cNvPr id="766" name="TextBox 146"/>
            <p:cNvSpPr txBox="1"/>
            <p:nvPr/>
          </p:nvSpPr>
          <p:spPr>
            <a:xfrm>
              <a:off x="3548193" y="67135"/>
              <a:ext cx="104725" cy="4729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400" i="1">
                        <a:solidFill>
                          <a:srgbClr val="FFFFFF"/>
                        </a:solidFill>
                        <a:latin typeface="Cambria Math" panose="02040503050406030204" pitchFamily="18" charset="0"/>
                      </a:rPr>
                      <m:t>=</m:t>
                    </m:r>
                  </m:oMath>
                </m:oMathPara>
              </a14:m>
              <a:endParaRPr sz="1400">
                <a:solidFill>
                  <a:srgbClr val="FFFFFF"/>
                </a:solidFill>
              </a:endParaRPr>
            </a:p>
          </p:txBody>
        </p:sp>
        <p:sp>
          <p:nvSpPr>
            <p:cNvPr id="767" name="TextBox 147"/>
            <p:cNvSpPr txBox="1"/>
            <p:nvPr/>
          </p:nvSpPr>
          <p:spPr>
            <a:xfrm>
              <a:off x="3705254" y="6949"/>
              <a:ext cx="336833" cy="381383"/>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400" i="1">
                            <a:solidFill>
                              <a:srgbClr val="FFFFFF"/>
                            </a:solidFill>
                            <a:latin typeface="Cambria Math" panose="02040503050406030204" pitchFamily="18" charset="0"/>
                          </a:rPr>
                        </m:ctrlPr>
                        <m:type m:val="bar"/>
                      </m:fPr>
                      <m:num>
                        <m:r>
                          <a:rPr xmlns:a="http://schemas.openxmlformats.org/drawingml/2006/main" sz="1400" i="1">
                            <a:solidFill>
                              <a:srgbClr val="FFFFFF"/>
                            </a:solidFill>
                            <a:latin typeface="Cambria Math" panose="02040503050406030204" pitchFamily="18" charset="0"/>
                          </a:rPr>
                          <m:t>1</m:t>
                        </m:r>
                      </m:num>
                      <m:den>
                        <m:r>
                          <a:rPr xmlns:a="http://schemas.openxmlformats.org/drawingml/2006/main" sz="1400" i="1">
                            <a:solidFill>
                              <a:srgbClr val="FFFFFF"/>
                            </a:solidFill>
                            <a:latin typeface="Cambria Math" panose="02040503050406030204" pitchFamily="18" charset="0"/>
                          </a:rPr>
                          <m:t>2</m:t>
                        </m:r>
                        <m:r>
                          <a:rPr xmlns:a="http://schemas.openxmlformats.org/drawingml/2006/main" sz="1400" i="1">
                            <a:solidFill>
                              <a:srgbClr val="FFFFFF"/>
                            </a:solidFill>
                            <a:latin typeface="Cambria Math" panose="02040503050406030204" pitchFamily="18" charset="0"/>
                          </a:rPr>
                          <m:t>·</m:t>
                        </m:r>
                        <m:r>
                          <a:rPr xmlns:a="http://schemas.openxmlformats.org/drawingml/2006/main" sz="1400" i="1">
                            <a:solidFill>
                              <a:srgbClr val="FFFFFF"/>
                            </a:solidFill>
                            <a:latin typeface="Cambria Math" panose="02040503050406030204" pitchFamily="18" charset="0"/>
                          </a:rPr>
                          <m:t>3</m:t>
                        </m:r>
                      </m:den>
                    </m:f>
                  </m:oMath>
                </m:oMathPara>
              </a14:m>
              <a:endParaRPr sz="1400">
                <a:solidFill>
                  <a:srgbClr val="FFFFFF"/>
                </a:solidFill>
              </a:endParaRPr>
            </a:p>
          </p:txBody>
        </p:sp>
        <p:sp>
          <p:nvSpPr>
            <p:cNvPr id="768" name="TextBox 148"/>
            <p:cNvSpPr txBox="1"/>
            <p:nvPr/>
          </p:nvSpPr>
          <p:spPr>
            <a:xfrm>
              <a:off x="4032296" y="80436"/>
              <a:ext cx="1111920" cy="287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FFFFFF"/>
                  </a:solidFill>
                  <a:latin typeface="Times New Roman"/>
                  <a:ea typeface="Times New Roman"/>
                  <a:cs typeface="Times New Roman"/>
                  <a:sym typeface="Times New Roman"/>
                </a:defRPr>
              </a:lvl1pPr>
            </a:lstStyle>
            <a:p>
              <a:pPr/>
              <a:r>
                <a:t>· 14 = 2.33</a:t>
              </a:r>
            </a:p>
          </p:txBody>
        </p:sp>
      </p:grpSp>
      <p:sp>
        <p:nvSpPr>
          <p:cNvPr id="770" name="TextBox 149"/>
          <p:cNvSpPr txBox="1"/>
          <p:nvPr/>
        </p:nvSpPr>
        <p:spPr>
          <a:xfrm>
            <a:off x="10795486" y="4643199"/>
            <a:ext cx="598441"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2</a:t>
            </a:r>
          </a:p>
        </p:txBody>
      </p:sp>
      <p:sp>
        <p:nvSpPr>
          <p:cNvPr id="771" name="TextBox 150"/>
          <p:cNvSpPr txBox="1"/>
          <p:nvPr/>
        </p:nvSpPr>
        <p:spPr>
          <a:xfrm>
            <a:off x="10808949" y="5179290"/>
            <a:ext cx="527190"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latin typeface="Times New Roman"/>
                <a:ea typeface="Times New Roman"/>
                <a:cs typeface="Times New Roman"/>
                <a:sym typeface="Times New Roman"/>
              </a:defRPr>
            </a:lvl1pPr>
          </a:lstStyle>
          <a:p>
            <a:pPr/>
            <a:r>
              <a:t>2.33</a:t>
            </a:r>
          </a:p>
        </p:txBody>
      </p:sp>
      <p:sp>
        <p:nvSpPr>
          <p:cNvPr id="772" name="TextBox 153"/>
          <p:cNvSpPr txBox="1"/>
          <p:nvPr/>
        </p:nvSpPr>
        <p:spPr>
          <a:xfrm>
            <a:off x="8345851" y="2858073"/>
            <a:ext cx="230644" cy="34018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73" name="TextBox 156"/>
          <p:cNvSpPr txBox="1"/>
          <p:nvPr/>
        </p:nvSpPr>
        <p:spPr>
          <a:xfrm>
            <a:off x="7796598" y="1917188"/>
            <a:ext cx="230645" cy="34018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74" name="TextBox 157"/>
          <p:cNvSpPr txBox="1"/>
          <p:nvPr/>
        </p:nvSpPr>
        <p:spPr>
          <a:xfrm>
            <a:off x="9437312" y="2850243"/>
            <a:ext cx="230645" cy="3401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75" name="TextBox 158"/>
          <p:cNvSpPr txBox="1"/>
          <p:nvPr/>
        </p:nvSpPr>
        <p:spPr>
          <a:xfrm>
            <a:off x="9979016" y="1973720"/>
            <a:ext cx="230645" cy="34018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solidFill>
                  <a:srgbClr val="FF0000"/>
                </a:solidFill>
              </a:defRPr>
            </a:lvl1pPr>
          </a:lstStyle>
          <a:p>
            <a:pPr/>
            <a:r>
              <a:t>×</a:t>
            </a:r>
          </a:p>
        </p:txBody>
      </p:sp>
      <p:sp>
        <p:nvSpPr>
          <p:cNvPr id="776" name="Freeform: Shape 159"/>
          <p:cNvSpPr/>
          <p:nvPr/>
        </p:nvSpPr>
        <p:spPr>
          <a:xfrm>
            <a:off x="7787670" y="1879362"/>
            <a:ext cx="2429959" cy="1474801"/>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777" name="Rectangle 160"/>
          <p:cNvSpPr/>
          <p:nvPr/>
        </p:nvSpPr>
        <p:spPr>
          <a:xfrm>
            <a:off x="8841906" y="3505530"/>
            <a:ext cx="311716" cy="337419"/>
          </a:xfrm>
          <a:prstGeom prst="rect">
            <a:avLst/>
          </a:prstGeom>
          <a:ln w="19050">
            <a:solidFill>
              <a:srgbClr val="FFFF00"/>
            </a:solidFill>
          </a:ln>
        </p:spPr>
        <p:txBody>
          <a:bodyPr lIns="45719" rIns="45719" anchor="ctr"/>
          <a:lstStyle/>
          <a:p>
            <a:pPr algn="ctr">
              <a:defRPr>
                <a:solidFill>
                  <a:srgbClr val="FFFFFF"/>
                </a:solidFill>
              </a:defRPr>
            </a:pPr>
          </a:p>
        </p:txBody>
      </p:sp>
      <p:sp>
        <p:nvSpPr>
          <p:cNvPr id="778" name="Rectangle 161"/>
          <p:cNvSpPr/>
          <p:nvPr/>
        </p:nvSpPr>
        <p:spPr>
          <a:xfrm>
            <a:off x="7462559" y="4554706"/>
            <a:ext cx="811973" cy="1050531"/>
          </a:xfrm>
          <a:prstGeom prst="rect">
            <a:avLst/>
          </a:prstGeom>
          <a:ln w="19050">
            <a:solidFill>
              <a:srgbClr val="FFFF00"/>
            </a:solidFill>
          </a:ln>
        </p:spPr>
        <p:txBody>
          <a:bodyPr lIns="45719" rIns="45719" anchor="ctr"/>
          <a:lstStyle/>
          <a:p>
            <a:pPr algn="ctr">
              <a:defRPr>
                <a:solidFill>
                  <a:srgbClr val="FFFFFF"/>
                </a:solidFill>
              </a:defRPr>
            </a:pPr>
          </a:p>
        </p:txBody>
      </p:sp>
      <p:grpSp>
        <p:nvGrpSpPr>
          <p:cNvPr id="781" name="Group 100"/>
          <p:cNvGrpSpPr/>
          <p:nvPr/>
        </p:nvGrpSpPr>
        <p:grpSpPr>
          <a:xfrm>
            <a:off x="8039447" y="5724452"/>
            <a:ext cx="1594949" cy="403452"/>
            <a:chOff x="0" y="0"/>
            <a:chExt cx="1594947" cy="403450"/>
          </a:xfrm>
        </p:grpSpPr>
        <p:sp>
          <p:nvSpPr>
            <p:cNvPr id="779" name="TextBox 162"/>
            <p:cNvSpPr txBox="1"/>
            <p:nvPr/>
          </p:nvSpPr>
          <p:spPr>
            <a:xfrm>
              <a:off x="1021970" y="31613"/>
              <a:ext cx="572978"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𝑱</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𝟏</m:t>
                            </m:r>
                          </m:sub>
                        </m:sSub>
                      </m:e>
                    </m:d>
                  </m:oMath>
                </m:oMathPara>
              </a14:m>
              <a:endParaRPr sz="2000">
                <a:solidFill>
                  <a:srgbClr val="FFFFFF"/>
                </a:solidFill>
              </a:endParaRPr>
            </a:p>
          </p:txBody>
        </p:sp>
        <p:sp>
          <p:nvSpPr>
            <p:cNvPr id="780" name="TextBox 163"/>
            <p:cNvSpPr txBox="1"/>
            <p:nvPr/>
          </p:nvSpPr>
          <p:spPr>
            <a:xfrm>
              <a:off x="0" y="0"/>
              <a:ext cx="959612" cy="40345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m:rPr>
                                <m:sty m:val="p"/>
                              </m:rPr>
                              <a:rPr xmlns:a="http://schemas.openxmlformats.org/drawingml/2006/main" sz="2000" i="1">
                                <a:solidFill>
                                  <a:srgbClr val="FFFFFF"/>
                                </a:solidFill>
                                <a:latin typeface="Cambria Math" panose="02040503050406030204" pitchFamily="18" charset="0"/>
                              </a:rPr>
                              <m:t>minimize</m:t>
                            </m:r>
                          </m:e>
                          <m:lim>
                            <m:r>
                              <m:rPr>
                                <m:nor/>
                              </m:rPr>
                              <a:rPr xmlns:a="http://schemas.openxmlformats.org/drawingml/2006/main" sz="2000" i="1">
                                <a:solidFill>
                                  <a:srgbClr val="FFFFFF"/>
                                </a:solidFill>
                                <a:latin typeface="Cambria Math" panose="02040503050406030204" pitchFamily="18" charset="0"/>
                              </a:rPr>
                              <m:t>θ1</m:t>
                            </m:r>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grpSp>
      <p:sp>
        <p:nvSpPr>
          <p:cNvPr id="782" name="TextBox 2"/>
          <p:cNvSpPr txBox="1"/>
          <p:nvPr/>
        </p:nvSpPr>
        <p:spPr>
          <a:xfrm>
            <a:off x="3533276" y="1625122"/>
            <a:ext cx="1065257" cy="3500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1600">
                <a:solidFill>
                  <a:srgbClr val="FF0000"/>
                </a:solidFill>
                <a:latin typeface="Times New Roman"/>
                <a:ea typeface="Times New Roman"/>
                <a:cs typeface="Times New Roman"/>
                <a:sym typeface="Times New Roman"/>
              </a:defRPr>
            </a:pPr>
            <a:r>
              <a:t>h</a:t>
            </a:r>
            <a:r>
              <a:rPr baseline="-25000"/>
              <a:t>θ</a:t>
            </a:r>
            <a:r>
              <a:t>(x)= θ</a:t>
            </a:r>
            <a:r>
              <a:rPr baseline="-25000"/>
              <a:t>1 </a:t>
            </a:r>
            <a:r>
              <a:t>x</a:t>
            </a:r>
          </a:p>
        </p:txBody>
      </p:sp>
      <p:sp>
        <p:nvSpPr>
          <p:cNvPr id="783" name="TextBox 3"/>
          <p:cNvSpPr txBox="1"/>
          <p:nvPr/>
        </p:nvSpPr>
        <p:spPr>
          <a:xfrm>
            <a:off x="3497972" y="2674921"/>
            <a:ext cx="1065257" cy="3500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1600">
                <a:solidFill>
                  <a:srgbClr val="FFFFFF"/>
                </a:solidFill>
                <a:latin typeface="Times New Roman"/>
                <a:ea typeface="Times New Roman"/>
                <a:cs typeface="Times New Roman"/>
                <a:sym typeface="Times New Roman"/>
              </a:defRPr>
            </a:pPr>
            <a:r>
              <a:t>h</a:t>
            </a:r>
            <a:r>
              <a:rPr baseline="-25000"/>
              <a:t>θ</a:t>
            </a:r>
            <a:r>
              <a:t>(x)= θ</a:t>
            </a:r>
            <a:r>
              <a:rPr baseline="-25000"/>
              <a:t>1 </a:t>
            </a:r>
            <a:r>
              <a:t>x</a:t>
            </a:r>
          </a:p>
        </p:txBody>
      </p:sp>
      <p:sp>
        <p:nvSpPr>
          <p:cNvPr id="784" name="Left Brace 4"/>
          <p:cNvSpPr/>
          <p:nvPr/>
        </p:nvSpPr>
        <p:spPr>
          <a:xfrm flipH="1">
            <a:off x="2564361" y="2055166"/>
            <a:ext cx="53659" cy="5194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517"/>
                  <a:pt x="10800" y="21414"/>
                </a:cubicBezTo>
                <a:lnTo>
                  <a:pt x="10800" y="10986"/>
                </a:lnTo>
                <a:cubicBezTo>
                  <a:pt x="10800" y="10883"/>
                  <a:pt x="5965" y="10800"/>
                  <a:pt x="0" y="10800"/>
                </a:cubicBezTo>
                <a:cubicBezTo>
                  <a:pt x="5965" y="10800"/>
                  <a:pt x="10800" y="10717"/>
                  <a:pt x="10800" y="10614"/>
                </a:cubicBezTo>
                <a:lnTo>
                  <a:pt x="10800" y="186"/>
                </a:lnTo>
                <a:cubicBezTo>
                  <a:pt x="10800" y="83"/>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85" name="Left Brace 5"/>
          <p:cNvSpPr/>
          <p:nvPr/>
        </p:nvSpPr>
        <p:spPr>
          <a:xfrm flipH="1">
            <a:off x="3109426" y="1531735"/>
            <a:ext cx="46639" cy="7752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552"/>
                  <a:pt x="10800" y="21492"/>
                </a:cubicBezTo>
                <a:lnTo>
                  <a:pt x="10800" y="10908"/>
                </a:lnTo>
                <a:cubicBezTo>
                  <a:pt x="10800" y="10848"/>
                  <a:pt x="5965" y="10800"/>
                  <a:pt x="0" y="10800"/>
                </a:cubicBezTo>
                <a:cubicBezTo>
                  <a:pt x="5965" y="10800"/>
                  <a:pt x="10800" y="10752"/>
                  <a:pt x="10800" y="10692"/>
                </a:cubicBezTo>
                <a:lnTo>
                  <a:pt x="10800" y="108"/>
                </a:lnTo>
                <a:cubicBezTo>
                  <a:pt x="10800" y="48"/>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86" name="Left Brace 6"/>
          <p:cNvSpPr/>
          <p:nvPr/>
        </p:nvSpPr>
        <p:spPr>
          <a:xfrm flipH="1">
            <a:off x="2032034" y="2586301"/>
            <a:ext cx="53629" cy="2704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40"/>
                  <a:pt x="10800" y="21243"/>
                </a:cubicBezTo>
                <a:lnTo>
                  <a:pt x="10800" y="11157"/>
                </a:lnTo>
                <a:cubicBezTo>
                  <a:pt x="10800" y="10960"/>
                  <a:pt x="5965" y="10800"/>
                  <a:pt x="0" y="10800"/>
                </a:cubicBezTo>
                <a:cubicBezTo>
                  <a:pt x="5965" y="10800"/>
                  <a:pt x="10800" y="10640"/>
                  <a:pt x="10800" y="10443"/>
                </a:cubicBezTo>
                <a:lnTo>
                  <a:pt x="10800" y="357"/>
                </a:lnTo>
                <a:cubicBezTo>
                  <a:pt x="10800" y="160"/>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87" name="Left Brace 7"/>
          <p:cNvSpPr/>
          <p:nvPr/>
        </p:nvSpPr>
        <p:spPr>
          <a:xfrm flipH="1" rot="5400000">
            <a:off x="1651296" y="5316010"/>
            <a:ext cx="116459" cy="5628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33"/>
                  <a:pt x="10800" y="21228"/>
                </a:cubicBezTo>
                <a:lnTo>
                  <a:pt x="10800" y="11172"/>
                </a:lnTo>
                <a:cubicBezTo>
                  <a:pt x="10800" y="10967"/>
                  <a:pt x="5965" y="10800"/>
                  <a:pt x="0" y="10800"/>
                </a:cubicBezTo>
                <a:cubicBezTo>
                  <a:pt x="5965" y="10800"/>
                  <a:pt x="10800" y="10633"/>
                  <a:pt x="10800" y="10428"/>
                </a:cubicBezTo>
                <a:lnTo>
                  <a:pt x="10800" y="372"/>
                </a:lnTo>
                <a:cubicBezTo>
                  <a:pt x="10800" y="167"/>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88" name="Left Brace 8"/>
          <p:cNvSpPr/>
          <p:nvPr/>
        </p:nvSpPr>
        <p:spPr>
          <a:xfrm flipH="1" rot="5400000">
            <a:off x="2536096" y="5395502"/>
            <a:ext cx="124497" cy="43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70"/>
                  <a:pt x="10800" y="21086"/>
                </a:cubicBezTo>
                <a:lnTo>
                  <a:pt x="10800" y="11314"/>
                </a:lnTo>
                <a:cubicBezTo>
                  <a:pt x="10800" y="11030"/>
                  <a:pt x="5965" y="10800"/>
                  <a:pt x="0" y="10800"/>
                </a:cubicBezTo>
                <a:cubicBezTo>
                  <a:pt x="5965" y="10800"/>
                  <a:pt x="10800" y="10570"/>
                  <a:pt x="10800" y="10286"/>
                </a:cubicBezTo>
                <a:lnTo>
                  <a:pt x="10800" y="514"/>
                </a:lnTo>
                <a:cubicBezTo>
                  <a:pt x="10800" y="230"/>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89" name="Left Brace 9"/>
          <p:cNvSpPr/>
          <p:nvPr/>
        </p:nvSpPr>
        <p:spPr>
          <a:xfrm flipH="1" rot="5400000">
            <a:off x="3434703" y="5332645"/>
            <a:ext cx="118783" cy="5671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31"/>
                  <a:pt x="10800" y="21223"/>
                </a:cubicBezTo>
                <a:lnTo>
                  <a:pt x="10800" y="11177"/>
                </a:lnTo>
                <a:cubicBezTo>
                  <a:pt x="10800" y="10969"/>
                  <a:pt x="5965" y="10800"/>
                  <a:pt x="0" y="10800"/>
                </a:cubicBezTo>
                <a:cubicBezTo>
                  <a:pt x="5965" y="10800"/>
                  <a:pt x="10800" y="10631"/>
                  <a:pt x="10800" y="10423"/>
                </a:cubicBezTo>
                <a:lnTo>
                  <a:pt x="10800" y="377"/>
                </a:lnTo>
                <a:cubicBezTo>
                  <a:pt x="10800" y="169"/>
                  <a:pt x="15635" y="0"/>
                  <a:pt x="21600" y="0"/>
                </a:cubicBezTo>
              </a:path>
            </a:pathLst>
          </a:custGeom>
          <a:ln w="12700">
            <a:solidFill>
              <a:srgbClr val="FF99FF"/>
            </a:solidFill>
          </a:ln>
        </p:spPr>
        <p:txBody>
          <a:bodyPr lIns="45719" rIns="45719" anchor="ctr"/>
          <a:lstStyle/>
          <a:p>
            <a:pPr algn="ctr">
              <a:defRPr>
                <a:solidFill>
                  <a:srgbClr val="FFFFFF"/>
                </a:solidFill>
              </a:defRPr>
            </a:pPr>
          </a:p>
        </p:txBody>
      </p:sp>
      <p:sp>
        <p:nvSpPr>
          <p:cNvPr id="790" name="Left Brace 11"/>
          <p:cNvSpPr/>
          <p:nvPr/>
        </p:nvSpPr>
        <p:spPr>
          <a:xfrm flipH="1">
            <a:off x="2025683" y="2586301"/>
            <a:ext cx="111331" cy="560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40"/>
                  <a:pt x="10800" y="21242"/>
                </a:cubicBezTo>
                <a:lnTo>
                  <a:pt x="10800" y="11158"/>
                </a:lnTo>
                <a:cubicBezTo>
                  <a:pt x="10800" y="10960"/>
                  <a:pt x="5965" y="10800"/>
                  <a:pt x="0" y="10800"/>
                </a:cubicBezTo>
                <a:cubicBezTo>
                  <a:pt x="5965" y="10800"/>
                  <a:pt x="10800" y="10640"/>
                  <a:pt x="10800" y="10442"/>
                </a:cubicBezTo>
                <a:lnTo>
                  <a:pt x="10800" y="358"/>
                </a:lnTo>
                <a:cubicBezTo>
                  <a:pt x="10800" y="160"/>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1" name="Left Brace 12"/>
          <p:cNvSpPr/>
          <p:nvPr/>
        </p:nvSpPr>
        <p:spPr>
          <a:xfrm flipH="1">
            <a:off x="2572791" y="2065291"/>
            <a:ext cx="108477" cy="10506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517"/>
                  <a:pt x="10800" y="21414"/>
                </a:cubicBezTo>
                <a:lnTo>
                  <a:pt x="10800" y="10986"/>
                </a:lnTo>
                <a:cubicBezTo>
                  <a:pt x="10800" y="10883"/>
                  <a:pt x="5965" y="10800"/>
                  <a:pt x="0" y="10800"/>
                </a:cubicBezTo>
                <a:cubicBezTo>
                  <a:pt x="5965" y="10800"/>
                  <a:pt x="10800" y="10717"/>
                  <a:pt x="10800" y="10614"/>
                </a:cubicBezTo>
                <a:lnTo>
                  <a:pt x="10800" y="186"/>
                </a:lnTo>
                <a:cubicBezTo>
                  <a:pt x="10800" y="83"/>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2" name="Left Brace 17"/>
          <p:cNvSpPr/>
          <p:nvPr/>
        </p:nvSpPr>
        <p:spPr>
          <a:xfrm flipH="1">
            <a:off x="3118948" y="1537667"/>
            <a:ext cx="107931" cy="15917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545"/>
                  <a:pt x="10800" y="21478"/>
                </a:cubicBezTo>
                <a:lnTo>
                  <a:pt x="10800" y="10922"/>
                </a:lnTo>
                <a:cubicBezTo>
                  <a:pt x="10800" y="10855"/>
                  <a:pt x="5965" y="10800"/>
                  <a:pt x="0" y="10800"/>
                </a:cubicBezTo>
                <a:cubicBezTo>
                  <a:pt x="5965" y="10800"/>
                  <a:pt x="10800" y="10745"/>
                  <a:pt x="10800" y="10678"/>
                </a:cubicBezTo>
                <a:lnTo>
                  <a:pt x="10800" y="122"/>
                </a:lnTo>
                <a:cubicBezTo>
                  <a:pt x="10800" y="55"/>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3" name="Left Brace 18"/>
          <p:cNvSpPr/>
          <p:nvPr/>
        </p:nvSpPr>
        <p:spPr>
          <a:xfrm flipH="1" rot="5400000">
            <a:off x="1586699" y="5941333"/>
            <a:ext cx="123431" cy="43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71"/>
                  <a:pt x="10800" y="21090"/>
                </a:cubicBezTo>
                <a:lnTo>
                  <a:pt x="10800" y="11310"/>
                </a:lnTo>
                <a:cubicBezTo>
                  <a:pt x="10800" y="11029"/>
                  <a:pt x="5965" y="10800"/>
                  <a:pt x="0" y="10800"/>
                </a:cubicBezTo>
                <a:cubicBezTo>
                  <a:pt x="5965" y="10800"/>
                  <a:pt x="10800" y="10572"/>
                  <a:pt x="10800" y="10290"/>
                </a:cubicBezTo>
                <a:lnTo>
                  <a:pt x="10800" y="510"/>
                </a:lnTo>
                <a:cubicBezTo>
                  <a:pt x="10800" y="229"/>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4" name="Left Brace 19"/>
          <p:cNvSpPr/>
          <p:nvPr/>
        </p:nvSpPr>
        <p:spPr>
          <a:xfrm flipH="1" rot="5400000">
            <a:off x="2393134" y="5947047"/>
            <a:ext cx="123431" cy="43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71"/>
                  <a:pt x="10800" y="21090"/>
                </a:cubicBezTo>
                <a:lnTo>
                  <a:pt x="10800" y="11310"/>
                </a:lnTo>
                <a:cubicBezTo>
                  <a:pt x="10800" y="11029"/>
                  <a:pt x="5965" y="10800"/>
                  <a:pt x="0" y="10800"/>
                </a:cubicBezTo>
                <a:cubicBezTo>
                  <a:pt x="5965" y="10800"/>
                  <a:pt x="10800" y="10572"/>
                  <a:pt x="10800" y="10290"/>
                </a:cubicBezTo>
                <a:lnTo>
                  <a:pt x="10800" y="510"/>
                </a:lnTo>
                <a:cubicBezTo>
                  <a:pt x="10800" y="229"/>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5" name="Left Brace 20"/>
          <p:cNvSpPr/>
          <p:nvPr/>
        </p:nvSpPr>
        <p:spPr>
          <a:xfrm flipH="1" rot="5400000">
            <a:off x="3233534" y="5941333"/>
            <a:ext cx="123431" cy="4352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71"/>
                  <a:pt x="10800" y="21090"/>
                </a:cubicBezTo>
                <a:lnTo>
                  <a:pt x="10800" y="11310"/>
                </a:lnTo>
                <a:cubicBezTo>
                  <a:pt x="10800" y="11029"/>
                  <a:pt x="5965" y="10800"/>
                  <a:pt x="0" y="10800"/>
                </a:cubicBezTo>
                <a:cubicBezTo>
                  <a:pt x="5965" y="10800"/>
                  <a:pt x="10800" y="10572"/>
                  <a:pt x="10800" y="10290"/>
                </a:cubicBezTo>
                <a:lnTo>
                  <a:pt x="10800" y="510"/>
                </a:lnTo>
                <a:cubicBezTo>
                  <a:pt x="10800" y="229"/>
                  <a:pt x="15635" y="0"/>
                  <a:pt x="21600" y="0"/>
                </a:cubicBezTo>
              </a:path>
            </a:pathLst>
          </a:custGeom>
          <a:ln w="12700">
            <a:solidFill>
              <a:srgbClr val="00FF99"/>
            </a:solidFill>
          </a:ln>
        </p:spPr>
        <p:txBody>
          <a:bodyPr lIns="45719" rIns="45719" anchor="ctr"/>
          <a:lstStyle/>
          <a:p>
            <a:pPr algn="ctr">
              <a:defRPr>
                <a:solidFill>
                  <a:srgbClr val="FFFFFF"/>
                </a:solidFill>
              </a:defRPr>
            </a:pPr>
          </a:p>
        </p:txBody>
      </p:sp>
      <p:sp>
        <p:nvSpPr>
          <p:cNvPr id="796" name="Straight Arrow Connector 41"/>
          <p:cNvSpPr/>
          <p:nvPr/>
        </p:nvSpPr>
        <p:spPr>
          <a:xfrm>
            <a:off x="4177223" y="1278288"/>
            <a:ext cx="3493577" cy="3226340"/>
          </a:xfrm>
          <a:prstGeom prst="line">
            <a:avLst/>
          </a:prstGeom>
          <a:ln w="12700">
            <a:solidFill>
              <a:srgbClr val="00B050"/>
            </a:solidFill>
            <a:tailEnd type="triangle"/>
          </a:ln>
        </p:spPr>
        <p:txBody>
          <a:bodyPr lIns="45719" rIns="45719"/>
          <a:lstStyle/>
          <a:p>
            <a:pPr>
              <a:defRPr>
                <a:solidFill>
                  <a:srgbClr val="FFFFFF"/>
                </a:solidFill>
              </a:defRPr>
            </a:pPr>
          </a:p>
        </p:txBody>
      </p:sp>
      <p:grpSp>
        <p:nvGrpSpPr>
          <p:cNvPr id="799" name="Group 93"/>
          <p:cNvGrpSpPr/>
          <p:nvPr/>
        </p:nvGrpSpPr>
        <p:grpSpPr>
          <a:xfrm>
            <a:off x="4912007" y="5008019"/>
            <a:ext cx="2681773" cy="1003661"/>
            <a:chOff x="0" y="0"/>
            <a:chExt cx="2681771" cy="1003659"/>
          </a:xfrm>
        </p:grpSpPr>
        <p:sp>
          <p:nvSpPr>
            <p:cNvPr id="797" name="Freeform: Shape 80"/>
            <p:cNvSpPr/>
            <p:nvPr/>
          </p:nvSpPr>
          <p:spPr>
            <a:xfrm>
              <a:off x="-1" y="-1"/>
              <a:ext cx="2533651" cy="1003661"/>
            </a:xfrm>
            <a:custGeom>
              <a:avLst/>
              <a:gdLst/>
              <a:ahLst/>
              <a:cxnLst>
                <a:cxn ang="0">
                  <a:pos x="wd2" y="hd2"/>
                </a:cxn>
                <a:cxn ang="5400000">
                  <a:pos x="wd2" y="hd2"/>
                </a:cxn>
                <a:cxn ang="10800000">
                  <a:pos x="wd2" y="hd2"/>
                </a:cxn>
                <a:cxn ang="16200000">
                  <a:pos x="wd2" y="hd2"/>
                </a:cxn>
              </a:cxnLst>
              <a:rect l="0" t="0" r="r" b="b"/>
              <a:pathLst>
                <a:path w="21600" h="21494" fill="norm" stroke="1" extrusionOk="0">
                  <a:moveTo>
                    <a:pt x="0" y="0"/>
                  </a:moveTo>
                  <a:cubicBezTo>
                    <a:pt x="1877" y="2255"/>
                    <a:pt x="3753" y="4510"/>
                    <a:pt x="5035" y="7616"/>
                  </a:cubicBezTo>
                  <a:cubicBezTo>
                    <a:pt x="6316" y="10721"/>
                    <a:pt x="6280" y="16319"/>
                    <a:pt x="7687" y="18631"/>
                  </a:cubicBezTo>
                  <a:cubicBezTo>
                    <a:pt x="9095" y="20943"/>
                    <a:pt x="11585" y="21373"/>
                    <a:pt x="13480" y="21487"/>
                  </a:cubicBezTo>
                  <a:cubicBezTo>
                    <a:pt x="15374" y="21600"/>
                    <a:pt x="17702" y="20444"/>
                    <a:pt x="19056" y="19311"/>
                  </a:cubicBezTo>
                  <a:cubicBezTo>
                    <a:pt x="20409" y="18178"/>
                    <a:pt x="21005" y="16432"/>
                    <a:pt x="21600" y="14687"/>
                  </a:cubicBezTo>
                </a:path>
              </a:pathLst>
            </a:custGeom>
            <a:noFill/>
            <a:ln w="19050" cap="flat">
              <a:solidFill>
                <a:srgbClr val="00B05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798" name="Straight Arrow Connector 83"/>
            <p:cNvSpPr/>
            <p:nvPr/>
          </p:nvSpPr>
          <p:spPr>
            <a:xfrm flipV="1">
              <a:off x="2533649" y="560830"/>
              <a:ext cx="148123" cy="126175"/>
            </a:xfrm>
            <a:prstGeom prst="line">
              <a:avLst/>
            </a:prstGeom>
            <a:noFill/>
            <a:ln w="19050" cap="flat">
              <a:solidFill>
                <a:srgbClr val="00B050"/>
              </a:solidFill>
              <a:prstDash val="solid"/>
              <a:round/>
              <a:tailEnd type="triangle" w="med" len="med"/>
            </a:ln>
            <a:effectLst/>
          </p:spPr>
          <p:txBody>
            <a:bodyPr wrap="square" lIns="45719" tIns="45719" rIns="45719" bIns="45719" numCol="1" anchor="t">
              <a:noAutofit/>
            </a:bodyPr>
            <a:lstStyle/>
            <a:p>
              <a:pPr>
                <a:defRPr>
                  <a:solidFill>
                    <a:srgbClr val="FFFFFF"/>
                  </a:solidFill>
                </a:defRPr>
              </a:pP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2" grpId="1" fill="hold">
                                  <p:stCondLst>
                                    <p:cond delay="0"/>
                                  </p:stCondLst>
                                  <p:iterate type="el" backwards="0">
                                    <p:tmAbs val="0"/>
                                  </p:iterate>
                                  <p:childTnLst>
                                    <p:set>
                                      <p:cBhvr>
                                        <p:cTn id="6" fill="hold"/>
                                        <p:tgtEl>
                                          <p:spTgt spid="668"/>
                                        </p:tgtEl>
                                        <p:attrNameLst>
                                          <p:attrName>style.visibility</p:attrName>
                                        </p:attrNameLst>
                                      </p:cBhvr>
                                      <p:to>
                                        <p:strVal val="visible"/>
                                      </p:to>
                                    </p:set>
                                    <p:animEffect filter="wipe(up)" transition="in">
                                      <p:cBhvr>
                                        <p:cTn id="7" dur="1000"/>
                                        <p:tgtEl>
                                          <p:spTgt spid="66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0" presetID="1" grpId="2" fill="hold">
                                  <p:stCondLst>
                                    <p:cond delay="0"/>
                                  </p:stCondLst>
                                  <p:iterate type="el" backwards="0">
                                    <p:tmAbs val="0"/>
                                  </p:iterate>
                                  <p:childTnLst>
                                    <p:set>
                                      <p:cBhvr>
                                        <p:cTn id="11" fill="hold"/>
                                        <p:tgtEl>
                                          <p:spTgt spid="705"/>
                                        </p:tgtEl>
                                        <p:attrNameLst>
                                          <p:attrName>style.visibility</p:attrName>
                                        </p:attrNameLst>
                                      </p:cBhvr>
                                      <p:to>
                                        <p:strVal val="visible"/>
                                      </p:to>
                                    </p:set>
                                  </p:childTnLst>
                                </p:cTn>
                              </p:par>
                            </p:childTnLst>
                          </p:cTn>
                        </p:par>
                        <p:par>
                          <p:cTn id="12" fill="hold">
                            <p:stCondLst>
                              <p:cond delay="0"/>
                            </p:stCondLst>
                            <p:childTnLst>
                              <p:par>
                                <p:cTn id="13" presetClass="entr" nodeType="afterEffect" presetSubtype="0" presetID="1" grpId="3" fill="hold">
                                  <p:stCondLst>
                                    <p:cond delay="0"/>
                                  </p:stCondLst>
                                  <p:iterate type="el" backwards="0">
                                    <p:tmAbs val="0"/>
                                  </p:iterate>
                                  <p:childTnLst>
                                    <p:set>
                                      <p:cBhvr>
                                        <p:cTn id="14" fill="hold"/>
                                        <p:tgtEl>
                                          <p:spTgt spid="7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2" grpId="4" fill="hold">
                                  <p:stCondLst>
                                    <p:cond delay="0"/>
                                  </p:stCondLst>
                                  <p:iterate type="el" backwards="0">
                                    <p:tmAbs val="0"/>
                                  </p:iterate>
                                  <p:childTnLst>
                                    <p:set>
                                      <p:cBhvr>
                                        <p:cTn id="18" fill="hold"/>
                                        <p:tgtEl>
                                          <p:spTgt spid="670"/>
                                        </p:tgtEl>
                                        <p:attrNameLst>
                                          <p:attrName>style.visibility</p:attrName>
                                        </p:attrNameLst>
                                      </p:cBhvr>
                                      <p:to>
                                        <p:strVal val="visible"/>
                                      </p:to>
                                    </p:set>
                                    <p:animEffect filter="wipe(left)" transition="in">
                                      <p:cBhvr>
                                        <p:cTn id="19" dur="1000"/>
                                        <p:tgtEl>
                                          <p:spTgt spid="670"/>
                                        </p:tgtEl>
                                      </p:cBhvr>
                                    </p:animEffect>
                                  </p:childTnLst>
                                </p:cTn>
                              </p:par>
                            </p:childTnLst>
                          </p:cTn>
                        </p:par>
                        <p:par>
                          <p:cTn id="20" fill="hold">
                            <p:stCondLst>
                              <p:cond delay="1000"/>
                            </p:stCondLst>
                            <p:childTnLst>
                              <p:par>
                                <p:cTn id="21" presetClass="entr" nodeType="afterEffect" presetSubtype="4" presetID="22" grpId="5" fill="hold">
                                  <p:stCondLst>
                                    <p:cond delay="0"/>
                                  </p:stCondLst>
                                  <p:iterate type="el" backwards="0">
                                    <p:tmAbs val="0"/>
                                  </p:iterate>
                                  <p:childTnLst>
                                    <p:set>
                                      <p:cBhvr>
                                        <p:cTn id="22" fill="hold"/>
                                        <p:tgtEl>
                                          <p:spTgt spid="669"/>
                                        </p:tgtEl>
                                        <p:attrNameLst>
                                          <p:attrName>style.visibility</p:attrName>
                                        </p:attrNameLst>
                                      </p:cBhvr>
                                      <p:to>
                                        <p:strVal val="visible"/>
                                      </p:to>
                                    </p:set>
                                    <p:animEffect filter="wipe(down)" transition="in">
                                      <p:cBhvr>
                                        <p:cTn id="23" dur="1000"/>
                                        <p:tgtEl>
                                          <p:spTgt spid="669"/>
                                        </p:tgtEl>
                                      </p:cBhvr>
                                    </p:animEffect>
                                  </p:childTnLst>
                                </p:cTn>
                              </p:par>
                            </p:childTnLst>
                          </p:cTn>
                        </p:par>
                        <p:par>
                          <p:cTn id="24" fill="hold">
                            <p:stCondLst>
                              <p:cond delay="2000"/>
                            </p:stCondLst>
                            <p:childTnLst>
                              <p:par>
                                <p:cTn id="25" presetClass="entr" nodeType="afterEffect" presetSubtype="8" presetID="22" grpId="6" fill="hold">
                                  <p:stCondLst>
                                    <p:cond delay="0"/>
                                  </p:stCondLst>
                                  <p:iterate type="el" backwards="0">
                                    <p:tmAbs val="0"/>
                                  </p:iterate>
                                  <p:childTnLst>
                                    <p:set>
                                      <p:cBhvr>
                                        <p:cTn id="26" fill="hold"/>
                                        <p:tgtEl>
                                          <p:spTgt spid="671"/>
                                        </p:tgtEl>
                                        <p:attrNameLst>
                                          <p:attrName>style.visibility</p:attrName>
                                        </p:attrNameLst>
                                      </p:cBhvr>
                                      <p:to>
                                        <p:strVal val="visible"/>
                                      </p:to>
                                    </p:set>
                                    <p:animEffect filter="wipe(left)" transition="in">
                                      <p:cBhvr>
                                        <p:cTn id="27" dur="500"/>
                                        <p:tgtEl>
                                          <p:spTgt spid="671"/>
                                        </p:tgtEl>
                                      </p:cBhvr>
                                    </p:animEffect>
                                  </p:childTnLst>
                                </p:cTn>
                              </p:par>
                            </p:childTnLst>
                          </p:cTn>
                        </p:par>
                        <p:par>
                          <p:cTn id="28" fill="hold">
                            <p:stCondLst>
                              <p:cond delay="2500"/>
                            </p:stCondLst>
                            <p:childTnLst>
                              <p:par>
                                <p:cTn id="29" presetClass="entr" nodeType="afterEffect" presetSubtype="8" presetID="22" grpId="7" fill="hold">
                                  <p:stCondLst>
                                    <p:cond delay="0"/>
                                  </p:stCondLst>
                                  <p:iterate type="el" backwards="0">
                                    <p:tmAbs val="0"/>
                                  </p:iterate>
                                  <p:childTnLst>
                                    <p:set>
                                      <p:cBhvr>
                                        <p:cTn id="30" fill="hold"/>
                                        <p:tgtEl>
                                          <p:spTgt spid="708"/>
                                        </p:tgtEl>
                                        <p:attrNameLst>
                                          <p:attrName>style.visibility</p:attrName>
                                        </p:attrNameLst>
                                      </p:cBhvr>
                                      <p:to>
                                        <p:strVal val="visible"/>
                                      </p:to>
                                    </p:set>
                                    <p:animEffect filter="wipe(left)" transition="in">
                                      <p:cBhvr>
                                        <p:cTn id="31" dur="500"/>
                                        <p:tgtEl>
                                          <p:spTgt spid="708"/>
                                        </p:tgtEl>
                                      </p:cBhvr>
                                    </p:animEffect>
                                  </p:childTnLst>
                                </p:cTn>
                              </p:par>
                            </p:childTnLst>
                          </p:cTn>
                        </p:par>
                        <p:par>
                          <p:cTn id="32" fill="hold">
                            <p:stCondLst>
                              <p:cond delay="3000"/>
                            </p:stCondLst>
                            <p:childTnLst>
                              <p:par>
                                <p:cTn id="33" presetClass="entr" nodeType="afterEffect" presetSubtype="8" presetID="22" grpId="8" fill="hold">
                                  <p:stCondLst>
                                    <p:cond delay="0"/>
                                  </p:stCondLst>
                                  <p:iterate type="el" backwards="0">
                                    <p:tmAbs val="0"/>
                                  </p:iterate>
                                  <p:childTnLst>
                                    <p:set>
                                      <p:cBhvr>
                                        <p:cTn id="34" fill="hold"/>
                                        <p:tgtEl>
                                          <p:spTgt spid="709"/>
                                        </p:tgtEl>
                                        <p:attrNameLst>
                                          <p:attrName>style.visibility</p:attrName>
                                        </p:attrNameLst>
                                      </p:cBhvr>
                                      <p:to>
                                        <p:strVal val="visible"/>
                                      </p:to>
                                    </p:set>
                                    <p:animEffect filter="wipe(left)" transition="in">
                                      <p:cBhvr>
                                        <p:cTn id="35" dur="500"/>
                                        <p:tgtEl>
                                          <p:spTgt spid="709"/>
                                        </p:tgtEl>
                                      </p:cBhvr>
                                    </p:animEffect>
                                  </p:childTnLst>
                                </p:cTn>
                              </p:par>
                            </p:childTnLst>
                          </p:cTn>
                        </p:par>
                        <p:par>
                          <p:cTn id="36" fill="hold">
                            <p:stCondLst>
                              <p:cond delay="3500"/>
                            </p:stCondLst>
                            <p:childTnLst>
                              <p:par>
                                <p:cTn id="37" presetClass="entr" nodeType="afterEffect" presetSubtype="8" presetID="22" grpId="9" fill="hold">
                                  <p:stCondLst>
                                    <p:cond delay="0"/>
                                  </p:stCondLst>
                                  <p:iterate type="el" backwards="0">
                                    <p:tmAbs val="0"/>
                                  </p:iterate>
                                  <p:childTnLst>
                                    <p:set>
                                      <p:cBhvr>
                                        <p:cTn id="38" fill="hold"/>
                                        <p:tgtEl>
                                          <p:spTgt spid="710"/>
                                        </p:tgtEl>
                                        <p:attrNameLst>
                                          <p:attrName>style.visibility</p:attrName>
                                        </p:attrNameLst>
                                      </p:cBhvr>
                                      <p:to>
                                        <p:strVal val="visible"/>
                                      </p:to>
                                    </p:set>
                                    <p:animEffect filter="wipe(left)" transition="in">
                                      <p:cBhvr>
                                        <p:cTn id="39" dur="500"/>
                                        <p:tgtEl>
                                          <p:spTgt spid="710"/>
                                        </p:tgtEl>
                                      </p:cBhvr>
                                    </p:animEffect>
                                  </p:childTnLst>
                                </p:cTn>
                              </p:par>
                            </p:childTnLst>
                          </p:cTn>
                        </p:par>
                        <p:par>
                          <p:cTn id="40" fill="hold">
                            <p:stCondLst>
                              <p:cond delay="4000"/>
                            </p:stCondLst>
                            <p:childTnLst>
                              <p:par>
                                <p:cTn id="41" presetClass="entr" nodeType="afterEffect" presetSubtype="8" presetID="22" grpId="10" fill="hold">
                                  <p:stCondLst>
                                    <p:cond delay="0"/>
                                  </p:stCondLst>
                                  <p:iterate type="el" backwards="0">
                                    <p:tmAbs val="0"/>
                                  </p:iterate>
                                  <p:childTnLst>
                                    <p:set>
                                      <p:cBhvr>
                                        <p:cTn id="42" fill="hold"/>
                                        <p:tgtEl>
                                          <p:spTgt spid="711"/>
                                        </p:tgtEl>
                                        <p:attrNameLst>
                                          <p:attrName>style.visibility</p:attrName>
                                        </p:attrNameLst>
                                      </p:cBhvr>
                                      <p:to>
                                        <p:strVal val="visible"/>
                                      </p:to>
                                    </p:set>
                                    <p:animEffect filter="wipe(left)" transition="in">
                                      <p:cBhvr>
                                        <p:cTn id="43" dur="500"/>
                                        <p:tgtEl>
                                          <p:spTgt spid="711"/>
                                        </p:tgtEl>
                                      </p:cBhvr>
                                    </p:animEffect>
                                  </p:childTnLst>
                                </p:cTn>
                              </p:par>
                            </p:childTnLst>
                          </p:cTn>
                        </p:par>
                        <p:par>
                          <p:cTn id="44" fill="hold">
                            <p:stCondLst>
                              <p:cond delay="4500"/>
                            </p:stCondLst>
                            <p:childTnLst>
                              <p:par>
                                <p:cTn id="45" presetClass="entr" nodeType="afterEffect" presetSubtype="8" presetID="22" grpId="11" fill="hold">
                                  <p:stCondLst>
                                    <p:cond delay="0"/>
                                  </p:stCondLst>
                                  <p:iterate type="el" backwards="0">
                                    <p:tmAbs val="0"/>
                                  </p:iterate>
                                  <p:childTnLst>
                                    <p:set>
                                      <p:cBhvr>
                                        <p:cTn id="46" fill="hold"/>
                                        <p:tgtEl>
                                          <p:spTgt spid="712"/>
                                        </p:tgtEl>
                                        <p:attrNameLst>
                                          <p:attrName>style.visibility</p:attrName>
                                        </p:attrNameLst>
                                      </p:cBhvr>
                                      <p:to>
                                        <p:strVal val="visible"/>
                                      </p:to>
                                    </p:set>
                                    <p:animEffect filter="wipe(left)" transition="in">
                                      <p:cBhvr>
                                        <p:cTn id="47" dur="500"/>
                                        <p:tgtEl>
                                          <p:spTgt spid="712"/>
                                        </p:tgtEl>
                                      </p:cBhvr>
                                    </p:animEffect>
                                  </p:childTnLst>
                                </p:cTn>
                              </p:par>
                            </p:childTnLst>
                          </p:cTn>
                        </p:par>
                        <p:par>
                          <p:cTn id="48" fill="hold">
                            <p:stCondLst>
                              <p:cond delay="5000"/>
                            </p:stCondLst>
                            <p:childTnLst>
                              <p:par>
                                <p:cTn id="49" presetClass="entr" nodeType="afterEffect" presetSubtype="1" presetID="22" grpId="12" fill="hold">
                                  <p:stCondLst>
                                    <p:cond delay="0"/>
                                  </p:stCondLst>
                                  <p:iterate type="el" backwards="0">
                                    <p:tmAbs val="0"/>
                                  </p:iterate>
                                  <p:childTnLst>
                                    <p:set>
                                      <p:cBhvr>
                                        <p:cTn id="50" fill="hold"/>
                                        <p:tgtEl>
                                          <p:spTgt spid="672"/>
                                        </p:tgtEl>
                                        <p:attrNameLst>
                                          <p:attrName>style.visibility</p:attrName>
                                        </p:attrNameLst>
                                      </p:cBhvr>
                                      <p:to>
                                        <p:strVal val="visible"/>
                                      </p:to>
                                    </p:set>
                                    <p:animEffect filter="wipe(up)" transition="in">
                                      <p:cBhvr>
                                        <p:cTn id="51" dur="500"/>
                                        <p:tgtEl>
                                          <p:spTgt spid="672"/>
                                        </p:tgtEl>
                                      </p:cBhvr>
                                    </p:animEffect>
                                  </p:childTnLst>
                                </p:cTn>
                              </p:par>
                            </p:childTnLst>
                          </p:cTn>
                        </p:par>
                        <p:par>
                          <p:cTn id="52" fill="hold">
                            <p:stCondLst>
                              <p:cond delay="5500"/>
                            </p:stCondLst>
                            <p:childTnLst>
                              <p:par>
                                <p:cTn id="53" presetClass="entr" nodeType="afterEffect" presetSubtype="1" presetID="22" grpId="13" fill="hold">
                                  <p:stCondLst>
                                    <p:cond delay="0"/>
                                  </p:stCondLst>
                                  <p:iterate type="el" backwards="0">
                                    <p:tmAbs val="0"/>
                                  </p:iterate>
                                  <p:childTnLst>
                                    <p:set>
                                      <p:cBhvr>
                                        <p:cTn id="54" fill="hold"/>
                                        <p:tgtEl>
                                          <p:spTgt spid="673"/>
                                        </p:tgtEl>
                                        <p:attrNameLst>
                                          <p:attrName>style.visibility</p:attrName>
                                        </p:attrNameLst>
                                      </p:cBhvr>
                                      <p:to>
                                        <p:strVal val="visible"/>
                                      </p:to>
                                    </p:set>
                                    <p:animEffect filter="wipe(up)" transition="in">
                                      <p:cBhvr>
                                        <p:cTn id="55" dur="500"/>
                                        <p:tgtEl>
                                          <p:spTgt spid="673"/>
                                        </p:tgtEl>
                                      </p:cBhvr>
                                    </p:animEffect>
                                  </p:childTnLst>
                                </p:cTn>
                              </p:par>
                            </p:childTnLst>
                          </p:cTn>
                        </p:par>
                        <p:par>
                          <p:cTn id="56" fill="hold">
                            <p:stCondLst>
                              <p:cond delay="6000"/>
                            </p:stCondLst>
                            <p:childTnLst>
                              <p:par>
                                <p:cTn id="57" presetClass="entr" nodeType="afterEffect" presetSubtype="1" presetID="22" grpId="14" fill="hold">
                                  <p:stCondLst>
                                    <p:cond delay="0"/>
                                  </p:stCondLst>
                                  <p:iterate type="el" backwards="0">
                                    <p:tmAbs val="0"/>
                                  </p:iterate>
                                  <p:childTnLst>
                                    <p:set>
                                      <p:cBhvr>
                                        <p:cTn id="58" fill="hold"/>
                                        <p:tgtEl>
                                          <p:spTgt spid="674"/>
                                        </p:tgtEl>
                                        <p:attrNameLst>
                                          <p:attrName>style.visibility</p:attrName>
                                        </p:attrNameLst>
                                      </p:cBhvr>
                                      <p:to>
                                        <p:strVal val="visible"/>
                                      </p:to>
                                    </p:set>
                                    <p:animEffect filter="wipe(up)" transition="in">
                                      <p:cBhvr>
                                        <p:cTn id="59" dur="500"/>
                                        <p:tgtEl>
                                          <p:spTgt spid="674"/>
                                        </p:tgtEl>
                                      </p:cBhvr>
                                    </p:animEffect>
                                  </p:childTnLst>
                                </p:cTn>
                              </p:par>
                            </p:childTnLst>
                          </p:cTn>
                        </p:par>
                        <p:par>
                          <p:cTn id="60" fill="hold">
                            <p:stCondLst>
                              <p:cond delay="6500"/>
                            </p:stCondLst>
                            <p:childTnLst>
                              <p:par>
                                <p:cTn id="61" presetClass="entr" nodeType="afterEffect" presetID="10" grpId="15" fill="hold">
                                  <p:stCondLst>
                                    <p:cond delay="0"/>
                                  </p:stCondLst>
                                  <p:iterate type="el" backwards="0">
                                    <p:tmAbs val="0"/>
                                  </p:iterate>
                                  <p:childTnLst>
                                    <p:set>
                                      <p:cBhvr>
                                        <p:cTn id="62" fill="hold"/>
                                        <p:tgtEl>
                                          <p:spTgt spid="676"/>
                                        </p:tgtEl>
                                        <p:attrNameLst>
                                          <p:attrName>style.visibility</p:attrName>
                                        </p:attrNameLst>
                                      </p:cBhvr>
                                      <p:to>
                                        <p:strVal val="visible"/>
                                      </p:to>
                                    </p:set>
                                    <p:animEffect filter="fade" transition="in">
                                      <p:cBhvr>
                                        <p:cTn id="63" dur="500"/>
                                        <p:tgtEl>
                                          <p:spTgt spid="676"/>
                                        </p:tgtEl>
                                      </p:cBhvr>
                                    </p:animEffect>
                                  </p:childTnLst>
                                </p:cTn>
                              </p:par>
                            </p:childTnLst>
                          </p:cTn>
                        </p:par>
                        <p:par>
                          <p:cTn id="64" fill="hold">
                            <p:stCondLst>
                              <p:cond delay="7000"/>
                            </p:stCondLst>
                            <p:childTnLst>
                              <p:par>
                                <p:cTn id="65" presetClass="entr" nodeType="afterEffect" presetID="10" grpId="16" fill="hold">
                                  <p:stCondLst>
                                    <p:cond delay="0"/>
                                  </p:stCondLst>
                                  <p:iterate type="el" backwards="0">
                                    <p:tmAbs val="0"/>
                                  </p:iterate>
                                  <p:childTnLst>
                                    <p:set>
                                      <p:cBhvr>
                                        <p:cTn id="66" fill="hold"/>
                                        <p:tgtEl>
                                          <p:spTgt spid="677"/>
                                        </p:tgtEl>
                                        <p:attrNameLst>
                                          <p:attrName>style.visibility</p:attrName>
                                        </p:attrNameLst>
                                      </p:cBhvr>
                                      <p:to>
                                        <p:strVal val="visible"/>
                                      </p:to>
                                    </p:set>
                                    <p:animEffect filter="fade" transition="in">
                                      <p:cBhvr>
                                        <p:cTn id="67" dur="500"/>
                                        <p:tgtEl>
                                          <p:spTgt spid="677"/>
                                        </p:tgtEl>
                                      </p:cBhvr>
                                    </p:animEffect>
                                  </p:childTnLst>
                                </p:cTn>
                              </p:par>
                            </p:childTnLst>
                          </p:cTn>
                        </p:par>
                        <p:par>
                          <p:cTn id="68" fill="hold">
                            <p:stCondLst>
                              <p:cond delay="7500"/>
                            </p:stCondLst>
                            <p:childTnLst>
                              <p:par>
                                <p:cTn id="69" presetClass="entr" nodeType="afterEffect" presetID="10" grpId="17" fill="hold">
                                  <p:stCondLst>
                                    <p:cond delay="0"/>
                                  </p:stCondLst>
                                  <p:iterate type="el" backwards="0">
                                    <p:tmAbs val="0"/>
                                  </p:iterate>
                                  <p:childTnLst>
                                    <p:set>
                                      <p:cBhvr>
                                        <p:cTn id="70" fill="hold"/>
                                        <p:tgtEl>
                                          <p:spTgt spid="678"/>
                                        </p:tgtEl>
                                        <p:attrNameLst>
                                          <p:attrName>style.visibility</p:attrName>
                                        </p:attrNameLst>
                                      </p:cBhvr>
                                      <p:to>
                                        <p:strVal val="visible"/>
                                      </p:to>
                                    </p:set>
                                    <p:animEffect filter="fade" transition="in">
                                      <p:cBhvr>
                                        <p:cTn id="71" dur="500"/>
                                        <p:tgtEl>
                                          <p:spTgt spid="678"/>
                                        </p:tgtEl>
                                      </p:cBhvr>
                                    </p:animEffect>
                                  </p:childTnLst>
                                </p:cTn>
                              </p:par>
                            </p:childTnLst>
                          </p:cTn>
                        </p:par>
                        <p:par>
                          <p:cTn id="72" fill="hold">
                            <p:stCondLst>
                              <p:cond delay="8000"/>
                            </p:stCondLst>
                            <p:childTnLst>
                              <p:par>
                                <p:cTn id="73" presetClass="entr" nodeType="afterEffect" presetSubtype="0" presetID="1" grpId="18" fill="hold">
                                  <p:stCondLst>
                                    <p:cond delay="0"/>
                                  </p:stCondLst>
                                  <p:iterate type="el" backwards="0">
                                    <p:tmAbs val="0"/>
                                  </p:iterate>
                                  <p:childTnLst>
                                    <p:set>
                                      <p:cBhvr>
                                        <p:cTn id="74" fill="hold"/>
                                        <p:tgtEl>
                                          <p:spTgt spid="680"/>
                                        </p:tgtEl>
                                        <p:attrNameLst>
                                          <p:attrName>style.visibility</p:attrName>
                                        </p:attrNameLst>
                                      </p:cBhvr>
                                      <p:to>
                                        <p:strVal val="visible"/>
                                      </p:to>
                                    </p:set>
                                  </p:childTnLst>
                                </p:cTn>
                              </p:par>
                            </p:childTnLst>
                          </p:cTn>
                        </p:par>
                        <p:par>
                          <p:cTn id="75" fill="hold">
                            <p:stCondLst>
                              <p:cond delay="8000"/>
                            </p:stCondLst>
                            <p:childTnLst>
                              <p:par>
                                <p:cTn id="76" presetClass="entr" nodeType="afterEffect" presetSubtype="0" presetID="1" grpId="19" fill="hold">
                                  <p:stCondLst>
                                    <p:cond delay="0"/>
                                  </p:stCondLst>
                                  <p:iterate type="el" backwards="0">
                                    <p:tmAbs val="0"/>
                                  </p:iterate>
                                  <p:childTnLst>
                                    <p:set>
                                      <p:cBhvr>
                                        <p:cTn id="77" fill="hold"/>
                                        <p:tgtEl>
                                          <p:spTgt spid="679"/>
                                        </p:tgtEl>
                                        <p:attrNameLst>
                                          <p:attrName>style.visibility</p:attrName>
                                        </p:attrNameLst>
                                      </p:cBhvr>
                                      <p:to>
                                        <p:strVal val="visible"/>
                                      </p:to>
                                    </p:set>
                                  </p:childTnLst>
                                </p:cTn>
                              </p:par>
                            </p:childTnLst>
                          </p:cTn>
                        </p:par>
                        <p:par>
                          <p:cTn id="78" fill="hold">
                            <p:stCondLst>
                              <p:cond delay="8000"/>
                            </p:stCondLst>
                            <p:childTnLst>
                              <p:par>
                                <p:cTn id="79" presetClass="entr" nodeType="afterEffect" presetID="10" grpId="20" fill="hold">
                                  <p:stCondLst>
                                    <p:cond delay="0"/>
                                  </p:stCondLst>
                                  <p:iterate type="el" backwards="0">
                                    <p:tmAbs val="0"/>
                                  </p:iterate>
                                  <p:childTnLst>
                                    <p:set>
                                      <p:cBhvr>
                                        <p:cTn id="80" fill="hold"/>
                                        <p:tgtEl>
                                          <p:spTgt spid="681"/>
                                        </p:tgtEl>
                                        <p:attrNameLst>
                                          <p:attrName>style.visibility</p:attrName>
                                        </p:attrNameLst>
                                      </p:cBhvr>
                                      <p:to>
                                        <p:strVal val="visible"/>
                                      </p:to>
                                    </p:set>
                                    <p:animEffect filter="fade" transition="in">
                                      <p:cBhvr>
                                        <p:cTn id="81" dur="500"/>
                                        <p:tgtEl>
                                          <p:spTgt spid="681"/>
                                        </p:tgtEl>
                                      </p:cBhvr>
                                    </p:animEffect>
                                  </p:childTnLst>
                                </p:cTn>
                              </p:par>
                            </p:childTnLst>
                          </p:cTn>
                        </p:par>
                        <p:par>
                          <p:cTn id="82" fill="hold">
                            <p:stCondLst>
                              <p:cond delay="8500"/>
                            </p:stCondLst>
                            <p:childTnLst>
                              <p:par>
                                <p:cTn id="83" presetClass="entr" nodeType="afterEffect" presetID="10" grpId="21" fill="hold">
                                  <p:stCondLst>
                                    <p:cond delay="0"/>
                                  </p:stCondLst>
                                  <p:iterate type="el" backwards="0">
                                    <p:tmAbs val="0"/>
                                  </p:iterate>
                                  <p:childTnLst>
                                    <p:set>
                                      <p:cBhvr>
                                        <p:cTn id="84" fill="hold"/>
                                        <p:tgtEl>
                                          <p:spTgt spid="682"/>
                                        </p:tgtEl>
                                        <p:attrNameLst>
                                          <p:attrName>style.visibility</p:attrName>
                                        </p:attrNameLst>
                                      </p:cBhvr>
                                      <p:to>
                                        <p:strVal val="visible"/>
                                      </p:to>
                                    </p:set>
                                    <p:animEffect filter="fade" transition="in">
                                      <p:cBhvr>
                                        <p:cTn id="85" dur="500"/>
                                        <p:tgtEl>
                                          <p:spTgt spid="682"/>
                                        </p:tgtEl>
                                      </p:cBhvr>
                                    </p:animEffect>
                                  </p:childTnLst>
                                </p:cTn>
                              </p:par>
                            </p:childTnLst>
                          </p:cTn>
                        </p:par>
                        <p:par>
                          <p:cTn id="86" fill="hold">
                            <p:stCondLst>
                              <p:cond delay="9000"/>
                            </p:stCondLst>
                            <p:childTnLst>
                              <p:par>
                                <p:cTn id="87" presetClass="entr" nodeType="afterEffect" presetID="10" grpId="22" fill="hold">
                                  <p:stCondLst>
                                    <p:cond delay="0"/>
                                  </p:stCondLst>
                                  <p:iterate type="el" backwards="0">
                                    <p:tmAbs val="0"/>
                                  </p:iterate>
                                  <p:childTnLst>
                                    <p:set>
                                      <p:cBhvr>
                                        <p:cTn id="88" fill="hold"/>
                                        <p:tgtEl>
                                          <p:spTgt spid="683"/>
                                        </p:tgtEl>
                                        <p:attrNameLst>
                                          <p:attrName>style.visibility</p:attrName>
                                        </p:attrNameLst>
                                      </p:cBhvr>
                                      <p:to>
                                        <p:strVal val="visible"/>
                                      </p:to>
                                    </p:set>
                                    <p:animEffect filter="fade" transition="in">
                                      <p:cBhvr>
                                        <p:cTn id="89" dur="500"/>
                                        <p:tgtEl>
                                          <p:spTgt spid="683"/>
                                        </p:tgtEl>
                                      </p:cBhvr>
                                    </p:animEffect>
                                  </p:childTnLst>
                                </p:cTn>
                              </p:par>
                            </p:childTnLst>
                          </p:cTn>
                        </p:par>
                        <p:par>
                          <p:cTn id="90" fill="hold">
                            <p:stCondLst>
                              <p:cond delay="9500"/>
                            </p:stCondLst>
                            <p:childTnLst>
                              <p:par>
                                <p:cTn id="91" presetClass="entr" nodeType="afterEffect" presetID="10" grpId="23" fill="hold">
                                  <p:stCondLst>
                                    <p:cond delay="0"/>
                                  </p:stCondLst>
                                  <p:iterate type="el" backwards="0">
                                    <p:tmAbs val="0"/>
                                  </p:iterate>
                                  <p:childTnLst>
                                    <p:set>
                                      <p:cBhvr>
                                        <p:cTn id="92" fill="hold"/>
                                        <p:tgtEl>
                                          <p:spTgt spid="684"/>
                                        </p:tgtEl>
                                        <p:attrNameLst>
                                          <p:attrName>style.visibility</p:attrName>
                                        </p:attrNameLst>
                                      </p:cBhvr>
                                      <p:to>
                                        <p:strVal val="visible"/>
                                      </p:to>
                                    </p:set>
                                    <p:animEffect filter="fade" transition="in">
                                      <p:cBhvr>
                                        <p:cTn id="93" dur="500"/>
                                        <p:tgtEl>
                                          <p:spTgt spid="684"/>
                                        </p:tgtEl>
                                      </p:cBhvr>
                                    </p:animEffect>
                                  </p:childTnLst>
                                </p:cTn>
                              </p:par>
                            </p:childTnLst>
                          </p:cTn>
                        </p:par>
                        <p:par>
                          <p:cTn id="94" fill="hold">
                            <p:stCondLst>
                              <p:cond delay="10000"/>
                            </p:stCondLst>
                            <p:childTnLst>
                              <p:par>
                                <p:cTn id="95" presetClass="entr" nodeType="afterEffect" presetSubtype="1" presetID="22" grpId="24" fill="hold">
                                  <p:stCondLst>
                                    <p:cond delay="0"/>
                                  </p:stCondLst>
                                  <p:iterate type="el" backwards="0">
                                    <p:tmAbs val="0"/>
                                  </p:iterate>
                                  <p:childTnLst>
                                    <p:set>
                                      <p:cBhvr>
                                        <p:cTn id="96" fill="hold"/>
                                        <p:tgtEl>
                                          <p:spTgt spid="685"/>
                                        </p:tgtEl>
                                        <p:attrNameLst>
                                          <p:attrName>style.visibility</p:attrName>
                                        </p:attrNameLst>
                                      </p:cBhvr>
                                      <p:to>
                                        <p:strVal val="visible"/>
                                      </p:to>
                                    </p:set>
                                    <p:animEffect filter="wipe(up)" transition="in">
                                      <p:cBhvr>
                                        <p:cTn id="97" dur="500"/>
                                        <p:tgtEl>
                                          <p:spTgt spid="685"/>
                                        </p:tgtEl>
                                      </p:cBhvr>
                                    </p:animEffect>
                                  </p:childTnLst>
                                </p:cTn>
                              </p:par>
                            </p:childTnLst>
                          </p:cTn>
                        </p:par>
                        <p:par>
                          <p:cTn id="98" fill="hold">
                            <p:stCondLst>
                              <p:cond delay="10500"/>
                            </p:stCondLst>
                            <p:childTnLst>
                              <p:par>
                                <p:cTn id="99" presetClass="entr" nodeType="afterEffect" presetSubtype="1" presetID="22" grpId="25" fill="hold">
                                  <p:stCondLst>
                                    <p:cond delay="0"/>
                                  </p:stCondLst>
                                  <p:iterate type="el" backwards="0">
                                    <p:tmAbs val="0"/>
                                  </p:iterate>
                                  <p:childTnLst>
                                    <p:set>
                                      <p:cBhvr>
                                        <p:cTn id="100" fill="hold"/>
                                        <p:tgtEl>
                                          <p:spTgt spid="686"/>
                                        </p:tgtEl>
                                        <p:attrNameLst>
                                          <p:attrName>style.visibility</p:attrName>
                                        </p:attrNameLst>
                                      </p:cBhvr>
                                      <p:to>
                                        <p:strVal val="visible"/>
                                      </p:to>
                                    </p:set>
                                    <p:animEffect filter="wipe(up)" transition="in">
                                      <p:cBhvr>
                                        <p:cTn id="101" dur="500"/>
                                        <p:tgtEl>
                                          <p:spTgt spid="686"/>
                                        </p:tgtEl>
                                      </p:cBhvr>
                                    </p:animEffect>
                                  </p:childTnLst>
                                </p:cTn>
                              </p:par>
                            </p:childTnLst>
                          </p:cTn>
                        </p:par>
                        <p:par>
                          <p:cTn id="102" fill="hold">
                            <p:stCondLst>
                              <p:cond delay="11000"/>
                            </p:stCondLst>
                            <p:childTnLst>
                              <p:par>
                                <p:cTn id="103" presetClass="entr" nodeType="afterEffect" presetSubtype="1" presetID="22" grpId="26" fill="hold">
                                  <p:stCondLst>
                                    <p:cond delay="0"/>
                                  </p:stCondLst>
                                  <p:iterate type="el" backwards="0">
                                    <p:tmAbs val="0"/>
                                  </p:iterate>
                                  <p:childTnLst>
                                    <p:set>
                                      <p:cBhvr>
                                        <p:cTn id="104" fill="hold"/>
                                        <p:tgtEl>
                                          <p:spTgt spid="687"/>
                                        </p:tgtEl>
                                        <p:attrNameLst>
                                          <p:attrName>style.visibility</p:attrName>
                                        </p:attrNameLst>
                                      </p:cBhvr>
                                      <p:to>
                                        <p:strVal val="visible"/>
                                      </p:to>
                                    </p:set>
                                    <p:animEffect filter="wipe(up)" transition="in">
                                      <p:cBhvr>
                                        <p:cTn id="105" dur="500"/>
                                        <p:tgtEl>
                                          <p:spTgt spid="687"/>
                                        </p:tgtEl>
                                      </p:cBhvr>
                                    </p:animEffect>
                                  </p:childTnLst>
                                </p:cTn>
                              </p:par>
                            </p:childTnLst>
                          </p:cTn>
                        </p:par>
                      </p:childTnLst>
                    </p:cTn>
                  </p:par>
                  <p:par>
                    <p:cTn id="106" fill="hold">
                      <p:stCondLst>
                        <p:cond delay="indefinite"/>
                      </p:stCondLst>
                      <p:childTnLst>
                        <p:par>
                          <p:cTn id="107" fill="hold">
                            <p:stCondLst>
                              <p:cond delay="0"/>
                            </p:stCondLst>
                            <p:childTnLst>
                              <p:par>
                                <p:cTn id="108" presetClass="entr" nodeType="clickEffect" presetSubtype="8" presetID="22" grpId="27" fill="hold">
                                  <p:stCondLst>
                                    <p:cond delay="0"/>
                                  </p:stCondLst>
                                  <p:iterate type="el" backwards="0">
                                    <p:tmAbs val="0"/>
                                  </p:iterate>
                                  <p:childTnLst>
                                    <p:set>
                                      <p:cBhvr>
                                        <p:cTn id="109" fill="hold"/>
                                        <p:tgtEl>
                                          <p:spTgt spid="689"/>
                                        </p:tgtEl>
                                        <p:attrNameLst>
                                          <p:attrName>style.visibility</p:attrName>
                                        </p:attrNameLst>
                                      </p:cBhvr>
                                      <p:to>
                                        <p:strVal val="visible"/>
                                      </p:to>
                                    </p:set>
                                    <p:animEffect filter="wipe(left)" transition="in">
                                      <p:cBhvr>
                                        <p:cTn id="110" dur="1000"/>
                                        <p:tgtEl>
                                          <p:spTgt spid="689"/>
                                        </p:tgtEl>
                                      </p:cBhvr>
                                    </p:animEffect>
                                  </p:childTnLst>
                                </p:cTn>
                              </p:par>
                            </p:childTnLst>
                          </p:cTn>
                        </p:par>
                        <p:par>
                          <p:cTn id="111" fill="hold">
                            <p:stCondLst>
                              <p:cond delay="1000"/>
                            </p:stCondLst>
                            <p:childTnLst>
                              <p:par>
                                <p:cTn id="112" presetClass="entr" nodeType="afterEffect" presetSubtype="4" presetID="22" grpId="28" fill="hold">
                                  <p:stCondLst>
                                    <p:cond delay="0"/>
                                  </p:stCondLst>
                                  <p:iterate type="el" backwards="0">
                                    <p:tmAbs val="0"/>
                                  </p:iterate>
                                  <p:childTnLst>
                                    <p:set>
                                      <p:cBhvr>
                                        <p:cTn id="113" fill="hold"/>
                                        <p:tgtEl>
                                          <p:spTgt spid="688"/>
                                        </p:tgtEl>
                                        <p:attrNameLst>
                                          <p:attrName>style.visibility</p:attrName>
                                        </p:attrNameLst>
                                      </p:cBhvr>
                                      <p:to>
                                        <p:strVal val="visible"/>
                                      </p:to>
                                    </p:set>
                                    <p:animEffect filter="wipe(down)" transition="in">
                                      <p:cBhvr>
                                        <p:cTn id="114" dur="1000"/>
                                        <p:tgtEl>
                                          <p:spTgt spid="688"/>
                                        </p:tgtEl>
                                      </p:cBhvr>
                                    </p:animEffect>
                                  </p:childTnLst>
                                </p:cTn>
                              </p:par>
                            </p:childTnLst>
                          </p:cTn>
                        </p:par>
                        <p:par>
                          <p:cTn id="115" fill="hold">
                            <p:stCondLst>
                              <p:cond delay="2000"/>
                            </p:stCondLst>
                            <p:childTnLst>
                              <p:par>
                                <p:cTn id="116" presetClass="entr" nodeType="afterEffect" presetSubtype="1" presetID="22" grpId="29" fill="hold">
                                  <p:stCondLst>
                                    <p:cond delay="0"/>
                                  </p:stCondLst>
                                  <p:iterate type="el" backwards="0">
                                    <p:tmAbs val="0"/>
                                  </p:iterate>
                                  <p:childTnLst>
                                    <p:set>
                                      <p:cBhvr>
                                        <p:cTn id="117" fill="hold"/>
                                        <p:tgtEl>
                                          <p:spTgt spid="690"/>
                                        </p:tgtEl>
                                        <p:attrNameLst>
                                          <p:attrName>style.visibility</p:attrName>
                                        </p:attrNameLst>
                                      </p:cBhvr>
                                      <p:to>
                                        <p:strVal val="visible"/>
                                      </p:to>
                                    </p:set>
                                    <p:animEffect filter="wipe(up)" transition="in">
                                      <p:cBhvr>
                                        <p:cTn id="118" dur="500"/>
                                        <p:tgtEl>
                                          <p:spTgt spid="690"/>
                                        </p:tgtEl>
                                      </p:cBhvr>
                                    </p:animEffect>
                                  </p:childTnLst>
                                </p:cTn>
                              </p:par>
                            </p:childTnLst>
                          </p:cTn>
                        </p:par>
                        <p:par>
                          <p:cTn id="119" fill="hold">
                            <p:stCondLst>
                              <p:cond delay="2500"/>
                            </p:stCondLst>
                            <p:childTnLst>
                              <p:par>
                                <p:cTn id="120" presetClass="entr" nodeType="afterEffect" presetSubtype="1" presetID="22" grpId="30" fill="hold">
                                  <p:stCondLst>
                                    <p:cond delay="0"/>
                                  </p:stCondLst>
                                  <p:iterate type="el" backwards="0">
                                    <p:tmAbs val="0"/>
                                  </p:iterate>
                                  <p:childTnLst>
                                    <p:set>
                                      <p:cBhvr>
                                        <p:cTn id="121" fill="hold"/>
                                        <p:tgtEl>
                                          <p:spTgt spid="691"/>
                                        </p:tgtEl>
                                        <p:attrNameLst>
                                          <p:attrName>style.visibility</p:attrName>
                                        </p:attrNameLst>
                                      </p:cBhvr>
                                      <p:to>
                                        <p:strVal val="visible"/>
                                      </p:to>
                                    </p:set>
                                    <p:animEffect filter="wipe(up)" transition="in">
                                      <p:cBhvr>
                                        <p:cTn id="122" dur="500"/>
                                        <p:tgtEl>
                                          <p:spTgt spid="691"/>
                                        </p:tgtEl>
                                      </p:cBhvr>
                                    </p:animEffect>
                                  </p:childTnLst>
                                </p:cTn>
                              </p:par>
                            </p:childTnLst>
                          </p:cTn>
                        </p:par>
                        <p:par>
                          <p:cTn id="123" fill="hold">
                            <p:stCondLst>
                              <p:cond delay="3000"/>
                            </p:stCondLst>
                            <p:childTnLst>
                              <p:par>
                                <p:cTn id="124" presetClass="entr" nodeType="afterEffect" presetSubtype="1" presetID="22" grpId="31" fill="hold">
                                  <p:stCondLst>
                                    <p:cond delay="0"/>
                                  </p:stCondLst>
                                  <p:iterate type="el" backwards="0">
                                    <p:tmAbs val="0"/>
                                  </p:iterate>
                                  <p:childTnLst>
                                    <p:set>
                                      <p:cBhvr>
                                        <p:cTn id="125" fill="hold"/>
                                        <p:tgtEl>
                                          <p:spTgt spid="692"/>
                                        </p:tgtEl>
                                        <p:attrNameLst>
                                          <p:attrName>style.visibility</p:attrName>
                                        </p:attrNameLst>
                                      </p:cBhvr>
                                      <p:to>
                                        <p:strVal val="visible"/>
                                      </p:to>
                                    </p:set>
                                    <p:animEffect filter="wipe(up)" transition="in">
                                      <p:cBhvr>
                                        <p:cTn id="126" dur="500"/>
                                        <p:tgtEl>
                                          <p:spTgt spid="692"/>
                                        </p:tgtEl>
                                      </p:cBhvr>
                                    </p:animEffect>
                                  </p:childTnLst>
                                </p:cTn>
                              </p:par>
                            </p:childTnLst>
                          </p:cTn>
                        </p:par>
                        <p:par>
                          <p:cTn id="127" fill="hold">
                            <p:stCondLst>
                              <p:cond delay="3500"/>
                            </p:stCondLst>
                            <p:childTnLst>
                              <p:par>
                                <p:cTn id="128" presetClass="entr" nodeType="afterEffect" presetID="10" grpId="32" fill="hold">
                                  <p:stCondLst>
                                    <p:cond delay="0"/>
                                  </p:stCondLst>
                                  <p:iterate type="el" backwards="0">
                                    <p:tmAbs val="0"/>
                                  </p:iterate>
                                  <p:childTnLst>
                                    <p:set>
                                      <p:cBhvr>
                                        <p:cTn id="129" fill="hold"/>
                                        <p:tgtEl>
                                          <p:spTgt spid="693"/>
                                        </p:tgtEl>
                                        <p:attrNameLst>
                                          <p:attrName>style.visibility</p:attrName>
                                        </p:attrNameLst>
                                      </p:cBhvr>
                                      <p:to>
                                        <p:strVal val="visible"/>
                                      </p:to>
                                    </p:set>
                                    <p:animEffect filter="fade" transition="in">
                                      <p:cBhvr>
                                        <p:cTn id="130" dur="500"/>
                                        <p:tgtEl>
                                          <p:spTgt spid="693"/>
                                        </p:tgtEl>
                                      </p:cBhvr>
                                    </p:animEffect>
                                  </p:childTnLst>
                                </p:cTn>
                              </p:par>
                            </p:childTnLst>
                          </p:cTn>
                        </p:par>
                        <p:par>
                          <p:cTn id="131" fill="hold">
                            <p:stCondLst>
                              <p:cond delay="4000"/>
                            </p:stCondLst>
                            <p:childTnLst>
                              <p:par>
                                <p:cTn id="132" presetClass="entr" nodeType="afterEffect" presetID="10" grpId="33" fill="hold">
                                  <p:stCondLst>
                                    <p:cond delay="0"/>
                                  </p:stCondLst>
                                  <p:iterate type="el" backwards="0">
                                    <p:tmAbs val="0"/>
                                  </p:iterate>
                                  <p:childTnLst>
                                    <p:set>
                                      <p:cBhvr>
                                        <p:cTn id="133" fill="hold"/>
                                        <p:tgtEl>
                                          <p:spTgt spid="694"/>
                                        </p:tgtEl>
                                        <p:attrNameLst>
                                          <p:attrName>style.visibility</p:attrName>
                                        </p:attrNameLst>
                                      </p:cBhvr>
                                      <p:to>
                                        <p:strVal val="visible"/>
                                      </p:to>
                                    </p:set>
                                    <p:animEffect filter="fade" transition="in">
                                      <p:cBhvr>
                                        <p:cTn id="134" dur="500"/>
                                        <p:tgtEl>
                                          <p:spTgt spid="694"/>
                                        </p:tgtEl>
                                      </p:cBhvr>
                                    </p:animEffect>
                                  </p:childTnLst>
                                </p:cTn>
                              </p:par>
                            </p:childTnLst>
                          </p:cTn>
                        </p:par>
                        <p:par>
                          <p:cTn id="135" fill="hold">
                            <p:stCondLst>
                              <p:cond delay="4500"/>
                            </p:stCondLst>
                            <p:childTnLst>
                              <p:par>
                                <p:cTn id="136" presetClass="entr" nodeType="afterEffect" presetID="10" grpId="34" fill="hold">
                                  <p:stCondLst>
                                    <p:cond delay="0"/>
                                  </p:stCondLst>
                                  <p:iterate type="el" backwards="0">
                                    <p:tmAbs val="0"/>
                                  </p:iterate>
                                  <p:childTnLst>
                                    <p:set>
                                      <p:cBhvr>
                                        <p:cTn id="137" fill="hold"/>
                                        <p:tgtEl>
                                          <p:spTgt spid="695"/>
                                        </p:tgtEl>
                                        <p:attrNameLst>
                                          <p:attrName>style.visibility</p:attrName>
                                        </p:attrNameLst>
                                      </p:cBhvr>
                                      <p:to>
                                        <p:strVal val="visible"/>
                                      </p:to>
                                    </p:set>
                                    <p:animEffect filter="fade" transition="in">
                                      <p:cBhvr>
                                        <p:cTn id="138" dur="500"/>
                                        <p:tgtEl>
                                          <p:spTgt spid="695"/>
                                        </p:tgtEl>
                                      </p:cBhvr>
                                    </p:animEffect>
                                  </p:childTnLst>
                                </p:cTn>
                              </p:par>
                            </p:childTnLst>
                          </p:cTn>
                        </p:par>
                        <p:par>
                          <p:cTn id="139" fill="hold">
                            <p:stCondLst>
                              <p:cond delay="5000"/>
                            </p:stCondLst>
                            <p:childTnLst>
                              <p:par>
                                <p:cTn id="140" presetClass="entr" nodeType="afterEffect" presetID="10" grpId="35" fill="hold">
                                  <p:stCondLst>
                                    <p:cond delay="0"/>
                                  </p:stCondLst>
                                  <p:iterate type="el" backwards="0">
                                    <p:tmAbs val="0"/>
                                  </p:iterate>
                                  <p:childTnLst>
                                    <p:set>
                                      <p:cBhvr>
                                        <p:cTn id="141" fill="hold"/>
                                        <p:tgtEl>
                                          <p:spTgt spid="698"/>
                                        </p:tgtEl>
                                        <p:attrNameLst>
                                          <p:attrName>style.visibility</p:attrName>
                                        </p:attrNameLst>
                                      </p:cBhvr>
                                      <p:to>
                                        <p:strVal val="visible"/>
                                      </p:to>
                                    </p:set>
                                    <p:animEffect filter="fade" transition="in">
                                      <p:cBhvr>
                                        <p:cTn id="142" dur="500"/>
                                        <p:tgtEl>
                                          <p:spTgt spid="698"/>
                                        </p:tgtEl>
                                      </p:cBhvr>
                                    </p:animEffect>
                                  </p:childTnLst>
                                </p:cTn>
                              </p:par>
                            </p:childTnLst>
                          </p:cTn>
                        </p:par>
                        <p:par>
                          <p:cTn id="143" fill="hold">
                            <p:stCondLst>
                              <p:cond delay="5500"/>
                            </p:stCondLst>
                            <p:childTnLst>
                              <p:par>
                                <p:cTn id="144" presetClass="entr" nodeType="afterEffect" presetID="10" grpId="36" fill="hold">
                                  <p:stCondLst>
                                    <p:cond delay="0"/>
                                  </p:stCondLst>
                                  <p:iterate type="el" backwards="0">
                                    <p:tmAbs val="0"/>
                                  </p:iterate>
                                  <p:childTnLst>
                                    <p:set>
                                      <p:cBhvr>
                                        <p:cTn id="145" fill="hold"/>
                                        <p:tgtEl>
                                          <p:spTgt spid="699"/>
                                        </p:tgtEl>
                                        <p:attrNameLst>
                                          <p:attrName>style.visibility</p:attrName>
                                        </p:attrNameLst>
                                      </p:cBhvr>
                                      <p:to>
                                        <p:strVal val="visible"/>
                                      </p:to>
                                    </p:set>
                                    <p:animEffect filter="fade" transition="in">
                                      <p:cBhvr>
                                        <p:cTn id="146" dur="500"/>
                                        <p:tgtEl>
                                          <p:spTgt spid="699"/>
                                        </p:tgtEl>
                                      </p:cBhvr>
                                    </p:animEffect>
                                  </p:childTnLst>
                                </p:cTn>
                              </p:par>
                            </p:childTnLst>
                          </p:cTn>
                        </p:par>
                        <p:par>
                          <p:cTn id="147" fill="hold">
                            <p:stCondLst>
                              <p:cond delay="6000"/>
                            </p:stCondLst>
                            <p:childTnLst>
                              <p:par>
                                <p:cTn id="148" presetClass="entr" nodeType="afterEffect" presetID="10" grpId="37" fill="hold">
                                  <p:stCondLst>
                                    <p:cond delay="0"/>
                                  </p:stCondLst>
                                  <p:iterate type="el" backwards="0">
                                    <p:tmAbs val="0"/>
                                  </p:iterate>
                                  <p:childTnLst>
                                    <p:set>
                                      <p:cBhvr>
                                        <p:cTn id="149" fill="hold"/>
                                        <p:tgtEl>
                                          <p:spTgt spid="700"/>
                                        </p:tgtEl>
                                        <p:attrNameLst>
                                          <p:attrName>style.visibility</p:attrName>
                                        </p:attrNameLst>
                                      </p:cBhvr>
                                      <p:to>
                                        <p:strVal val="visible"/>
                                      </p:to>
                                    </p:set>
                                    <p:animEffect filter="fade" transition="in">
                                      <p:cBhvr>
                                        <p:cTn id="150" dur="500"/>
                                        <p:tgtEl>
                                          <p:spTgt spid="700"/>
                                        </p:tgtEl>
                                      </p:cBhvr>
                                    </p:animEffect>
                                  </p:childTnLst>
                                </p:cTn>
                              </p:par>
                            </p:childTnLst>
                          </p:cTn>
                        </p:par>
                        <p:par>
                          <p:cTn id="151" fill="hold">
                            <p:stCondLst>
                              <p:cond delay="6500"/>
                            </p:stCondLst>
                            <p:childTnLst>
                              <p:par>
                                <p:cTn id="152" presetClass="entr" nodeType="afterEffect" presetID="10" grpId="38" fill="hold">
                                  <p:stCondLst>
                                    <p:cond delay="0"/>
                                  </p:stCondLst>
                                  <p:iterate type="el" backwards="0">
                                    <p:tmAbs val="0"/>
                                  </p:iterate>
                                  <p:childTnLst>
                                    <p:set>
                                      <p:cBhvr>
                                        <p:cTn id="153" fill="hold"/>
                                        <p:tgtEl>
                                          <p:spTgt spid="701"/>
                                        </p:tgtEl>
                                        <p:attrNameLst>
                                          <p:attrName>style.visibility</p:attrName>
                                        </p:attrNameLst>
                                      </p:cBhvr>
                                      <p:to>
                                        <p:strVal val="visible"/>
                                      </p:to>
                                    </p:set>
                                    <p:animEffect filter="fade" transition="in">
                                      <p:cBhvr>
                                        <p:cTn id="154" dur="500"/>
                                        <p:tgtEl>
                                          <p:spTgt spid="701"/>
                                        </p:tgtEl>
                                      </p:cBhvr>
                                    </p:animEffect>
                                  </p:childTnLst>
                                </p:cTn>
                              </p:par>
                            </p:childTnLst>
                          </p:cTn>
                        </p:par>
                        <p:par>
                          <p:cTn id="155" fill="hold">
                            <p:stCondLst>
                              <p:cond delay="7000"/>
                            </p:stCondLst>
                            <p:childTnLst>
                              <p:par>
                                <p:cTn id="156" presetClass="entr" nodeType="afterEffect" presetSubtype="1" presetID="22" grpId="39" fill="hold">
                                  <p:stCondLst>
                                    <p:cond delay="0"/>
                                  </p:stCondLst>
                                  <p:iterate type="el" backwards="0">
                                    <p:tmAbs val="0"/>
                                  </p:iterate>
                                  <p:childTnLst>
                                    <p:set>
                                      <p:cBhvr>
                                        <p:cTn id="157" fill="hold"/>
                                        <p:tgtEl>
                                          <p:spTgt spid="702"/>
                                        </p:tgtEl>
                                        <p:attrNameLst>
                                          <p:attrName>style.visibility</p:attrName>
                                        </p:attrNameLst>
                                      </p:cBhvr>
                                      <p:to>
                                        <p:strVal val="visible"/>
                                      </p:to>
                                    </p:set>
                                    <p:animEffect filter="wipe(up)" transition="in">
                                      <p:cBhvr>
                                        <p:cTn id="158" dur="500"/>
                                        <p:tgtEl>
                                          <p:spTgt spid="702"/>
                                        </p:tgtEl>
                                      </p:cBhvr>
                                    </p:animEffect>
                                  </p:childTnLst>
                                </p:cTn>
                              </p:par>
                            </p:childTnLst>
                          </p:cTn>
                        </p:par>
                        <p:par>
                          <p:cTn id="159" fill="hold">
                            <p:stCondLst>
                              <p:cond delay="7500"/>
                            </p:stCondLst>
                            <p:childTnLst>
                              <p:par>
                                <p:cTn id="160" presetClass="entr" nodeType="afterEffect" presetSubtype="1" presetID="22" grpId="40" fill="hold">
                                  <p:stCondLst>
                                    <p:cond delay="0"/>
                                  </p:stCondLst>
                                  <p:iterate type="el" backwards="0">
                                    <p:tmAbs val="0"/>
                                  </p:iterate>
                                  <p:childTnLst>
                                    <p:set>
                                      <p:cBhvr>
                                        <p:cTn id="161" fill="hold"/>
                                        <p:tgtEl>
                                          <p:spTgt spid="703"/>
                                        </p:tgtEl>
                                        <p:attrNameLst>
                                          <p:attrName>style.visibility</p:attrName>
                                        </p:attrNameLst>
                                      </p:cBhvr>
                                      <p:to>
                                        <p:strVal val="visible"/>
                                      </p:to>
                                    </p:set>
                                    <p:animEffect filter="wipe(up)" transition="in">
                                      <p:cBhvr>
                                        <p:cTn id="162" dur="500"/>
                                        <p:tgtEl>
                                          <p:spTgt spid="703"/>
                                        </p:tgtEl>
                                      </p:cBhvr>
                                    </p:animEffect>
                                  </p:childTnLst>
                                </p:cTn>
                              </p:par>
                            </p:childTnLst>
                          </p:cTn>
                        </p:par>
                        <p:par>
                          <p:cTn id="163" fill="hold">
                            <p:stCondLst>
                              <p:cond delay="8000"/>
                            </p:stCondLst>
                            <p:childTnLst>
                              <p:par>
                                <p:cTn id="164" presetClass="entr" nodeType="afterEffect" presetSubtype="1" presetID="22" grpId="41" fill="hold">
                                  <p:stCondLst>
                                    <p:cond delay="0"/>
                                  </p:stCondLst>
                                  <p:iterate type="el" backwards="0">
                                    <p:tmAbs val="0"/>
                                  </p:iterate>
                                  <p:childTnLst>
                                    <p:set>
                                      <p:cBhvr>
                                        <p:cTn id="165" fill="hold"/>
                                        <p:tgtEl>
                                          <p:spTgt spid="704"/>
                                        </p:tgtEl>
                                        <p:attrNameLst>
                                          <p:attrName>style.visibility</p:attrName>
                                        </p:attrNameLst>
                                      </p:cBhvr>
                                      <p:to>
                                        <p:strVal val="visible"/>
                                      </p:to>
                                    </p:set>
                                    <p:animEffect filter="wipe(up)" transition="in">
                                      <p:cBhvr>
                                        <p:cTn id="166" dur="500"/>
                                        <p:tgtEl>
                                          <p:spTgt spid="704"/>
                                        </p:tgtEl>
                                      </p:cBhvr>
                                    </p:animEffect>
                                  </p:childTnLst>
                                </p:cTn>
                              </p:par>
                            </p:childTnLst>
                          </p:cTn>
                        </p:par>
                        <p:par>
                          <p:cTn id="167" fill="hold">
                            <p:stCondLst>
                              <p:cond delay="8500"/>
                            </p:stCondLst>
                            <p:childTnLst>
                              <p:par>
                                <p:cTn id="168" presetClass="entr" nodeType="afterEffect" presetSubtype="1" presetID="22" grpId="42" fill="hold">
                                  <p:stCondLst>
                                    <p:cond delay="0"/>
                                  </p:stCondLst>
                                  <p:iterate type="el" backwards="0">
                                    <p:tmAbs val="0"/>
                                  </p:iterate>
                                  <p:childTnLst>
                                    <p:set>
                                      <p:cBhvr>
                                        <p:cTn id="169" fill="hold"/>
                                        <p:tgtEl>
                                          <p:spTgt spid="723"/>
                                        </p:tgtEl>
                                        <p:attrNameLst>
                                          <p:attrName>style.visibility</p:attrName>
                                        </p:attrNameLst>
                                      </p:cBhvr>
                                      <p:to>
                                        <p:strVal val="visible"/>
                                      </p:to>
                                    </p:set>
                                    <p:animEffect filter="wipe(up)" transition="in">
                                      <p:cBhvr>
                                        <p:cTn id="170" dur="500"/>
                                        <p:tgtEl>
                                          <p:spTgt spid="723"/>
                                        </p:tgtEl>
                                      </p:cBhvr>
                                    </p:animEffect>
                                  </p:childTnLst>
                                </p:cTn>
                              </p:par>
                            </p:childTnLst>
                          </p:cTn>
                        </p:par>
                        <p:par>
                          <p:cTn id="171" fill="hold">
                            <p:stCondLst>
                              <p:cond delay="9000"/>
                            </p:stCondLst>
                            <p:childTnLst>
                              <p:par>
                                <p:cTn id="172" presetClass="entr" nodeType="afterEffect" presetSubtype="1" presetID="22" grpId="43" fill="hold">
                                  <p:stCondLst>
                                    <p:cond delay="0"/>
                                  </p:stCondLst>
                                  <p:iterate type="el" backwards="0">
                                    <p:tmAbs val="0"/>
                                  </p:iterate>
                                  <p:childTnLst>
                                    <p:set>
                                      <p:cBhvr>
                                        <p:cTn id="173" fill="hold"/>
                                        <p:tgtEl>
                                          <p:spTgt spid="724"/>
                                        </p:tgtEl>
                                        <p:attrNameLst>
                                          <p:attrName>style.visibility</p:attrName>
                                        </p:attrNameLst>
                                      </p:cBhvr>
                                      <p:to>
                                        <p:strVal val="visible"/>
                                      </p:to>
                                    </p:set>
                                    <p:animEffect filter="wipe(up)" transition="in">
                                      <p:cBhvr>
                                        <p:cTn id="174" dur="500"/>
                                        <p:tgtEl>
                                          <p:spTgt spid="724"/>
                                        </p:tgtEl>
                                      </p:cBhvr>
                                    </p:animEffect>
                                  </p:childTnLst>
                                </p:cTn>
                              </p:par>
                            </p:childTnLst>
                          </p:cTn>
                        </p:par>
                        <p:par>
                          <p:cTn id="175" fill="hold">
                            <p:stCondLst>
                              <p:cond delay="9500"/>
                            </p:stCondLst>
                            <p:childTnLst>
                              <p:par>
                                <p:cTn id="176" presetClass="entr" nodeType="afterEffect" presetSubtype="1" presetID="22" grpId="44" fill="hold">
                                  <p:stCondLst>
                                    <p:cond delay="0"/>
                                  </p:stCondLst>
                                  <p:iterate type="el" backwards="0">
                                    <p:tmAbs val="0"/>
                                  </p:iterate>
                                  <p:childTnLst>
                                    <p:set>
                                      <p:cBhvr>
                                        <p:cTn id="177" fill="hold"/>
                                        <p:tgtEl>
                                          <p:spTgt spid="725"/>
                                        </p:tgtEl>
                                        <p:attrNameLst>
                                          <p:attrName>style.visibility</p:attrName>
                                        </p:attrNameLst>
                                      </p:cBhvr>
                                      <p:to>
                                        <p:strVal val="visible"/>
                                      </p:to>
                                    </p:set>
                                    <p:animEffect filter="wipe(up)" transition="in">
                                      <p:cBhvr>
                                        <p:cTn id="178" dur="500"/>
                                        <p:tgtEl>
                                          <p:spTgt spid="725"/>
                                        </p:tgtEl>
                                      </p:cBhvr>
                                    </p:animEffect>
                                  </p:childTnLst>
                                </p:cTn>
                              </p:par>
                            </p:childTnLst>
                          </p:cTn>
                        </p:par>
                        <p:par>
                          <p:cTn id="179" fill="hold">
                            <p:stCondLst>
                              <p:cond delay="10000"/>
                            </p:stCondLst>
                            <p:childTnLst>
                              <p:par>
                                <p:cTn id="180" presetClass="entr" nodeType="afterEffect" presetID="10" grpId="45" fill="hold">
                                  <p:stCondLst>
                                    <p:cond delay="0"/>
                                  </p:stCondLst>
                                  <p:iterate type="el" backwards="0">
                                    <p:tmAbs val="0"/>
                                  </p:iterate>
                                  <p:childTnLst>
                                    <p:set>
                                      <p:cBhvr>
                                        <p:cTn id="181" fill="hold"/>
                                        <p:tgtEl>
                                          <p:spTgt spid="726"/>
                                        </p:tgtEl>
                                        <p:attrNameLst>
                                          <p:attrName>style.visibility</p:attrName>
                                        </p:attrNameLst>
                                      </p:cBhvr>
                                      <p:to>
                                        <p:strVal val="visible"/>
                                      </p:to>
                                    </p:set>
                                    <p:animEffect filter="fade" transition="in">
                                      <p:cBhvr>
                                        <p:cTn id="182" dur="500"/>
                                        <p:tgtEl>
                                          <p:spTgt spid="726"/>
                                        </p:tgtEl>
                                      </p:cBhvr>
                                    </p:animEffect>
                                  </p:childTnLst>
                                </p:cTn>
                              </p:par>
                            </p:childTnLst>
                          </p:cTn>
                        </p:par>
                        <p:par>
                          <p:cTn id="183" fill="hold">
                            <p:stCondLst>
                              <p:cond delay="10500"/>
                            </p:stCondLst>
                            <p:childTnLst>
                              <p:par>
                                <p:cTn id="184" presetClass="entr" nodeType="afterEffect" presetID="10" grpId="46" fill="hold">
                                  <p:stCondLst>
                                    <p:cond delay="0"/>
                                  </p:stCondLst>
                                  <p:iterate type="el" backwards="0">
                                    <p:tmAbs val="0"/>
                                  </p:iterate>
                                  <p:childTnLst>
                                    <p:set>
                                      <p:cBhvr>
                                        <p:cTn id="185" fill="hold"/>
                                        <p:tgtEl>
                                          <p:spTgt spid="727"/>
                                        </p:tgtEl>
                                        <p:attrNameLst>
                                          <p:attrName>style.visibility</p:attrName>
                                        </p:attrNameLst>
                                      </p:cBhvr>
                                      <p:to>
                                        <p:strVal val="visible"/>
                                      </p:to>
                                    </p:set>
                                    <p:animEffect filter="fade" transition="in">
                                      <p:cBhvr>
                                        <p:cTn id="186" dur="500"/>
                                        <p:tgtEl>
                                          <p:spTgt spid="727"/>
                                        </p:tgtEl>
                                      </p:cBhvr>
                                    </p:animEffect>
                                  </p:childTnLst>
                                </p:cTn>
                              </p:par>
                            </p:childTnLst>
                          </p:cTn>
                        </p:par>
                        <p:par>
                          <p:cTn id="187" fill="hold">
                            <p:stCondLst>
                              <p:cond delay="11000"/>
                            </p:stCondLst>
                            <p:childTnLst>
                              <p:par>
                                <p:cTn id="188" presetClass="entr" nodeType="afterEffect" presetSubtype="1" presetID="22" grpId="47" fill="hold">
                                  <p:stCondLst>
                                    <p:cond delay="0"/>
                                  </p:stCondLst>
                                  <p:iterate type="el" backwards="0">
                                    <p:tmAbs val="0"/>
                                  </p:iterate>
                                  <p:childTnLst>
                                    <p:set>
                                      <p:cBhvr>
                                        <p:cTn id="189" fill="hold"/>
                                        <p:tgtEl>
                                          <p:spTgt spid="728"/>
                                        </p:tgtEl>
                                        <p:attrNameLst>
                                          <p:attrName>style.visibility</p:attrName>
                                        </p:attrNameLst>
                                      </p:cBhvr>
                                      <p:to>
                                        <p:strVal val="visible"/>
                                      </p:to>
                                    </p:set>
                                    <p:animEffect filter="wipe(up)" transition="in">
                                      <p:cBhvr>
                                        <p:cTn id="190" dur="500"/>
                                        <p:tgtEl>
                                          <p:spTgt spid="728"/>
                                        </p:tgtEl>
                                      </p:cBhvr>
                                    </p:animEffect>
                                  </p:childTnLst>
                                </p:cTn>
                              </p:par>
                            </p:childTnLst>
                          </p:cTn>
                        </p:par>
                        <p:par>
                          <p:cTn id="191" fill="hold">
                            <p:stCondLst>
                              <p:cond delay="11500"/>
                            </p:stCondLst>
                            <p:childTnLst>
                              <p:par>
                                <p:cTn id="192" presetClass="entr" nodeType="afterEffect" presetSubtype="1" presetID="22" grpId="48" fill="hold">
                                  <p:stCondLst>
                                    <p:cond delay="0"/>
                                  </p:stCondLst>
                                  <p:iterate type="el" backwards="0">
                                    <p:tmAbs val="0"/>
                                  </p:iterate>
                                  <p:childTnLst>
                                    <p:set>
                                      <p:cBhvr>
                                        <p:cTn id="193" fill="hold"/>
                                        <p:tgtEl>
                                          <p:spTgt spid="729"/>
                                        </p:tgtEl>
                                        <p:attrNameLst>
                                          <p:attrName>style.visibility</p:attrName>
                                        </p:attrNameLst>
                                      </p:cBhvr>
                                      <p:to>
                                        <p:strVal val="visible"/>
                                      </p:to>
                                    </p:set>
                                    <p:animEffect filter="wipe(up)" transition="in">
                                      <p:cBhvr>
                                        <p:cTn id="194" dur="500"/>
                                        <p:tgtEl>
                                          <p:spTgt spid="729"/>
                                        </p:tgtEl>
                                      </p:cBhvr>
                                    </p:animEffect>
                                  </p:childTnLst>
                                </p:cTn>
                              </p:par>
                            </p:childTnLst>
                          </p:cTn>
                        </p:par>
                        <p:par>
                          <p:cTn id="195" fill="hold">
                            <p:stCondLst>
                              <p:cond delay="12000"/>
                            </p:stCondLst>
                            <p:childTnLst>
                              <p:par>
                                <p:cTn id="196" presetClass="entr" nodeType="afterEffect" presetSubtype="1" presetID="22" grpId="49" fill="hold">
                                  <p:stCondLst>
                                    <p:cond delay="0"/>
                                  </p:stCondLst>
                                  <p:iterate type="el" backwards="0">
                                    <p:tmAbs val="0"/>
                                  </p:iterate>
                                  <p:childTnLst>
                                    <p:set>
                                      <p:cBhvr>
                                        <p:cTn id="197" fill="hold"/>
                                        <p:tgtEl>
                                          <p:spTgt spid="730"/>
                                        </p:tgtEl>
                                        <p:attrNameLst>
                                          <p:attrName>style.visibility</p:attrName>
                                        </p:attrNameLst>
                                      </p:cBhvr>
                                      <p:to>
                                        <p:strVal val="visible"/>
                                      </p:to>
                                    </p:set>
                                    <p:animEffect filter="wipe(up)" transition="in">
                                      <p:cBhvr>
                                        <p:cTn id="198" dur="500"/>
                                        <p:tgtEl>
                                          <p:spTgt spid="730"/>
                                        </p:tgtEl>
                                      </p:cBhvr>
                                    </p:animEffect>
                                  </p:childTnLst>
                                </p:cTn>
                              </p:par>
                            </p:childTnLst>
                          </p:cTn>
                        </p:par>
                        <p:par>
                          <p:cTn id="199" fill="hold">
                            <p:stCondLst>
                              <p:cond delay="12500"/>
                            </p:stCondLst>
                            <p:childTnLst>
                              <p:par>
                                <p:cTn id="200" presetClass="entr" nodeType="afterEffect" presetID="10" grpId="50" fill="hold">
                                  <p:stCondLst>
                                    <p:cond delay="0"/>
                                  </p:stCondLst>
                                  <p:iterate type="el" backwards="0">
                                    <p:tmAbs val="0"/>
                                  </p:iterate>
                                  <p:childTnLst>
                                    <p:set>
                                      <p:cBhvr>
                                        <p:cTn id="201" fill="hold"/>
                                        <p:tgtEl>
                                          <p:spTgt spid="731"/>
                                        </p:tgtEl>
                                        <p:attrNameLst>
                                          <p:attrName>style.visibility</p:attrName>
                                        </p:attrNameLst>
                                      </p:cBhvr>
                                      <p:to>
                                        <p:strVal val="visible"/>
                                      </p:to>
                                    </p:set>
                                    <p:animEffect filter="fade" transition="in">
                                      <p:cBhvr>
                                        <p:cTn id="202" dur="500"/>
                                        <p:tgtEl>
                                          <p:spTgt spid="731"/>
                                        </p:tgtEl>
                                      </p:cBhvr>
                                    </p:animEffect>
                                  </p:childTnLst>
                                </p:cTn>
                              </p:par>
                            </p:childTnLst>
                          </p:cTn>
                        </p:par>
                        <p:par>
                          <p:cTn id="203" fill="hold">
                            <p:stCondLst>
                              <p:cond delay="13000"/>
                            </p:stCondLst>
                            <p:childTnLst>
                              <p:par>
                                <p:cTn id="204" presetClass="entr" nodeType="afterEffect" presetSubtype="0" presetID="1" grpId="51" fill="hold">
                                  <p:stCondLst>
                                    <p:cond delay="0"/>
                                  </p:stCondLst>
                                  <p:iterate type="el" backwards="0">
                                    <p:tmAbs val="0"/>
                                  </p:iterate>
                                  <p:childTnLst>
                                    <p:set>
                                      <p:cBhvr>
                                        <p:cTn id="205" fill="hold"/>
                                        <p:tgtEl>
                                          <p:spTgt spid="697"/>
                                        </p:tgtEl>
                                        <p:attrNameLst>
                                          <p:attrName>style.visibility</p:attrName>
                                        </p:attrNameLst>
                                      </p:cBhvr>
                                      <p:to>
                                        <p:strVal val="visible"/>
                                      </p:to>
                                    </p:set>
                                  </p:childTnLst>
                                </p:cTn>
                              </p:par>
                            </p:childTnLst>
                          </p:cTn>
                        </p:par>
                        <p:par>
                          <p:cTn id="206" fill="hold">
                            <p:stCondLst>
                              <p:cond delay="13000"/>
                            </p:stCondLst>
                            <p:childTnLst>
                              <p:par>
                                <p:cTn id="207" presetClass="entr" nodeType="afterEffect" presetSubtype="0" presetID="1" grpId="52" fill="hold">
                                  <p:stCondLst>
                                    <p:cond delay="0"/>
                                  </p:stCondLst>
                                  <p:iterate type="el" backwards="0">
                                    <p:tmAbs val="0"/>
                                  </p:iterate>
                                  <p:childTnLst>
                                    <p:set>
                                      <p:cBhvr>
                                        <p:cTn id="208" fill="hold"/>
                                        <p:tgtEl>
                                          <p:spTgt spid="696"/>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Class="entr" nodeType="clickEffect" presetSubtype="4" presetID="2" grpId="53" fill="hold">
                                  <p:stCondLst>
                                    <p:cond delay="0"/>
                                  </p:stCondLst>
                                  <p:iterate type="el" backwards="0">
                                    <p:tmAbs val="0"/>
                                  </p:iterate>
                                  <p:childTnLst>
                                    <p:set>
                                      <p:cBhvr>
                                        <p:cTn id="212" fill="hold"/>
                                        <p:tgtEl>
                                          <p:spTgt spid="734"/>
                                        </p:tgtEl>
                                        <p:attrNameLst>
                                          <p:attrName>style.visibility</p:attrName>
                                        </p:attrNameLst>
                                      </p:cBhvr>
                                      <p:to>
                                        <p:strVal val="visible"/>
                                      </p:to>
                                    </p:set>
                                    <p:anim calcmode="lin" valueType="num">
                                      <p:cBhvr>
                                        <p:cTn id="213" dur="1000" fill="hold"/>
                                        <p:tgtEl>
                                          <p:spTgt spid="734"/>
                                        </p:tgtEl>
                                        <p:attrNameLst>
                                          <p:attrName>ppt_x</p:attrName>
                                        </p:attrNameLst>
                                      </p:cBhvr>
                                      <p:tavLst>
                                        <p:tav tm="0">
                                          <p:val>
                                            <p:strVal val="#ppt_x"/>
                                          </p:val>
                                        </p:tav>
                                        <p:tav tm="100000">
                                          <p:val>
                                            <p:strVal val="#ppt_x"/>
                                          </p:val>
                                        </p:tav>
                                      </p:tavLst>
                                    </p:anim>
                                    <p:anim calcmode="lin" valueType="num">
                                      <p:cBhvr>
                                        <p:cTn id="214" dur="1000" fill="hold"/>
                                        <p:tgtEl>
                                          <p:spTgt spid="734"/>
                                        </p:tgtEl>
                                        <p:attrNameLst>
                                          <p:attrName>ppt_y</p:attrName>
                                        </p:attrNameLst>
                                      </p:cBhvr>
                                      <p:tavLst>
                                        <p:tav tm="0">
                                          <p:val>
                                            <p:strVal val="1+#ppt_h/2"/>
                                          </p:val>
                                        </p:tav>
                                        <p:tav tm="100000">
                                          <p:val>
                                            <p:strVal val="#ppt_y"/>
                                          </p:val>
                                        </p:tav>
                                      </p:tavLst>
                                    </p:anim>
                                  </p:childTnLst>
                                </p:cTn>
                              </p:par>
                            </p:childTnLst>
                          </p:cTn>
                        </p:par>
                        <p:par>
                          <p:cTn id="215" fill="hold">
                            <p:stCondLst>
                              <p:cond delay="1000"/>
                            </p:stCondLst>
                            <p:childTnLst>
                              <p:par>
                                <p:cTn id="216" presetClass="entr" nodeType="afterEffect" presetSubtype="4" presetID="2" grpId="54" fill="hold">
                                  <p:stCondLst>
                                    <p:cond delay="0"/>
                                  </p:stCondLst>
                                  <p:iterate type="el" backwards="0">
                                    <p:tmAbs val="0"/>
                                  </p:iterate>
                                  <p:childTnLst>
                                    <p:set>
                                      <p:cBhvr>
                                        <p:cTn id="217" fill="hold"/>
                                        <p:tgtEl>
                                          <p:spTgt spid="733"/>
                                        </p:tgtEl>
                                        <p:attrNameLst>
                                          <p:attrName>style.visibility</p:attrName>
                                        </p:attrNameLst>
                                      </p:cBhvr>
                                      <p:to>
                                        <p:strVal val="visible"/>
                                      </p:to>
                                    </p:set>
                                    <p:anim calcmode="lin" valueType="num">
                                      <p:cBhvr>
                                        <p:cTn id="218" dur="1000" fill="hold"/>
                                        <p:tgtEl>
                                          <p:spTgt spid="733"/>
                                        </p:tgtEl>
                                        <p:attrNameLst>
                                          <p:attrName>ppt_x</p:attrName>
                                        </p:attrNameLst>
                                      </p:cBhvr>
                                      <p:tavLst>
                                        <p:tav tm="0">
                                          <p:val>
                                            <p:strVal val="#ppt_x"/>
                                          </p:val>
                                        </p:tav>
                                        <p:tav tm="100000">
                                          <p:val>
                                            <p:strVal val="#ppt_x"/>
                                          </p:val>
                                        </p:tav>
                                      </p:tavLst>
                                    </p:anim>
                                    <p:anim calcmode="lin" valueType="num">
                                      <p:cBhvr>
                                        <p:cTn id="219" dur="1000" fill="hold"/>
                                        <p:tgtEl>
                                          <p:spTgt spid="733"/>
                                        </p:tgtEl>
                                        <p:attrNameLst>
                                          <p:attrName>ppt_y</p:attrName>
                                        </p:attrNameLst>
                                      </p:cBhvr>
                                      <p:tavLst>
                                        <p:tav tm="0">
                                          <p:val>
                                            <p:strVal val="1+#ppt_h/2"/>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Class="entr" nodeType="clickEffect" presetSubtype="0" presetID="1" grpId="55" fill="hold">
                                  <p:stCondLst>
                                    <p:cond delay="0"/>
                                  </p:stCondLst>
                                  <p:iterate type="el" backwards="0">
                                    <p:tmAbs val="0"/>
                                  </p:iterate>
                                  <p:childTnLst>
                                    <p:set>
                                      <p:cBhvr>
                                        <p:cTn id="223" fill="hold"/>
                                        <p:tgtEl>
                                          <p:spTgt spid="707"/>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Class="entr" nodeType="clickEffect" presetSubtype="0" presetID="1" grpId="56" fill="hold">
                                  <p:stCondLst>
                                    <p:cond delay="0"/>
                                  </p:stCondLst>
                                  <p:iterate type="el" backwards="0">
                                    <p:tmAbs val="0"/>
                                  </p:iterate>
                                  <p:childTnLst>
                                    <p:set>
                                      <p:cBhvr>
                                        <p:cTn id="227" fill="hold"/>
                                        <p:tgtEl>
                                          <p:spTgt spid="713"/>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Class="entr" nodeType="clickEffect" presetSubtype="0" presetID="1" grpId="57" fill="hold">
                                  <p:stCondLst>
                                    <p:cond delay="0"/>
                                  </p:stCondLst>
                                  <p:iterate type="el" backwards="0">
                                    <p:tmAbs val="0"/>
                                  </p:iterate>
                                  <p:childTnLst>
                                    <p:set>
                                      <p:cBhvr>
                                        <p:cTn id="231" fill="hold"/>
                                        <p:tgtEl>
                                          <p:spTgt spid="714"/>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Class="entr" nodeType="clickEffect" presetSubtype="4" presetID="22" grpId="58" fill="hold">
                                  <p:stCondLst>
                                    <p:cond delay="0"/>
                                  </p:stCondLst>
                                  <p:iterate type="el" backwards="0">
                                    <p:tmAbs val="0"/>
                                  </p:iterate>
                                  <p:childTnLst>
                                    <p:set>
                                      <p:cBhvr>
                                        <p:cTn id="235" fill="hold"/>
                                        <p:tgtEl>
                                          <p:spTgt spid="675"/>
                                        </p:tgtEl>
                                        <p:attrNameLst>
                                          <p:attrName>style.visibility</p:attrName>
                                        </p:attrNameLst>
                                      </p:cBhvr>
                                      <p:to>
                                        <p:strVal val="visible"/>
                                      </p:to>
                                    </p:set>
                                    <p:animEffect filter="wipe(down)" transition="in">
                                      <p:cBhvr>
                                        <p:cTn id="236" dur="1000"/>
                                        <p:tgtEl>
                                          <p:spTgt spid="675"/>
                                        </p:tgtEl>
                                      </p:cBhvr>
                                    </p:animEffect>
                                  </p:childTnLst>
                                </p:cTn>
                              </p:par>
                            </p:childTnLst>
                          </p:cTn>
                        </p:par>
                      </p:childTnLst>
                    </p:cTn>
                  </p:par>
                  <p:par>
                    <p:cTn id="237" fill="hold">
                      <p:stCondLst>
                        <p:cond delay="indefinite"/>
                      </p:stCondLst>
                      <p:childTnLst>
                        <p:par>
                          <p:cTn id="238" fill="hold">
                            <p:stCondLst>
                              <p:cond delay="0"/>
                            </p:stCondLst>
                            <p:childTnLst>
                              <p:par>
                                <p:cTn id="239" presetClass="entr" nodeType="clickEffect" presetSubtype="8" presetID="22" grpId="59" fill="hold">
                                  <p:stCondLst>
                                    <p:cond delay="0"/>
                                  </p:stCondLst>
                                  <p:iterate type="el" backwards="0">
                                    <p:tmAbs val="0"/>
                                  </p:iterate>
                                  <p:childTnLst>
                                    <p:set>
                                      <p:cBhvr>
                                        <p:cTn id="240" fill="hold"/>
                                        <p:tgtEl>
                                          <p:spTgt spid="722"/>
                                        </p:tgtEl>
                                        <p:attrNameLst>
                                          <p:attrName>style.visibility</p:attrName>
                                        </p:attrNameLst>
                                      </p:cBhvr>
                                      <p:to>
                                        <p:strVal val="visible"/>
                                      </p:to>
                                    </p:set>
                                    <p:animEffect filter="wipe(left)" transition="in">
                                      <p:cBhvr>
                                        <p:cTn id="241" dur="1000"/>
                                        <p:tgtEl>
                                          <p:spTgt spid="722"/>
                                        </p:tgtEl>
                                      </p:cBhvr>
                                    </p:animEffect>
                                  </p:childTnLst>
                                </p:cTn>
                              </p:par>
                            </p:childTnLst>
                          </p:cTn>
                        </p:par>
                      </p:childTnLst>
                    </p:cTn>
                  </p:par>
                  <p:par>
                    <p:cTn id="242" fill="hold">
                      <p:stCondLst>
                        <p:cond delay="indefinite"/>
                      </p:stCondLst>
                      <p:childTnLst>
                        <p:par>
                          <p:cTn id="243" fill="hold">
                            <p:stCondLst>
                              <p:cond delay="0"/>
                            </p:stCondLst>
                            <p:childTnLst>
                              <p:par>
                                <p:cTn id="244" presetClass="entr" nodeType="clickEffect" presetSubtype="8" presetID="22" grpId="60" fill="hold">
                                  <p:stCondLst>
                                    <p:cond delay="0"/>
                                  </p:stCondLst>
                                  <p:iterate type="el" backwards="0">
                                    <p:tmAbs val="0"/>
                                  </p:iterate>
                                  <p:childTnLst>
                                    <p:set>
                                      <p:cBhvr>
                                        <p:cTn id="245" fill="hold"/>
                                        <p:tgtEl>
                                          <p:spTgt spid="754"/>
                                        </p:tgtEl>
                                        <p:attrNameLst>
                                          <p:attrName>style.visibility</p:attrName>
                                        </p:attrNameLst>
                                      </p:cBhvr>
                                      <p:to>
                                        <p:strVal val="visible"/>
                                      </p:to>
                                    </p:set>
                                    <p:animEffect filter="wipe(left)" transition="in">
                                      <p:cBhvr>
                                        <p:cTn id="246" dur="1000"/>
                                        <p:tgtEl>
                                          <p:spTgt spid="754"/>
                                        </p:tgtEl>
                                      </p:cBhvr>
                                    </p:animEffect>
                                  </p:childTnLst>
                                </p:cTn>
                              </p:par>
                            </p:childTnLst>
                          </p:cTn>
                        </p:par>
                      </p:childTnLst>
                    </p:cTn>
                  </p:par>
                  <p:par>
                    <p:cTn id="247" fill="hold">
                      <p:stCondLst>
                        <p:cond delay="indefinite"/>
                      </p:stCondLst>
                      <p:childTnLst>
                        <p:par>
                          <p:cTn id="248" fill="hold">
                            <p:stCondLst>
                              <p:cond delay="0"/>
                            </p:stCondLst>
                            <p:childTnLst>
                              <p:par>
                                <p:cTn id="249" presetClass="entr" nodeType="clickEffect" presetSubtype="8" presetID="22" grpId="61" fill="hold">
                                  <p:stCondLst>
                                    <p:cond delay="0"/>
                                  </p:stCondLst>
                                  <p:iterate type="el" backwards="0">
                                    <p:tmAbs val="0"/>
                                  </p:iterate>
                                  <p:childTnLst>
                                    <p:set>
                                      <p:cBhvr>
                                        <p:cTn id="250" fill="hold"/>
                                        <p:tgtEl>
                                          <p:spTgt spid="737"/>
                                        </p:tgtEl>
                                        <p:attrNameLst>
                                          <p:attrName>style.visibility</p:attrName>
                                        </p:attrNameLst>
                                      </p:cBhvr>
                                      <p:to>
                                        <p:strVal val="visible"/>
                                      </p:to>
                                    </p:set>
                                    <p:animEffect filter="wipe(left)" transition="in">
                                      <p:cBhvr>
                                        <p:cTn id="251" dur="1000"/>
                                        <p:tgtEl>
                                          <p:spTgt spid="737"/>
                                        </p:tgtEl>
                                      </p:cBhvr>
                                    </p:animEffect>
                                  </p:childTnLst>
                                </p:cTn>
                              </p:par>
                            </p:childTnLst>
                          </p:cTn>
                        </p:par>
                        <p:par>
                          <p:cTn id="252" fill="hold">
                            <p:stCondLst>
                              <p:cond delay="1000"/>
                            </p:stCondLst>
                            <p:childTnLst>
                              <p:par>
                                <p:cTn id="253" presetClass="entr" nodeType="afterEffect" presetSubtype="0" presetID="1" grpId="62" fill="hold">
                                  <p:stCondLst>
                                    <p:cond delay="0"/>
                                  </p:stCondLst>
                                  <p:iterate type="el" backwards="0">
                                    <p:tmAbs val="0"/>
                                  </p:iterate>
                                  <p:childTnLst>
                                    <p:set>
                                      <p:cBhvr>
                                        <p:cTn id="254" fill="hold"/>
                                        <p:tgtEl>
                                          <p:spTgt spid="740"/>
                                        </p:tgtEl>
                                        <p:attrNameLst>
                                          <p:attrName>style.visibility</p:attrName>
                                        </p:attrNameLst>
                                      </p:cBhvr>
                                      <p:to>
                                        <p:strVal val="visible"/>
                                      </p:to>
                                    </p:set>
                                  </p:childTnLst>
                                </p:cTn>
                              </p:par>
                            </p:childTnLst>
                          </p:cTn>
                        </p:par>
                        <p:par>
                          <p:cTn id="255" fill="hold">
                            <p:stCondLst>
                              <p:cond delay="1000"/>
                            </p:stCondLst>
                            <p:childTnLst>
                              <p:par>
                                <p:cTn id="256" presetClass="entr" nodeType="afterEffect" presetSubtype="0" presetID="1" grpId="63" fill="hold">
                                  <p:stCondLst>
                                    <p:cond delay="0"/>
                                  </p:stCondLst>
                                  <p:iterate type="el" backwards="0">
                                    <p:tmAbs val="0"/>
                                  </p:iterate>
                                  <p:childTnLst>
                                    <p:set>
                                      <p:cBhvr>
                                        <p:cTn id="257" fill="hold"/>
                                        <p:tgtEl>
                                          <p:spTgt spid="739"/>
                                        </p:tgtEl>
                                        <p:attrNameLst>
                                          <p:attrName>style.visibility</p:attrName>
                                        </p:attrNameLst>
                                      </p:cBhvr>
                                      <p:to>
                                        <p:strVal val="visible"/>
                                      </p:to>
                                    </p:set>
                                  </p:childTnLst>
                                </p:cTn>
                              </p:par>
                            </p:childTnLst>
                          </p:cTn>
                        </p:par>
                      </p:childTnLst>
                    </p:cTn>
                  </p:par>
                  <p:par>
                    <p:cTn id="258" fill="hold">
                      <p:stCondLst>
                        <p:cond delay="indefinite"/>
                      </p:stCondLst>
                      <p:childTnLst>
                        <p:par>
                          <p:cTn id="259" fill="hold">
                            <p:stCondLst>
                              <p:cond delay="0"/>
                            </p:stCondLst>
                            <p:childTnLst>
                              <p:par>
                                <p:cTn id="260" presetClass="entr" nodeType="clickEffect" presetSubtype="8" presetID="22" grpId="64" fill="hold">
                                  <p:stCondLst>
                                    <p:cond delay="0"/>
                                  </p:stCondLst>
                                  <p:iterate type="el" backwards="0">
                                    <p:tmAbs val="0"/>
                                  </p:iterate>
                                  <p:childTnLst>
                                    <p:set>
                                      <p:cBhvr>
                                        <p:cTn id="261" fill="hold"/>
                                        <p:tgtEl>
                                          <p:spTgt spid="796"/>
                                        </p:tgtEl>
                                        <p:attrNameLst>
                                          <p:attrName>style.visibility</p:attrName>
                                        </p:attrNameLst>
                                      </p:cBhvr>
                                      <p:to>
                                        <p:strVal val="visible"/>
                                      </p:to>
                                    </p:set>
                                    <p:animEffect filter="wipe(left)" transition="in">
                                      <p:cBhvr>
                                        <p:cTn id="262" dur="1000"/>
                                        <p:tgtEl>
                                          <p:spTgt spid="796"/>
                                        </p:tgtEl>
                                      </p:cBhvr>
                                    </p:animEffect>
                                  </p:childTnLst>
                                </p:cTn>
                              </p:par>
                            </p:childTnLst>
                          </p:cTn>
                        </p:par>
                        <p:par>
                          <p:cTn id="263" fill="hold">
                            <p:stCondLst>
                              <p:cond delay="1000"/>
                            </p:stCondLst>
                            <p:childTnLst>
                              <p:par>
                                <p:cTn id="264" presetClass="entr" nodeType="afterEffect" presetSubtype="0" presetID="1" grpId="65" fill="hold">
                                  <p:stCondLst>
                                    <p:cond delay="0"/>
                                  </p:stCondLst>
                                  <p:iterate type="el" backwards="0">
                                    <p:tmAbs val="0"/>
                                  </p:iterate>
                                  <p:childTnLst>
                                    <p:set>
                                      <p:cBhvr>
                                        <p:cTn id="265" fill="hold"/>
                                        <p:tgtEl>
                                          <p:spTgt spid="738"/>
                                        </p:tgtEl>
                                        <p:attrNameLst>
                                          <p:attrName>style.visibility</p:attrName>
                                        </p:attrNameLst>
                                      </p:cBhvr>
                                      <p:to>
                                        <p:strVal val="visible"/>
                                      </p:to>
                                    </p:set>
                                  </p:childTnLst>
                                </p:cTn>
                              </p:par>
                            </p:childTnLst>
                          </p:cTn>
                        </p:par>
                      </p:childTnLst>
                    </p:cTn>
                  </p:par>
                  <p:par>
                    <p:cTn id="266" fill="hold">
                      <p:stCondLst>
                        <p:cond delay="indefinite"/>
                      </p:stCondLst>
                      <p:childTnLst>
                        <p:par>
                          <p:cTn id="267" fill="hold">
                            <p:stCondLst>
                              <p:cond delay="0"/>
                            </p:stCondLst>
                            <p:childTnLst>
                              <p:par>
                                <p:cTn id="268" presetClass="entr" nodeType="clickEffect" presetSubtype="8" presetID="22" grpId="66" fill="hold">
                                  <p:stCondLst>
                                    <p:cond delay="0"/>
                                  </p:stCondLst>
                                  <p:iterate type="el" backwards="0">
                                    <p:tmAbs val="0"/>
                                  </p:iterate>
                                  <p:childTnLst>
                                    <p:set>
                                      <p:cBhvr>
                                        <p:cTn id="269" fill="hold"/>
                                        <p:tgtEl>
                                          <p:spTgt spid="799"/>
                                        </p:tgtEl>
                                        <p:attrNameLst>
                                          <p:attrName>style.visibility</p:attrName>
                                        </p:attrNameLst>
                                      </p:cBhvr>
                                      <p:to>
                                        <p:strVal val="visible"/>
                                      </p:to>
                                    </p:set>
                                    <p:animEffect filter="wipe(left)" transition="in">
                                      <p:cBhvr>
                                        <p:cTn id="270" dur="1000"/>
                                        <p:tgtEl>
                                          <p:spTgt spid="799"/>
                                        </p:tgtEl>
                                      </p:cBhvr>
                                    </p:animEffect>
                                  </p:childTnLst>
                                </p:cTn>
                              </p:par>
                            </p:childTnLst>
                          </p:cTn>
                        </p:par>
                        <p:par>
                          <p:cTn id="271" fill="hold">
                            <p:stCondLst>
                              <p:cond delay="1000"/>
                            </p:stCondLst>
                            <p:childTnLst>
                              <p:par>
                                <p:cTn id="272" presetClass="entr" nodeType="afterEffect" presetSubtype="0" presetID="1" grpId="67" fill="hold">
                                  <p:stCondLst>
                                    <p:cond delay="0"/>
                                  </p:stCondLst>
                                  <p:iterate type="el" backwards="0">
                                    <p:tmAbs val="0"/>
                                  </p:iterate>
                                  <p:childTnLst>
                                    <p:set>
                                      <p:cBhvr>
                                        <p:cTn id="273" fill="hold"/>
                                        <p:tgtEl>
                                          <p:spTgt spid="741"/>
                                        </p:tgtEl>
                                        <p:attrNameLst>
                                          <p:attrName>style.visibility</p:attrName>
                                        </p:attrNameLst>
                                      </p:cBhvr>
                                      <p:to>
                                        <p:strVal val="visible"/>
                                      </p:to>
                                    </p:set>
                                  </p:childTnLst>
                                </p:cTn>
                              </p:par>
                            </p:childTnLst>
                          </p:cTn>
                        </p:par>
                      </p:childTnLst>
                    </p:cTn>
                  </p:par>
                  <p:par>
                    <p:cTn id="274" fill="hold">
                      <p:stCondLst>
                        <p:cond delay="indefinite"/>
                      </p:stCondLst>
                      <p:childTnLst>
                        <p:par>
                          <p:cTn id="275" fill="hold">
                            <p:stCondLst>
                              <p:cond delay="0"/>
                            </p:stCondLst>
                            <p:childTnLst>
                              <p:par>
                                <p:cTn id="276" presetClass="entr" nodeType="clickEffect" presetSubtype="4" presetID="22" grpId="68" fill="hold">
                                  <p:stCondLst>
                                    <p:cond delay="0"/>
                                  </p:stCondLst>
                                  <p:iterate type="el" backwards="0">
                                    <p:tmAbs val="0"/>
                                  </p:iterate>
                                  <p:childTnLst>
                                    <p:set>
                                      <p:cBhvr>
                                        <p:cTn id="277" fill="hold"/>
                                        <p:tgtEl>
                                          <p:spTgt spid="732"/>
                                        </p:tgtEl>
                                        <p:attrNameLst>
                                          <p:attrName>style.visibility</p:attrName>
                                        </p:attrNameLst>
                                      </p:cBhvr>
                                      <p:to>
                                        <p:strVal val="visible"/>
                                      </p:to>
                                    </p:set>
                                    <p:animEffect filter="wipe(down)" transition="in">
                                      <p:cBhvr>
                                        <p:cTn id="278" dur="500"/>
                                        <p:tgtEl>
                                          <p:spTgt spid="732"/>
                                        </p:tgtEl>
                                      </p:cBhvr>
                                    </p:animEffect>
                                  </p:childTnLst>
                                </p:cTn>
                              </p:par>
                            </p:childTnLst>
                          </p:cTn>
                        </p:par>
                      </p:childTnLst>
                    </p:cTn>
                  </p:par>
                  <p:par>
                    <p:cTn id="279" fill="hold">
                      <p:stCondLst>
                        <p:cond delay="indefinite"/>
                      </p:stCondLst>
                      <p:childTnLst>
                        <p:par>
                          <p:cTn id="280" fill="hold">
                            <p:stCondLst>
                              <p:cond delay="0"/>
                            </p:stCondLst>
                            <p:childTnLst>
                              <p:par>
                                <p:cTn id="281" presetClass="exit" nodeType="clickEffect" presetSubtype="0" presetID="1" grpId="69" fill="hold">
                                  <p:stCondLst>
                                    <p:cond delay="0"/>
                                  </p:stCondLst>
                                  <p:iterate type="el" backwards="0">
                                    <p:tmAbs val="0"/>
                                  </p:iterate>
                                  <p:childTnLst>
                                    <p:set>
                                      <p:cBhvr>
                                        <p:cTn id="282" fill="hold">
                                          <p:stCondLst>
                                            <p:cond delay="0"/>
                                          </p:stCondLst>
                                        </p:cTn>
                                        <p:tgtEl>
                                          <p:spTgt spid="675"/>
                                        </p:tgtEl>
                                        <p:attrNameLst>
                                          <p:attrName>style.visibility</p:attrName>
                                        </p:attrNameLst>
                                      </p:cBhvr>
                                      <p:to>
                                        <p:strVal val="hidden"/>
                                      </p:to>
                                    </p:set>
                                  </p:childTnLst>
                                </p:cTn>
                              </p:par>
                            </p:childTnLst>
                          </p:cTn>
                        </p:par>
                        <p:par>
                          <p:cTn id="283" fill="hold">
                            <p:stCondLst>
                              <p:cond delay="0"/>
                            </p:stCondLst>
                            <p:childTnLst>
                              <p:par>
                                <p:cTn id="284" presetClass="exit" nodeType="afterEffect" presetSubtype="0" presetID="1" grpId="70" fill="hold">
                                  <p:stCondLst>
                                    <p:cond delay="0"/>
                                  </p:stCondLst>
                                  <p:iterate type="el" backwards="0">
                                    <p:tmAbs val="0"/>
                                  </p:iterate>
                                  <p:childTnLst>
                                    <p:set>
                                      <p:cBhvr>
                                        <p:cTn id="285" fill="hold">
                                          <p:stCondLst>
                                            <p:cond delay="0"/>
                                          </p:stCondLst>
                                        </p:cTn>
                                        <p:tgtEl>
                                          <p:spTgt spid="796"/>
                                        </p:tgtEl>
                                        <p:attrNameLst>
                                          <p:attrName>style.visibility</p:attrName>
                                        </p:attrNameLst>
                                      </p:cBhvr>
                                      <p:to>
                                        <p:strVal val="hidden"/>
                                      </p:to>
                                    </p:set>
                                  </p:childTnLst>
                                </p:cTn>
                              </p:par>
                            </p:childTnLst>
                          </p:cTn>
                        </p:par>
                        <p:par>
                          <p:cTn id="286" fill="hold">
                            <p:stCondLst>
                              <p:cond delay="0"/>
                            </p:stCondLst>
                            <p:childTnLst>
                              <p:par>
                                <p:cTn id="287" presetClass="exit" nodeType="afterEffect" presetSubtype="0" presetID="1" grpId="71" fill="hold">
                                  <p:stCondLst>
                                    <p:cond delay="0"/>
                                  </p:stCondLst>
                                  <p:iterate type="el" backwards="0">
                                    <p:tmAbs val="0"/>
                                  </p:iterate>
                                  <p:childTnLst>
                                    <p:set>
                                      <p:cBhvr>
                                        <p:cTn id="288" fill="hold">
                                          <p:stCondLst>
                                            <p:cond delay="0"/>
                                          </p:stCondLst>
                                        </p:cTn>
                                        <p:tgtEl>
                                          <p:spTgt spid="799"/>
                                        </p:tgtEl>
                                        <p:attrNameLst>
                                          <p:attrName>style.visibility</p:attrName>
                                        </p:attrNameLst>
                                      </p:cBhvr>
                                      <p:to>
                                        <p:strVal val="hidden"/>
                                      </p:to>
                                    </p:set>
                                  </p:childTnLst>
                                </p:cTn>
                              </p:par>
                            </p:childTnLst>
                          </p:cTn>
                        </p:par>
                        <p:par>
                          <p:cTn id="289" fill="hold">
                            <p:stCondLst>
                              <p:cond delay="0"/>
                            </p:stCondLst>
                            <p:childTnLst>
                              <p:par>
                                <p:cTn id="290" presetClass="exit" nodeType="afterEffect" presetSubtype="0" presetID="1" grpId="72" fill="hold">
                                  <p:stCondLst>
                                    <p:cond delay="0"/>
                                  </p:stCondLst>
                                  <p:iterate type="el" backwards="0">
                                    <p:tmAbs val="0"/>
                                  </p:iterate>
                                  <p:childTnLst>
                                    <p:set>
                                      <p:cBhvr>
                                        <p:cTn id="291" fill="hold">
                                          <p:stCondLst>
                                            <p:cond delay="0"/>
                                          </p:stCondLst>
                                        </p:cTn>
                                        <p:tgtEl>
                                          <p:spTgt spid="734"/>
                                        </p:tgtEl>
                                        <p:attrNameLst>
                                          <p:attrName>style.visibility</p:attrName>
                                        </p:attrNameLst>
                                      </p:cBhvr>
                                      <p:to>
                                        <p:strVal val="hidden"/>
                                      </p:to>
                                    </p:set>
                                  </p:childTnLst>
                                </p:cTn>
                              </p:par>
                            </p:childTnLst>
                          </p:cTn>
                        </p:par>
                        <p:par>
                          <p:cTn id="292" fill="hold">
                            <p:stCondLst>
                              <p:cond delay="0"/>
                            </p:stCondLst>
                            <p:childTnLst>
                              <p:par>
                                <p:cTn id="293" presetClass="exit" nodeType="afterEffect" presetSubtype="0" presetID="1" grpId="73" fill="hold">
                                  <p:stCondLst>
                                    <p:cond delay="0"/>
                                  </p:stCondLst>
                                  <p:iterate type="el" backwards="0">
                                    <p:tmAbs val="0"/>
                                  </p:iterate>
                                  <p:childTnLst>
                                    <p:set>
                                      <p:cBhvr>
                                        <p:cTn id="294" fill="hold">
                                          <p:stCondLst>
                                            <p:cond delay="0"/>
                                          </p:stCondLst>
                                        </p:cTn>
                                        <p:tgtEl>
                                          <p:spTgt spid="733"/>
                                        </p:tgtEl>
                                        <p:attrNameLst>
                                          <p:attrName>style.visibility</p:attrName>
                                        </p:attrNameLst>
                                      </p:cBhvr>
                                      <p:to>
                                        <p:strVal val="hidden"/>
                                      </p:to>
                                    </p:set>
                                  </p:childTnLst>
                                </p:cTn>
                              </p:par>
                            </p:childTnLst>
                          </p:cTn>
                        </p:par>
                      </p:childTnLst>
                    </p:cTn>
                  </p:par>
                  <p:par>
                    <p:cTn id="295" fill="hold">
                      <p:stCondLst>
                        <p:cond delay="indefinite"/>
                      </p:stCondLst>
                      <p:childTnLst>
                        <p:par>
                          <p:cTn id="296" fill="hold">
                            <p:stCondLst>
                              <p:cond delay="0"/>
                            </p:stCondLst>
                            <p:childTnLst>
                              <p:par>
                                <p:cTn id="297" presetClass="entr" nodeType="clickEffect" presetSubtype="8" presetID="22" grpId="74" fill="hold">
                                  <p:stCondLst>
                                    <p:cond delay="0"/>
                                  </p:stCondLst>
                                  <p:iterate type="el" backwards="0">
                                    <p:tmAbs val="0"/>
                                  </p:iterate>
                                  <p:childTnLst>
                                    <p:set>
                                      <p:cBhvr>
                                        <p:cTn id="298" fill="hold"/>
                                        <p:tgtEl>
                                          <p:spTgt spid="782"/>
                                        </p:tgtEl>
                                        <p:attrNameLst>
                                          <p:attrName>style.visibility</p:attrName>
                                        </p:attrNameLst>
                                      </p:cBhvr>
                                      <p:to>
                                        <p:strVal val="visible"/>
                                      </p:to>
                                    </p:set>
                                    <p:animEffect filter="wipe(left)" transition="in">
                                      <p:cBhvr>
                                        <p:cTn id="299" dur="1000"/>
                                        <p:tgtEl>
                                          <p:spTgt spid="782"/>
                                        </p:tgtEl>
                                      </p:cBhvr>
                                    </p:animEffect>
                                  </p:childTnLst>
                                </p:cTn>
                              </p:par>
                            </p:childTnLst>
                          </p:cTn>
                        </p:par>
                        <p:par>
                          <p:cTn id="300" fill="hold">
                            <p:stCondLst>
                              <p:cond delay="1000"/>
                            </p:stCondLst>
                            <p:childTnLst>
                              <p:par>
                                <p:cTn id="301" presetClass="entr" nodeType="afterEffect" presetSubtype="8" presetID="22" grpId="75" fill="hold">
                                  <p:stCondLst>
                                    <p:cond delay="0"/>
                                  </p:stCondLst>
                                  <p:iterate type="el" backwards="0">
                                    <p:tmAbs val="0"/>
                                  </p:iterate>
                                  <p:childTnLst>
                                    <p:set>
                                      <p:cBhvr>
                                        <p:cTn id="302" fill="hold"/>
                                        <p:tgtEl>
                                          <p:spTgt spid="735"/>
                                        </p:tgtEl>
                                        <p:attrNameLst>
                                          <p:attrName>style.visibility</p:attrName>
                                        </p:attrNameLst>
                                      </p:cBhvr>
                                      <p:to>
                                        <p:strVal val="visible"/>
                                      </p:to>
                                    </p:set>
                                    <p:animEffect filter="wipe(left)" transition="in">
                                      <p:cBhvr>
                                        <p:cTn id="303" dur="1000"/>
                                        <p:tgtEl>
                                          <p:spTgt spid="735"/>
                                        </p:tgtEl>
                                      </p:cBhvr>
                                    </p:animEffect>
                                  </p:childTnLst>
                                </p:cTn>
                              </p:par>
                            </p:childTnLst>
                          </p:cTn>
                        </p:par>
                      </p:childTnLst>
                    </p:cTn>
                  </p:par>
                  <p:par>
                    <p:cTn id="304" fill="hold">
                      <p:stCondLst>
                        <p:cond delay="indefinite"/>
                      </p:stCondLst>
                      <p:childTnLst>
                        <p:par>
                          <p:cTn id="305" fill="hold">
                            <p:stCondLst>
                              <p:cond delay="0"/>
                            </p:stCondLst>
                            <p:childTnLst>
                              <p:par>
                                <p:cTn id="306" presetClass="entr" nodeType="clickEffect" presetSubtype="8" presetID="22" grpId="76" fill="hold">
                                  <p:stCondLst>
                                    <p:cond delay="0"/>
                                  </p:stCondLst>
                                  <p:iterate type="el" backwards="0">
                                    <p:tmAbs val="0"/>
                                  </p:iterate>
                                  <p:childTnLst>
                                    <p:set>
                                      <p:cBhvr>
                                        <p:cTn id="307" fill="hold"/>
                                        <p:tgtEl>
                                          <p:spTgt spid="715"/>
                                        </p:tgtEl>
                                        <p:attrNameLst>
                                          <p:attrName>style.visibility</p:attrName>
                                        </p:attrNameLst>
                                      </p:cBhvr>
                                      <p:to>
                                        <p:strVal val="visible"/>
                                      </p:to>
                                    </p:set>
                                    <p:animEffect filter="wipe(left)" transition="in">
                                      <p:cBhvr>
                                        <p:cTn id="308" dur="1000"/>
                                        <p:tgtEl>
                                          <p:spTgt spid="715"/>
                                        </p:tgtEl>
                                      </p:cBhvr>
                                    </p:animEffect>
                                  </p:childTnLst>
                                </p:cTn>
                              </p:par>
                            </p:childTnLst>
                          </p:cTn>
                        </p:par>
                      </p:childTnLst>
                    </p:cTn>
                  </p:par>
                  <p:par>
                    <p:cTn id="309" fill="hold">
                      <p:stCondLst>
                        <p:cond delay="indefinite"/>
                      </p:stCondLst>
                      <p:childTnLst>
                        <p:par>
                          <p:cTn id="310" fill="hold">
                            <p:stCondLst>
                              <p:cond delay="0"/>
                            </p:stCondLst>
                            <p:childTnLst>
                              <p:par>
                                <p:cTn id="311" presetClass="entr" nodeType="clickEffect" presetSubtype="8" presetID="22" grpId="77" fill="hold">
                                  <p:stCondLst>
                                    <p:cond delay="0"/>
                                  </p:stCondLst>
                                  <p:iterate type="el" backwards="0">
                                    <p:tmAbs val="0"/>
                                  </p:iterate>
                                  <p:childTnLst>
                                    <p:set>
                                      <p:cBhvr>
                                        <p:cTn id="312" fill="hold"/>
                                        <p:tgtEl>
                                          <p:spTgt spid="762"/>
                                        </p:tgtEl>
                                        <p:attrNameLst>
                                          <p:attrName>style.visibility</p:attrName>
                                        </p:attrNameLst>
                                      </p:cBhvr>
                                      <p:to>
                                        <p:strVal val="visible"/>
                                      </p:to>
                                    </p:set>
                                    <p:animEffect filter="wipe(left)" transition="in">
                                      <p:cBhvr>
                                        <p:cTn id="313" dur="1500"/>
                                        <p:tgtEl>
                                          <p:spTgt spid="762"/>
                                        </p:tgtEl>
                                      </p:cBhvr>
                                    </p:animEffect>
                                  </p:childTnLst>
                                </p:cTn>
                              </p:par>
                            </p:childTnLst>
                          </p:cTn>
                        </p:par>
                      </p:childTnLst>
                    </p:cTn>
                  </p:par>
                  <p:par>
                    <p:cTn id="314" fill="hold">
                      <p:stCondLst>
                        <p:cond delay="indefinite"/>
                      </p:stCondLst>
                      <p:childTnLst>
                        <p:par>
                          <p:cTn id="315" fill="hold">
                            <p:stCondLst>
                              <p:cond delay="0"/>
                            </p:stCondLst>
                            <p:childTnLst>
                              <p:par>
                                <p:cTn id="316" presetClass="entr" nodeType="clickEffect" presetSubtype="0" presetID="1" grpId="78" fill="hold">
                                  <p:stCondLst>
                                    <p:cond delay="0"/>
                                  </p:stCondLst>
                                  <p:iterate type="el" backwards="0">
                                    <p:tmAbs val="0"/>
                                  </p:iterate>
                                  <p:childTnLst>
                                    <p:set>
                                      <p:cBhvr>
                                        <p:cTn id="317" fill="hold"/>
                                        <p:tgtEl>
                                          <p:spTgt spid="742"/>
                                        </p:tgtEl>
                                        <p:attrNameLst>
                                          <p:attrName>style.visibility</p:attrName>
                                        </p:attrNameLst>
                                      </p:cBhvr>
                                      <p:to>
                                        <p:strVal val="visible"/>
                                      </p:to>
                                    </p:set>
                                  </p:childTnLst>
                                </p:cTn>
                              </p:par>
                            </p:childTnLst>
                          </p:cTn>
                        </p:par>
                      </p:childTnLst>
                    </p:cTn>
                  </p:par>
                  <p:par>
                    <p:cTn id="318" fill="hold">
                      <p:stCondLst>
                        <p:cond delay="indefinite"/>
                      </p:stCondLst>
                      <p:childTnLst>
                        <p:par>
                          <p:cTn id="319" fill="hold">
                            <p:stCondLst>
                              <p:cond delay="0"/>
                            </p:stCondLst>
                            <p:childTnLst>
                              <p:par>
                                <p:cTn id="320" presetClass="entr" nodeType="clickEffect" presetSubtype="0" presetID="1" grpId="79" fill="hold">
                                  <p:stCondLst>
                                    <p:cond delay="0"/>
                                  </p:stCondLst>
                                  <p:iterate type="el" backwards="0">
                                    <p:tmAbs val="0"/>
                                  </p:iterate>
                                  <p:childTnLst>
                                    <p:set>
                                      <p:cBhvr>
                                        <p:cTn id="321" fill="hold"/>
                                        <p:tgtEl>
                                          <p:spTgt spid="743"/>
                                        </p:tgtEl>
                                        <p:attrNameLst>
                                          <p:attrName>style.visibility</p:attrName>
                                        </p:attrNameLst>
                                      </p:cBhvr>
                                      <p:to>
                                        <p:strVal val="visible"/>
                                      </p:to>
                                    </p:set>
                                  </p:childTnLst>
                                </p:cTn>
                              </p:par>
                            </p:childTnLst>
                          </p:cTn>
                        </p:par>
                      </p:childTnLst>
                    </p:cTn>
                  </p:par>
                  <p:par>
                    <p:cTn id="322" fill="hold">
                      <p:stCondLst>
                        <p:cond delay="indefinite"/>
                      </p:stCondLst>
                      <p:childTnLst>
                        <p:par>
                          <p:cTn id="323" fill="hold">
                            <p:stCondLst>
                              <p:cond delay="0"/>
                            </p:stCondLst>
                            <p:childTnLst>
                              <p:par>
                                <p:cTn id="324" presetClass="entr" nodeType="clickEffect" presetSubtype="1" presetID="22" grpId="80" fill="hold">
                                  <p:stCondLst>
                                    <p:cond delay="0"/>
                                  </p:stCondLst>
                                  <p:iterate type="el" backwards="0">
                                    <p:tmAbs val="0"/>
                                  </p:iterate>
                                  <p:childTnLst>
                                    <p:set>
                                      <p:cBhvr>
                                        <p:cTn id="325" fill="hold"/>
                                        <p:tgtEl>
                                          <p:spTgt spid="786"/>
                                        </p:tgtEl>
                                        <p:attrNameLst>
                                          <p:attrName>style.visibility</p:attrName>
                                        </p:attrNameLst>
                                      </p:cBhvr>
                                      <p:to>
                                        <p:strVal val="visible"/>
                                      </p:to>
                                    </p:set>
                                    <p:animEffect filter="wipe(up)" transition="in">
                                      <p:cBhvr>
                                        <p:cTn id="326" dur="1000"/>
                                        <p:tgtEl>
                                          <p:spTgt spid="786"/>
                                        </p:tgtEl>
                                      </p:cBhvr>
                                    </p:animEffect>
                                  </p:childTnLst>
                                </p:cTn>
                              </p:par>
                            </p:childTnLst>
                          </p:cTn>
                        </p:par>
                        <p:par>
                          <p:cTn id="327" fill="hold">
                            <p:stCondLst>
                              <p:cond delay="1000"/>
                            </p:stCondLst>
                            <p:childTnLst>
                              <p:par>
                                <p:cTn id="328" presetClass="entr" nodeType="afterEffect" presetSubtype="1" presetID="22" grpId="81" fill="hold">
                                  <p:stCondLst>
                                    <p:cond delay="0"/>
                                  </p:stCondLst>
                                  <p:iterate type="el" backwards="0">
                                    <p:tmAbs val="0"/>
                                  </p:iterate>
                                  <p:childTnLst>
                                    <p:set>
                                      <p:cBhvr>
                                        <p:cTn id="329" fill="hold"/>
                                        <p:tgtEl>
                                          <p:spTgt spid="784"/>
                                        </p:tgtEl>
                                        <p:attrNameLst>
                                          <p:attrName>style.visibility</p:attrName>
                                        </p:attrNameLst>
                                      </p:cBhvr>
                                      <p:to>
                                        <p:strVal val="visible"/>
                                      </p:to>
                                    </p:set>
                                    <p:animEffect filter="wipe(up)" transition="in">
                                      <p:cBhvr>
                                        <p:cTn id="330" dur="1000"/>
                                        <p:tgtEl>
                                          <p:spTgt spid="784"/>
                                        </p:tgtEl>
                                      </p:cBhvr>
                                    </p:animEffect>
                                  </p:childTnLst>
                                </p:cTn>
                              </p:par>
                            </p:childTnLst>
                          </p:cTn>
                        </p:par>
                        <p:par>
                          <p:cTn id="331" fill="hold">
                            <p:stCondLst>
                              <p:cond delay="2000"/>
                            </p:stCondLst>
                            <p:childTnLst>
                              <p:par>
                                <p:cTn id="332" presetClass="entr" nodeType="afterEffect" presetSubtype="1" presetID="22" grpId="82" fill="hold">
                                  <p:stCondLst>
                                    <p:cond delay="0"/>
                                  </p:stCondLst>
                                  <p:iterate type="el" backwards="0">
                                    <p:tmAbs val="0"/>
                                  </p:iterate>
                                  <p:childTnLst>
                                    <p:set>
                                      <p:cBhvr>
                                        <p:cTn id="333" fill="hold"/>
                                        <p:tgtEl>
                                          <p:spTgt spid="785"/>
                                        </p:tgtEl>
                                        <p:attrNameLst>
                                          <p:attrName>style.visibility</p:attrName>
                                        </p:attrNameLst>
                                      </p:cBhvr>
                                      <p:to>
                                        <p:strVal val="visible"/>
                                      </p:to>
                                    </p:set>
                                    <p:animEffect filter="wipe(up)" transition="in">
                                      <p:cBhvr>
                                        <p:cTn id="334" dur="1000"/>
                                        <p:tgtEl>
                                          <p:spTgt spid="785"/>
                                        </p:tgtEl>
                                      </p:cBhvr>
                                    </p:animEffect>
                                  </p:childTnLst>
                                </p:cTn>
                              </p:par>
                            </p:childTnLst>
                          </p:cTn>
                        </p:par>
                      </p:childTnLst>
                    </p:cTn>
                  </p:par>
                  <p:par>
                    <p:cTn id="335" fill="hold">
                      <p:stCondLst>
                        <p:cond delay="indefinite"/>
                      </p:stCondLst>
                      <p:childTnLst>
                        <p:par>
                          <p:cTn id="336" fill="hold">
                            <p:stCondLst>
                              <p:cond delay="0"/>
                            </p:stCondLst>
                            <p:childTnLst>
                              <p:par>
                                <p:cTn id="337" presetClass="entr" nodeType="clickEffect" presetSubtype="8" presetID="22" grpId="83" fill="hold">
                                  <p:stCondLst>
                                    <p:cond delay="0"/>
                                  </p:stCondLst>
                                  <p:iterate type="el" backwards="0">
                                    <p:tmAbs val="0"/>
                                  </p:iterate>
                                  <p:childTnLst>
                                    <p:set>
                                      <p:cBhvr>
                                        <p:cTn id="338" fill="hold"/>
                                        <p:tgtEl>
                                          <p:spTgt spid="787"/>
                                        </p:tgtEl>
                                        <p:attrNameLst>
                                          <p:attrName>style.visibility</p:attrName>
                                        </p:attrNameLst>
                                      </p:cBhvr>
                                      <p:to>
                                        <p:strVal val="visible"/>
                                      </p:to>
                                    </p:set>
                                    <p:animEffect filter="wipe(left)" transition="in">
                                      <p:cBhvr>
                                        <p:cTn id="339" dur="500"/>
                                        <p:tgtEl>
                                          <p:spTgt spid="787"/>
                                        </p:tgtEl>
                                      </p:cBhvr>
                                    </p:animEffect>
                                  </p:childTnLst>
                                </p:cTn>
                              </p:par>
                            </p:childTnLst>
                          </p:cTn>
                        </p:par>
                        <p:par>
                          <p:cTn id="340" fill="hold">
                            <p:stCondLst>
                              <p:cond delay="500"/>
                            </p:stCondLst>
                            <p:childTnLst>
                              <p:par>
                                <p:cTn id="341" presetClass="entr" nodeType="afterEffect" presetSubtype="8" presetID="22" grpId="84" fill="hold">
                                  <p:stCondLst>
                                    <p:cond delay="0"/>
                                  </p:stCondLst>
                                  <p:iterate type="el" backwards="0">
                                    <p:tmAbs val="0"/>
                                  </p:iterate>
                                  <p:childTnLst>
                                    <p:set>
                                      <p:cBhvr>
                                        <p:cTn id="342" fill="hold"/>
                                        <p:tgtEl>
                                          <p:spTgt spid="788"/>
                                        </p:tgtEl>
                                        <p:attrNameLst>
                                          <p:attrName>style.visibility</p:attrName>
                                        </p:attrNameLst>
                                      </p:cBhvr>
                                      <p:to>
                                        <p:strVal val="visible"/>
                                      </p:to>
                                    </p:set>
                                    <p:animEffect filter="wipe(left)" transition="in">
                                      <p:cBhvr>
                                        <p:cTn id="343" dur="500"/>
                                        <p:tgtEl>
                                          <p:spTgt spid="788"/>
                                        </p:tgtEl>
                                      </p:cBhvr>
                                    </p:animEffect>
                                  </p:childTnLst>
                                </p:cTn>
                              </p:par>
                            </p:childTnLst>
                          </p:cTn>
                        </p:par>
                        <p:par>
                          <p:cTn id="344" fill="hold">
                            <p:stCondLst>
                              <p:cond delay="1000"/>
                            </p:stCondLst>
                            <p:childTnLst>
                              <p:par>
                                <p:cTn id="345" presetClass="entr" nodeType="afterEffect" presetSubtype="8" presetID="22" grpId="85" fill="hold">
                                  <p:stCondLst>
                                    <p:cond delay="0"/>
                                  </p:stCondLst>
                                  <p:iterate type="el" backwards="0">
                                    <p:tmAbs val="0"/>
                                  </p:iterate>
                                  <p:childTnLst>
                                    <p:set>
                                      <p:cBhvr>
                                        <p:cTn id="346" fill="hold"/>
                                        <p:tgtEl>
                                          <p:spTgt spid="789"/>
                                        </p:tgtEl>
                                        <p:attrNameLst>
                                          <p:attrName>style.visibility</p:attrName>
                                        </p:attrNameLst>
                                      </p:cBhvr>
                                      <p:to>
                                        <p:strVal val="visible"/>
                                      </p:to>
                                    </p:set>
                                    <p:animEffect filter="wipe(left)" transition="in">
                                      <p:cBhvr>
                                        <p:cTn id="347" dur="500"/>
                                        <p:tgtEl>
                                          <p:spTgt spid="789"/>
                                        </p:tgtEl>
                                      </p:cBhvr>
                                    </p:animEffect>
                                  </p:childTnLst>
                                </p:cTn>
                              </p:par>
                            </p:childTnLst>
                          </p:cTn>
                        </p:par>
                      </p:childTnLst>
                    </p:cTn>
                  </p:par>
                  <p:par>
                    <p:cTn id="348" fill="hold">
                      <p:stCondLst>
                        <p:cond delay="indefinite"/>
                      </p:stCondLst>
                      <p:childTnLst>
                        <p:par>
                          <p:cTn id="349" fill="hold">
                            <p:stCondLst>
                              <p:cond delay="0"/>
                            </p:stCondLst>
                            <p:childTnLst>
                              <p:par>
                                <p:cTn id="350" presetClass="entr" nodeType="clickEffect" presetSubtype="4" presetID="22" grpId="86" fill="hold">
                                  <p:stCondLst>
                                    <p:cond delay="0"/>
                                  </p:stCondLst>
                                  <p:iterate type="el" backwards="0">
                                    <p:tmAbs val="0"/>
                                  </p:iterate>
                                  <p:childTnLst>
                                    <p:set>
                                      <p:cBhvr>
                                        <p:cTn id="351" fill="hold"/>
                                        <p:tgtEl>
                                          <p:spTgt spid="772"/>
                                        </p:tgtEl>
                                        <p:attrNameLst>
                                          <p:attrName>style.visibility</p:attrName>
                                        </p:attrNameLst>
                                      </p:cBhvr>
                                      <p:to>
                                        <p:strVal val="visible"/>
                                      </p:to>
                                    </p:set>
                                    <p:animEffect filter="wipe(down)" transition="in">
                                      <p:cBhvr>
                                        <p:cTn id="352" dur="500"/>
                                        <p:tgtEl>
                                          <p:spTgt spid="772"/>
                                        </p:tgtEl>
                                      </p:cBhvr>
                                    </p:animEffect>
                                  </p:childTnLst>
                                </p:cTn>
                              </p:par>
                            </p:childTnLst>
                          </p:cTn>
                        </p:par>
                      </p:childTnLst>
                    </p:cTn>
                  </p:par>
                  <p:par>
                    <p:cTn id="353" fill="hold">
                      <p:stCondLst>
                        <p:cond delay="indefinite"/>
                      </p:stCondLst>
                      <p:childTnLst>
                        <p:par>
                          <p:cTn id="354" fill="hold">
                            <p:stCondLst>
                              <p:cond delay="0"/>
                            </p:stCondLst>
                            <p:childTnLst>
                              <p:par>
                                <p:cTn id="355" presetClass="exit" nodeType="clickEffect" presetSubtype="0" presetID="1" grpId="87" fill="hold">
                                  <p:stCondLst>
                                    <p:cond delay="0"/>
                                  </p:stCondLst>
                                  <p:iterate type="el" backwards="0">
                                    <p:tmAbs val="0"/>
                                  </p:iterate>
                                  <p:childTnLst>
                                    <p:set>
                                      <p:cBhvr>
                                        <p:cTn id="356" fill="hold">
                                          <p:stCondLst>
                                            <p:cond delay="0"/>
                                          </p:stCondLst>
                                        </p:cTn>
                                        <p:tgtEl>
                                          <p:spTgt spid="782"/>
                                        </p:tgtEl>
                                        <p:attrNameLst>
                                          <p:attrName>style.visibility</p:attrName>
                                        </p:attrNameLst>
                                      </p:cBhvr>
                                      <p:to>
                                        <p:strVal val="hidden"/>
                                      </p:to>
                                    </p:set>
                                  </p:childTnLst>
                                </p:cTn>
                              </p:par>
                            </p:childTnLst>
                          </p:cTn>
                        </p:par>
                        <p:par>
                          <p:cTn id="357" fill="hold">
                            <p:stCondLst>
                              <p:cond delay="0"/>
                            </p:stCondLst>
                            <p:childTnLst>
                              <p:par>
                                <p:cTn id="358" presetClass="exit" nodeType="afterEffect" presetSubtype="0" presetID="1" grpId="88" fill="hold">
                                  <p:stCondLst>
                                    <p:cond delay="0"/>
                                  </p:stCondLst>
                                  <p:iterate type="el" backwards="0">
                                    <p:tmAbs val="0"/>
                                  </p:iterate>
                                  <p:childTnLst>
                                    <p:set>
                                      <p:cBhvr>
                                        <p:cTn id="359" fill="hold">
                                          <p:stCondLst>
                                            <p:cond delay="0"/>
                                          </p:stCondLst>
                                        </p:cTn>
                                        <p:tgtEl>
                                          <p:spTgt spid="735"/>
                                        </p:tgtEl>
                                        <p:attrNameLst>
                                          <p:attrName>style.visibility</p:attrName>
                                        </p:attrNameLst>
                                      </p:cBhvr>
                                      <p:to>
                                        <p:strVal val="hidden"/>
                                      </p:to>
                                    </p:set>
                                  </p:childTnLst>
                                </p:cTn>
                              </p:par>
                            </p:childTnLst>
                          </p:cTn>
                        </p:par>
                        <p:par>
                          <p:cTn id="360" fill="hold">
                            <p:stCondLst>
                              <p:cond delay="0"/>
                            </p:stCondLst>
                            <p:childTnLst>
                              <p:par>
                                <p:cTn id="361" presetClass="exit" nodeType="afterEffect" presetSubtype="0" presetID="1" grpId="89" fill="hold">
                                  <p:stCondLst>
                                    <p:cond delay="0"/>
                                  </p:stCondLst>
                                  <p:iterate type="el" backwards="0">
                                    <p:tmAbs val="0"/>
                                  </p:iterate>
                                  <p:childTnLst>
                                    <p:set>
                                      <p:cBhvr>
                                        <p:cTn id="362" fill="hold">
                                          <p:stCondLst>
                                            <p:cond delay="0"/>
                                          </p:stCondLst>
                                        </p:cTn>
                                        <p:tgtEl>
                                          <p:spTgt spid="715"/>
                                        </p:tgtEl>
                                        <p:attrNameLst>
                                          <p:attrName>style.visibility</p:attrName>
                                        </p:attrNameLst>
                                      </p:cBhvr>
                                      <p:to>
                                        <p:strVal val="hidden"/>
                                      </p:to>
                                    </p:set>
                                  </p:childTnLst>
                                </p:cTn>
                              </p:par>
                            </p:childTnLst>
                          </p:cTn>
                        </p:par>
                        <p:par>
                          <p:cTn id="363" fill="hold">
                            <p:stCondLst>
                              <p:cond delay="0"/>
                            </p:stCondLst>
                            <p:childTnLst>
                              <p:par>
                                <p:cTn id="364" presetClass="exit" nodeType="afterEffect" presetSubtype="0" presetID="1" grpId="90" fill="hold">
                                  <p:stCondLst>
                                    <p:cond delay="0"/>
                                  </p:stCondLst>
                                  <p:iterate type="el" backwards="0">
                                    <p:tmAbs val="0"/>
                                  </p:iterate>
                                  <p:childTnLst>
                                    <p:set>
                                      <p:cBhvr>
                                        <p:cTn id="365" fill="hold">
                                          <p:stCondLst>
                                            <p:cond delay="0"/>
                                          </p:stCondLst>
                                        </p:cTn>
                                        <p:tgtEl>
                                          <p:spTgt spid="786"/>
                                        </p:tgtEl>
                                        <p:attrNameLst>
                                          <p:attrName>style.visibility</p:attrName>
                                        </p:attrNameLst>
                                      </p:cBhvr>
                                      <p:to>
                                        <p:strVal val="hidden"/>
                                      </p:to>
                                    </p:set>
                                  </p:childTnLst>
                                </p:cTn>
                              </p:par>
                            </p:childTnLst>
                          </p:cTn>
                        </p:par>
                        <p:par>
                          <p:cTn id="366" fill="hold">
                            <p:stCondLst>
                              <p:cond delay="0"/>
                            </p:stCondLst>
                            <p:childTnLst>
                              <p:par>
                                <p:cTn id="367" presetClass="exit" nodeType="afterEffect" presetSubtype="0" presetID="1" grpId="91" fill="hold">
                                  <p:stCondLst>
                                    <p:cond delay="0"/>
                                  </p:stCondLst>
                                  <p:iterate type="el" backwards="0">
                                    <p:tmAbs val="0"/>
                                  </p:iterate>
                                  <p:childTnLst>
                                    <p:set>
                                      <p:cBhvr>
                                        <p:cTn id="368" fill="hold">
                                          <p:stCondLst>
                                            <p:cond delay="0"/>
                                          </p:stCondLst>
                                        </p:cTn>
                                        <p:tgtEl>
                                          <p:spTgt spid="784"/>
                                        </p:tgtEl>
                                        <p:attrNameLst>
                                          <p:attrName>style.visibility</p:attrName>
                                        </p:attrNameLst>
                                      </p:cBhvr>
                                      <p:to>
                                        <p:strVal val="hidden"/>
                                      </p:to>
                                    </p:set>
                                  </p:childTnLst>
                                </p:cTn>
                              </p:par>
                            </p:childTnLst>
                          </p:cTn>
                        </p:par>
                        <p:par>
                          <p:cTn id="369" fill="hold">
                            <p:stCondLst>
                              <p:cond delay="0"/>
                            </p:stCondLst>
                            <p:childTnLst>
                              <p:par>
                                <p:cTn id="370" presetClass="exit" nodeType="afterEffect" presetSubtype="0" presetID="1" grpId="92" fill="hold">
                                  <p:stCondLst>
                                    <p:cond delay="0"/>
                                  </p:stCondLst>
                                  <p:iterate type="el" backwards="0">
                                    <p:tmAbs val="0"/>
                                  </p:iterate>
                                  <p:childTnLst>
                                    <p:set>
                                      <p:cBhvr>
                                        <p:cTn id="371" fill="hold">
                                          <p:stCondLst>
                                            <p:cond delay="0"/>
                                          </p:stCondLst>
                                        </p:cTn>
                                        <p:tgtEl>
                                          <p:spTgt spid="785"/>
                                        </p:tgtEl>
                                        <p:attrNameLst>
                                          <p:attrName>style.visibility</p:attrName>
                                        </p:attrNameLst>
                                      </p:cBhvr>
                                      <p:to>
                                        <p:strVal val="hidden"/>
                                      </p:to>
                                    </p:set>
                                  </p:childTnLst>
                                </p:cTn>
                              </p:par>
                            </p:childTnLst>
                          </p:cTn>
                        </p:par>
                        <p:par>
                          <p:cTn id="372" fill="hold">
                            <p:stCondLst>
                              <p:cond delay="0"/>
                            </p:stCondLst>
                            <p:childTnLst>
                              <p:par>
                                <p:cTn id="373" presetClass="exit" nodeType="afterEffect" presetSubtype="0" presetID="1" grpId="93" fill="hold">
                                  <p:stCondLst>
                                    <p:cond delay="0"/>
                                  </p:stCondLst>
                                  <p:iterate type="el" backwards="0">
                                    <p:tmAbs val="0"/>
                                  </p:iterate>
                                  <p:childTnLst>
                                    <p:set>
                                      <p:cBhvr>
                                        <p:cTn id="374" fill="hold">
                                          <p:stCondLst>
                                            <p:cond delay="0"/>
                                          </p:stCondLst>
                                        </p:cTn>
                                        <p:tgtEl>
                                          <p:spTgt spid="787"/>
                                        </p:tgtEl>
                                        <p:attrNameLst>
                                          <p:attrName>style.visibility</p:attrName>
                                        </p:attrNameLst>
                                      </p:cBhvr>
                                      <p:to>
                                        <p:strVal val="hidden"/>
                                      </p:to>
                                    </p:set>
                                  </p:childTnLst>
                                </p:cTn>
                              </p:par>
                            </p:childTnLst>
                          </p:cTn>
                        </p:par>
                        <p:par>
                          <p:cTn id="375" fill="hold">
                            <p:stCondLst>
                              <p:cond delay="0"/>
                            </p:stCondLst>
                            <p:childTnLst>
                              <p:par>
                                <p:cTn id="376" presetClass="exit" nodeType="afterEffect" presetSubtype="0" presetID="1" grpId="94" fill="hold">
                                  <p:stCondLst>
                                    <p:cond delay="0"/>
                                  </p:stCondLst>
                                  <p:iterate type="el" backwards="0">
                                    <p:tmAbs val="0"/>
                                  </p:iterate>
                                  <p:childTnLst>
                                    <p:set>
                                      <p:cBhvr>
                                        <p:cTn id="377" fill="hold">
                                          <p:stCondLst>
                                            <p:cond delay="0"/>
                                          </p:stCondLst>
                                        </p:cTn>
                                        <p:tgtEl>
                                          <p:spTgt spid="788"/>
                                        </p:tgtEl>
                                        <p:attrNameLst>
                                          <p:attrName>style.visibility</p:attrName>
                                        </p:attrNameLst>
                                      </p:cBhvr>
                                      <p:to>
                                        <p:strVal val="hidden"/>
                                      </p:to>
                                    </p:set>
                                  </p:childTnLst>
                                </p:cTn>
                              </p:par>
                            </p:childTnLst>
                          </p:cTn>
                        </p:par>
                        <p:par>
                          <p:cTn id="378" fill="hold">
                            <p:stCondLst>
                              <p:cond delay="0"/>
                            </p:stCondLst>
                            <p:childTnLst>
                              <p:par>
                                <p:cTn id="379" presetClass="exit" nodeType="afterEffect" presetSubtype="0" presetID="1" grpId="95" fill="hold">
                                  <p:stCondLst>
                                    <p:cond delay="0"/>
                                  </p:stCondLst>
                                  <p:iterate type="el" backwards="0">
                                    <p:tmAbs val="0"/>
                                  </p:iterate>
                                  <p:childTnLst>
                                    <p:set>
                                      <p:cBhvr>
                                        <p:cTn id="380" fill="hold">
                                          <p:stCondLst>
                                            <p:cond delay="0"/>
                                          </p:stCondLst>
                                        </p:cTn>
                                        <p:tgtEl>
                                          <p:spTgt spid="789"/>
                                        </p:tgtEl>
                                        <p:attrNameLst>
                                          <p:attrName>style.visibility</p:attrName>
                                        </p:attrNameLst>
                                      </p:cBhvr>
                                      <p:to>
                                        <p:strVal val="hidden"/>
                                      </p:to>
                                    </p:set>
                                  </p:childTnLst>
                                </p:cTn>
                              </p:par>
                            </p:childTnLst>
                          </p:cTn>
                        </p:par>
                      </p:childTnLst>
                    </p:cTn>
                  </p:par>
                  <p:par>
                    <p:cTn id="381" fill="hold">
                      <p:stCondLst>
                        <p:cond delay="indefinite"/>
                      </p:stCondLst>
                      <p:childTnLst>
                        <p:par>
                          <p:cTn id="382" fill="hold">
                            <p:stCondLst>
                              <p:cond delay="0"/>
                            </p:stCondLst>
                            <p:childTnLst>
                              <p:par>
                                <p:cTn id="383" presetClass="entr" nodeType="clickEffect" presetSubtype="8" presetID="22" grpId="96" fill="hold">
                                  <p:stCondLst>
                                    <p:cond delay="0"/>
                                  </p:stCondLst>
                                  <p:iterate type="el" backwards="0">
                                    <p:tmAbs val="0"/>
                                  </p:iterate>
                                  <p:childTnLst>
                                    <p:set>
                                      <p:cBhvr>
                                        <p:cTn id="384" fill="hold"/>
                                        <p:tgtEl>
                                          <p:spTgt spid="736"/>
                                        </p:tgtEl>
                                        <p:attrNameLst>
                                          <p:attrName>style.visibility</p:attrName>
                                        </p:attrNameLst>
                                      </p:cBhvr>
                                      <p:to>
                                        <p:strVal val="visible"/>
                                      </p:to>
                                    </p:set>
                                    <p:animEffect filter="wipe(left)" transition="in">
                                      <p:cBhvr>
                                        <p:cTn id="385" dur="1000"/>
                                        <p:tgtEl>
                                          <p:spTgt spid="736"/>
                                        </p:tgtEl>
                                      </p:cBhvr>
                                    </p:animEffect>
                                  </p:childTnLst>
                                </p:cTn>
                              </p:par>
                            </p:childTnLst>
                          </p:cTn>
                        </p:par>
                        <p:par>
                          <p:cTn id="386" fill="hold">
                            <p:stCondLst>
                              <p:cond delay="1000"/>
                            </p:stCondLst>
                            <p:childTnLst>
                              <p:par>
                                <p:cTn id="387" presetClass="entr" nodeType="afterEffect" presetSubtype="8" presetID="22" grpId="97" fill="hold">
                                  <p:stCondLst>
                                    <p:cond delay="0"/>
                                  </p:stCondLst>
                                  <p:iterate type="el" backwards="0">
                                    <p:tmAbs val="0"/>
                                  </p:iterate>
                                  <p:childTnLst>
                                    <p:set>
                                      <p:cBhvr>
                                        <p:cTn id="388" fill="hold"/>
                                        <p:tgtEl>
                                          <p:spTgt spid="783"/>
                                        </p:tgtEl>
                                        <p:attrNameLst>
                                          <p:attrName>style.visibility</p:attrName>
                                        </p:attrNameLst>
                                      </p:cBhvr>
                                      <p:to>
                                        <p:strVal val="visible"/>
                                      </p:to>
                                    </p:set>
                                    <p:animEffect filter="wipe(left)" transition="in">
                                      <p:cBhvr>
                                        <p:cTn id="389" dur="1000"/>
                                        <p:tgtEl>
                                          <p:spTgt spid="783"/>
                                        </p:tgtEl>
                                      </p:cBhvr>
                                    </p:animEffect>
                                  </p:childTnLst>
                                </p:cTn>
                              </p:par>
                            </p:childTnLst>
                          </p:cTn>
                        </p:par>
                      </p:childTnLst>
                    </p:cTn>
                  </p:par>
                  <p:par>
                    <p:cTn id="390" fill="hold">
                      <p:stCondLst>
                        <p:cond delay="indefinite"/>
                      </p:stCondLst>
                      <p:childTnLst>
                        <p:par>
                          <p:cTn id="391" fill="hold">
                            <p:stCondLst>
                              <p:cond delay="0"/>
                            </p:stCondLst>
                            <p:childTnLst>
                              <p:par>
                                <p:cTn id="392" presetClass="entr" nodeType="clickEffect" presetSubtype="8" presetID="22" grpId="98" fill="hold">
                                  <p:stCondLst>
                                    <p:cond delay="0"/>
                                  </p:stCondLst>
                                  <p:iterate type="el" backwards="0">
                                    <p:tmAbs val="0"/>
                                  </p:iterate>
                                  <p:childTnLst>
                                    <p:set>
                                      <p:cBhvr>
                                        <p:cTn id="393" fill="hold"/>
                                        <p:tgtEl>
                                          <p:spTgt spid="716"/>
                                        </p:tgtEl>
                                        <p:attrNameLst>
                                          <p:attrName>style.visibility</p:attrName>
                                        </p:attrNameLst>
                                      </p:cBhvr>
                                      <p:to>
                                        <p:strVal val="visible"/>
                                      </p:to>
                                    </p:set>
                                    <p:animEffect filter="wipe(left)" transition="in">
                                      <p:cBhvr>
                                        <p:cTn id="394" dur="1000"/>
                                        <p:tgtEl>
                                          <p:spTgt spid="716"/>
                                        </p:tgtEl>
                                      </p:cBhvr>
                                    </p:animEffect>
                                  </p:childTnLst>
                                </p:cTn>
                              </p:par>
                            </p:childTnLst>
                          </p:cTn>
                        </p:par>
                      </p:childTnLst>
                    </p:cTn>
                  </p:par>
                  <p:par>
                    <p:cTn id="395" fill="hold">
                      <p:stCondLst>
                        <p:cond delay="indefinite"/>
                      </p:stCondLst>
                      <p:childTnLst>
                        <p:par>
                          <p:cTn id="396" fill="hold">
                            <p:stCondLst>
                              <p:cond delay="0"/>
                            </p:stCondLst>
                            <p:childTnLst>
                              <p:par>
                                <p:cTn id="397" presetClass="entr" nodeType="clickEffect" presetSubtype="8" presetID="22" grpId="99" fill="hold">
                                  <p:stCondLst>
                                    <p:cond delay="0"/>
                                  </p:stCondLst>
                                  <p:iterate type="el" backwards="0">
                                    <p:tmAbs val="0"/>
                                  </p:iterate>
                                  <p:childTnLst>
                                    <p:set>
                                      <p:cBhvr>
                                        <p:cTn id="398" fill="hold"/>
                                        <p:tgtEl>
                                          <p:spTgt spid="769"/>
                                        </p:tgtEl>
                                        <p:attrNameLst>
                                          <p:attrName>style.visibility</p:attrName>
                                        </p:attrNameLst>
                                      </p:cBhvr>
                                      <p:to>
                                        <p:strVal val="visible"/>
                                      </p:to>
                                    </p:set>
                                    <p:animEffect filter="wipe(left)" transition="in">
                                      <p:cBhvr>
                                        <p:cTn id="399" dur="1500"/>
                                        <p:tgtEl>
                                          <p:spTgt spid="769"/>
                                        </p:tgtEl>
                                      </p:cBhvr>
                                    </p:animEffect>
                                  </p:childTnLst>
                                </p:cTn>
                              </p:par>
                            </p:childTnLst>
                          </p:cTn>
                        </p:par>
                      </p:childTnLst>
                    </p:cTn>
                  </p:par>
                  <p:par>
                    <p:cTn id="400" fill="hold">
                      <p:stCondLst>
                        <p:cond delay="indefinite"/>
                      </p:stCondLst>
                      <p:childTnLst>
                        <p:par>
                          <p:cTn id="401" fill="hold">
                            <p:stCondLst>
                              <p:cond delay="0"/>
                            </p:stCondLst>
                            <p:childTnLst>
                              <p:par>
                                <p:cTn id="402" presetClass="entr" nodeType="clickEffect" presetSubtype="1" presetID="22" grpId="100" fill="hold">
                                  <p:stCondLst>
                                    <p:cond delay="0"/>
                                  </p:stCondLst>
                                  <p:iterate type="el" backwards="0">
                                    <p:tmAbs val="0"/>
                                  </p:iterate>
                                  <p:childTnLst>
                                    <p:set>
                                      <p:cBhvr>
                                        <p:cTn id="403" fill="hold"/>
                                        <p:tgtEl>
                                          <p:spTgt spid="790"/>
                                        </p:tgtEl>
                                        <p:attrNameLst>
                                          <p:attrName>style.visibility</p:attrName>
                                        </p:attrNameLst>
                                      </p:cBhvr>
                                      <p:to>
                                        <p:strVal val="visible"/>
                                      </p:to>
                                    </p:set>
                                    <p:animEffect filter="wipe(up)" transition="in">
                                      <p:cBhvr>
                                        <p:cTn id="404" dur="500"/>
                                        <p:tgtEl>
                                          <p:spTgt spid="790"/>
                                        </p:tgtEl>
                                      </p:cBhvr>
                                    </p:animEffect>
                                  </p:childTnLst>
                                </p:cTn>
                              </p:par>
                            </p:childTnLst>
                          </p:cTn>
                        </p:par>
                        <p:par>
                          <p:cTn id="405" fill="hold">
                            <p:stCondLst>
                              <p:cond delay="500"/>
                            </p:stCondLst>
                            <p:childTnLst>
                              <p:par>
                                <p:cTn id="406" presetClass="entr" nodeType="afterEffect" presetSubtype="1" presetID="22" grpId="101" fill="hold">
                                  <p:stCondLst>
                                    <p:cond delay="0"/>
                                  </p:stCondLst>
                                  <p:iterate type="el" backwards="0">
                                    <p:tmAbs val="0"/>
                                  </p:iterate>
                                  <p:childTnLst>
                                    <p:set>
                                      <p:cBhvr>
                                        <p:cTn id="407" fill="hold"/>
                                        <p:tgtEl>
                                          <p:spTgt spid="791"/>
                                        </p:tgtEl>
                                        <p:attrNameLst>
                                          <p:attrName>style.visibility</p:attrName>
                                        </p:attrNameLst>
                                      </p:cBhvr>
                                      <p:to>
                                        <p:strVal val="visible"/>
                                      </p:to>
                                    </p:set>
                                    <p:animEffect filter="wipe(up)" transition="in">
                                      <p:cBhvr>
                                        <p:cTn id="408" dur="500"/>
                                        <p:tgtEl>
                                          <p:spTgt spid="791"/>
                                        </p:tgtEl>
                                      </p:cBhvr>
                                    </p:animEffect>
                                  </p:childTnLst>
                                </p:cTn>
                              </p:par>
                            </p:childTnLst>
                          </p:cTn>
                        </p:par>
                        <p:par>
                          <p:cTn id="409" fill="hold">
                            <p:stCondLst>
                              <p:cond delay="1000"/>
                            </p:stCondLst>
                            <p:childTnLst>
                              <p:par>
                                <p:cTn id="410" presetClass="entr" nodeType="afterEffect" presetSubtype="1" presetID="22" grpId="102" fill="hold">
                                  <p:stCondLst>
                                    <p:cond delay="0"/>
                                  </p:stCondLst>
                                  <p:iterate type="el" backwards="0">
                                    <p:tmAbs val="0"/>
                                  </p:iterate>
                                  <p:childTnLst>
                                    <p:set>
                                      <p:cBhvr>
                                        <p:cTn id="411" fill="hold"/>
                                        <p:tgtEl>
                                          <p:spTgt spid="792"/>
                                        </p:tgtEl>
                                        <p:attrNameLst>
                                          <p:attrName>style.visibility</p:attrName>
                                        </p:attrNameLst>
                                      </p:cBhvr>
                                      <p:to>
                                        <p:strVal val="visible"/>
                                      </p:to>
                                    </p:set>
                                    <p:animEffect filter="wipe(up)" transition="in">
                                      <p:cBhvr>
                                        <p:cTn id="412" dur="500"/>
                                        <p:tgtEl>
                                          <p:spTgt spid="792"/>
                                        </p:tgtEl>
                                      </p:cBhvr>
                                    </p:animEffect>
                                  </p:childTnLst>
                                </p:cTn>
                              </p:par>
                            </p:childTnLst>
                          </p:cTn>
                        </p:par>
                      </p:childTnLst>
                    </p:cTn>
                  </p:par>
                  <p:par>
                    <p:cTn id="413" fill="hold">
                      <p:stCondLst>
                        <p:cond delay="indefinite"/>
                      </p:stCondLst>
                      <p:childTnLst>
                        <p:par>
                          <p:cTn id="414" fill="hold">
                            <p:stCondLst>
                              <p:cond delay="0"/>
                            </p:stCondLst>
                            <p:childTnLst>
                              <p:par>
                                <p:cTn id="415" presetClass="entr" nodeType="clickEffect" presetSubtype="8" presetID="22" grpId="103" fill="hold">
                                  <p:stCondLst>
                                    <p:cond delay="0"/>
                                  </p:stCondLst>
                                  <p:iterate type="el" backwards="0">
                                    <p:tmAbs val="0"/>
                                  </p:iterate>
                                  <p:childTnLst>
                                    <p:set>
                                      <p:cBhvr>
                                        <p:cTn id="416" fill="hold"/>
                                        <p:tgtEl>
                                          <p:spTgt spid="793"/>
                                        </p:tgtEl>
                                        <p:attrNameLst>
                                          <p:attrName>style.visibility</p:attrName>
                                        </p:attrNameLst>
                                      </p:cBhvr>
                                      <p:to>
                                        <p:strVal val="visible"/>
                                      </p:to>
                                    </p:set>
                                    <p:animEffect filter="wipe(left)" transition="in">
                                      <p:cBhvr>
                                        <p:cTn id="417" dur="500"/>
                                        <p:tgtEl>
                                          <p:spTgt spid="793"/>
                                        </p:tgtEl>
                                      </p:cBhvr>
                                    </p:animEffect>
                                  </p:childTnLst>
                                </p:cTn>
                              </p:par>
                            </p:childTnLst>
                          </p:cTn>
                        </p:par>
                        <p:par>
                          <p:cTn id="418" fill="hold">
                            <p:stCondLst>
                              <p:cond delay="500"/>
                            </p:stCondLst>
                            <p:childTnLst>
                              <p:par>
                                <p:cTn id="419" presetClass="entr" nodeType="afterEffect" presetSubtype="8" presetID="22" grpId="104" fill="hold">
                                  <p:stCondLst>
                                    <p:cond delay="0"/>
                                  </p:stCondLst>
                                  <p:iterate type="el" backwards="0">
                                    <p:tmAbs val="0"/>
                                  </p:iterate>
                                  <p:childTnLst>
                                    <p:set>
                                      <p:cBhvr>
                                        <p:cTn id="420" fill="hold"/>
                                        <p:tgtEl>
                                          <p:spTgt spid="794"/>
                                        </p:tgtEl>
                                        <p:attrNameLst>
                                          <p:attrName>style.visibility</p:attrName>
                                        </p:attrNameLst>
                                      </p:cBhvr>
                                      <p:to>
                                        <p:strVal val="visible"/>
                                      </p:to>
                                    </p:set>
                                    <p:animEffect filter="wipe(left)" transition="in">
                                      <p:cBhvr>
                                        <p:cTn id="421" dur="500"/>
                                        <p:tgtEl>
                                          <p:spTgt spid="794"/>
                                        </p:tgtEl>
                                      </p:cBhvr>
                                    </p:animEffect>
                                  </p:childTnLst>
                                </p:cTn>
                              </p:par>
                            </p:childTnLst>
                          </p:cTn>
                        </p:par>
                        <p:par>
                          <p:cTn id="422" fill="hold">
                            <p:stCondLst>
                              <p:cond delay="1000"/>
                            </p:stCondLst>
                            <p:childTnLst>
                              <p:par>
                                <p:cTn id="423" presetClass="entr" nodeType="afterEffect" presetSubtype="8" presetID="22" grpId="105" fill="hold">
                                  <p:stCondLst>
                                    <p:cond delay="0"/>
                                  </p:stCondLst>
                                  <p:iterate type="el" backwards="0">
                                    <p:tmAbs val="0"/>
                                  </p:iterate>
                                  <p:childTnLst>
                                    <p:set>
                                      <p:cBhvr>
                                        <p:cTn id="424" fill="hold"/>
                                        <p:tgtEl>
                                          <p:spTgt spid="795"/>
                                        </p:tgtEl>
                                        <p:attrNameLst>
                                          <p:attrName>style.visibility</p:attrName>
                                        </p:attrNameLst>
                                      </p:cBhvr>
                                      <p:to>
                                        <p:strVal val="visible"/>
                                      </p:to>
                                    </p:set>
                                    <p:animEffect filter="wipe(left)" transition="in">
                                      <p:cBhvr>
                                        <p:cTn id="425" dur="500"/>
                                        <p:tgtEl>
                                          <p:spTgt spid="795"/>
                                        </p:tgtEl>
                                      </p:cBhvr>
                                    </p:animEffect>
                                  </p:childTnLst>
                                </p:cTn>
                              </p:par>
                            </p:childTnLst>
                          </p:cTn>
                        </p:par>
                      </p:childTnLst>
                    </p:cTn>
                  </p:par>
                  <p:par>
                    <p:cTn id="426" fill="hold">
                      <p:stCondLst>
                        <p:cond delay="indefinite"/>
                      </p:stCondLst>
                      <p:childTnLst>
                        <p:par>
                          <p:cTn id="427" fill="hold">
                            <p:stCondLst>
                              <p:cond delay="0"/>
                            </p:stCondLst>
                            <p:childTnLst>
                              <p:par>
                                <p:cTn id="428" presetClass="entr" nodeType="clickEffect" presetSubtype="0" presetID="1" grpId="106" fill="hold">
                                  <p:stCondLst>
                                    <p:cond delay="0"/>
                                  </p:stCondLst>
                                  <p:iterate type="el" backwards="0">
                                    <p:tmAbs val="0"/>
                                  </p:iterate>
                                  <p:childTnLst>
                                    <p:set>
                                      <p:cBhvr>
                                        <p:cTn id="429" fill="hold"/>
                                        <p:tgtEl>
                                          <p:spTgt spid="744"/>
                                        </p:tgtEl>
                                        <p:attrNameLst>
                                          <p:attrName>style.visibility</p:attrName>
                                        </p:attrNameLst>
                                      </p:cBhvr>
                                      <p:to>
                                        <p:strVal val="visible"/>
                                      </p:to>
                                    </p:set>
                                  </p:childTnLst>
                                </p:cTn>
                              </p:par>
                            </p:childTnLst>
                          </p:cTn>
                        </p:par>
                        <p:par>
                          <p:cTn id="430" fill="hold">
                            <p:stCondLst>
                              <p:cond delay="0"/>
                            </p:stCondLst>
                            <p:childTnLst>
                              <p:par>
                                <p:cTn id="431" presetClass="entr" nodeType="afterEffect" presetSubtype="0" presetID="1" grpId="107" fill="hold">
                                  <p:stCondLst>
                                    <p:cond delay="0"/>
                                  </p:stCondLst>
                                  <p:iterate type="el" backwards="0">
                                    <p:tmAbs val="0"/>
                                  </p:iterate>
                                  <p:childTnLst>
                                    <p:set>
                                      <p:cBhvr>
                                        <p:cTn id="432" fill="hold"/>
                                        <p:tgtEl>
                                          <p:spTgt spid="745"/>
                                        </p:tgtEl>
                                        <p:attrNameLst>
                                          <p:attrName>style.visibility</p:attrName>
                                        </p:attrNameLst>
                                      </p:cBhvr>
                                      <p:to>
                                        <p:strVal val="visible"/>
                                      </p:to>
                                    </p:set>
                                  </p:childTnLst>
                                </p:cTn>
                              </p:par>
                            </p:childTnLst>
                          </p:cTn>
                        </p:par>
                      </p:childTnLst>
                    </p:cTn>
                  </p:par>
                  <p:par>
                    <p:cTn id="433" fill="hold">
                      <p:stCondLst>
                        <p:cond delay="indefinite"/>
                      </p:stCondLst>
                      <p:childTnLst>
                        <p:par>
                          <p:cTn id="434" fill="hold">
                            <p:stCondLst>
                              <p:cond delay="0"/>
                            </p:stCondLst>
                            <p:childTnLst>
                              <p:par>
                                <p:cTn id="435" presetClass="entr" nodeType="clickEffect" presetSubtype="4" presetID="22" grpId="108" fill="hold">
                                  <p:stCondLst>
                                    <p:cond delay="0"/>
                                  </p:stCondLst>
                                  <p:iterate type="el" backwards="0">
                                    <p:tmAbs val="0"/>
                                  </p:iterate>
                                  <p:childTnLst>
                                    <p:set>
                                      <p:cBhvr>
                                        <p:cTn id="436" fill="hold"/>
                                        <p:tgtEl>
                                          <p:spTgt spid="773"/>
                                        </p:tgtEl>
                                        <p:attrNameLst>
                                          <p:attrName>style.visibility</p:attrName>
                                        </p:attrNameLst>
                                      </p:cBhvr>
                                      <p:to>
                                        <p:strVal val="visible"/>
                                      </p:to>
                                    </p:set>
                                    <p:animEffect filter="wipe(down)" transition="in">
                                      <p:cBhvr>
                                        <p:cTn id="437" dur="500"/>
                                        <p:tgtEl>
                                          <p:spTgt spid="773"/>
                                        </p:tgtEl>
                                      </p:cBhvr>
                                    </p:animEffect>
                                  </p:childTnLst>
                                </p:cTn>
                              </p:par>
                            </p:childTnLst>
                          </p:cTn>
                        </p:par>
                      </p:childTnLst>
                    </p:cTn>
                  </p:par>
                  <p:par>
                    <p:cTn id="438" fill="hold">
                      <p:stCondLst>
                        <p:cond delay="indefinite"/>
                      </p:stCondLst>
                      <p:childTnLst>
                        <p:par>
                          <p:cTn id="439" fill="hold">
                            <p:stCondLst>
                              <p:cond delay="0"/>
                            </p:stCondLst>
                            <p:childTnLst>
                              <p:par>
                                <p:cTn id="440" presetClass="entr" nodeType="clickEffect" presetSubtype="0" presetID="1" grpId="109" fill="hold">
                                  <p:stCondLst>
                                    <p:cond delay="0"/>
                                  </p:stCondLst>
                                  <p:iterate type="el" backwards="0">
                                    <p:tmAbs val="0"/>
                                  </p:iterate>
                                  <p:childTnLst>
                                    <p:set>
                                      <p:cBhvr>
                                        <p:cTn id="441" fill="hold"/>
                                        <p:tgtEl>
                                          <p:spTgt spid="746"/>
                                        </p:tgtEl>
                                        <p:attrNameLst>
                                          <p:attrName>style.visibility</p:attrName>
                                        </p:attrNameLst>
                                      </p:cBhvr>
                                      <p:to>
                                        <p:strVal val="visible"/>
                                      </p:to>
                                    </p:set>
                                  </p:childTnLst>
                                </p:cTn>
                              </p:par>
                            </p:childTnLst>
                          </p:cTn>
                        </p:par>
                        <p:par>
                          <p:cTn id="442" fill="hold">
                            <p:stCondLst>
                              <p:cond delay="0"/>
                            </p:stCondLst>
                            <p:childTnLst>
                              <p:par>
                                <p:cTn id="443" presetClass="entr" nodeType="afterEffect" presetSubtype="0" presetID="1" grpId="110" fill="hold">
                                  <p:stCondLst>
                                    <p:cond delay="0"/>
                                  </p:stCondLst>
                                  <p:iterate type="el" backwards="0">
                                    <p:tmAbs val="0"/>
                                  </p:iterate>
                                  <p:childTnLst>
                                    <p:set>
                                      <p:cBhvr>
                                        <p:cTn id="444" fill="hold"/>
                                        <p:tgtEl>
                                          <p:spTgt spid="747"/>
                                        </p:tgtEl>
                                        <p:attrNameLst>
                                          <p:attrName>style.visibility</p:attrName>
                                        </p:attrNameLst>
                                      </p:cBhvr>
                                      <p:to>
                                        <p:strVal val="visible"/>
                                      </p:to>
                                    </p:set>
                                  </p:childTnLst>
                                </p:cTn>
                              </p:par>
                            </p:childTnLst>
                          </p:cTn>
                        </p:par>
                      </p:childTnLst>
                    </p:cTn>
                  </p:par>
                  <p:par>
                    <p:cTn id="445" fill="hold">
                      <p:stCondLst>
                        <p:cond delay="indefinite"/>
                      </p:stCondLst>
                      <p:childTnLst>
                        <p:par>
                          <p:cTn id="446" fill="hold">
                            <p:stCondLst>
                              <p:cond delay="0"/>
                            </p:stCondLst>
                            <p:childTnLst>
                              <p:par>
                                <p:cTn id="447" presetClass="entr" nodeType="clickEffect" presetSubtype="4" presetID="22" grpId="111" fill="hold">
                                  <p:stCondLst>
                                    <p:cond delay="0"/>
                                  </p:stCondLst>
                                  <p:iterate type="el" backwards="0">
                                    <p:tmAbs val="0"/>
                                  </p:iterate>
                                  <p:childTnLst>
                                    <p:set>
                                      <p:cBhvr>
                                        <p:cTn id="448" fill="hold"/>
                                        <p:tgtEl>
                                          <p:spTgt spid="774"/>
                                        </p:tgtEl>
                                        <p:attrNameLst>
                                          <p:attrName>style.visibility</p:attrName>
                                        </p:attrNameLst>
                                      </p:cBhvr>
                                      <p:to>
                                        <p:strVal val="visible"/>
                                      </p:to>
                                    </p:set>
                                    <p:animEffect filter="wipe(down)" transition="in">
                                      <p:cBhvr>
                                        <p:cTn id="449" dur="500"/>
                                        <p:tgtEl>
                                          <p:spTgt spid="774"/>
                                        </p:tgtEl>
                                      </p:cBhvr>
                                    </p:animEffect>
                                  </p:childTnLst>
                                </p:cTn>
                              </p:par>
                            </p:childTnLst>
                          </p:cTn>
                        </p:par>
                      </p:childTnLst>
                    </p:cTn>
                  </p:par>
                  <p:par>
                    <p:cTn id="450" fill="hold">
                      <p:stCondLst>
                        <p:cond delay="indefinite"/>
                      </p:stCondLst>
                      <p:childTnLst>
                        <p:par>
                          <p:cTn id="451" fill="hold">
                            <p:stCondLst>
                              <p:cond delay="0"/>
                            </p:stCondLst>
                            <p:childTnLst>
                              <p:par>
                                <p:cTn id="452" presetClass="entr" nodeType="clickEffect" presetSubtype="0" presetID="1" grpId="112" fill="hold">
                                  <p:stCondLst>
                                    <p:cond delay="0"/>
                                  </p:stCondLst>
                                  <p:iterate type="el" backwards="0">
                                    <p:tmAbs val="0"/>
                                  </p:iterate>
                                  <p:childTnLst>
                                    <p:set>
                                      <p:cBhvr>
                                        <p:cTn id="453" fill="hold"/>
                                        <p:tgtEl>
                                          <p:spTgt spid="770"/>
                                        </p:tgtEl>
                                        <p:attrNameLst>
                                          <p:attrName>style.visibility</p:attrName>
                                        </p:attrNameLst>
                                      </p:cBhvr>
                                      <p:to>
                                        <p:strVal val="visible"/>
                                      </p:to>
                                    </p:set>
                                  </p:childTnLst>
                                </p:cTn>
                              </p:par>
                            </p:childTnLst>
                          </p:cTn>
                        </p:par>
                        <p:par>
                          <p:cTn id="454" fill="hold">
                            <p:stCondLst>
                              <p:cond delay="0"/>
                            </p:stCondLst>
                            <p:childTnLst>
                              <p:par>
                                <p:cTn id="455" presetClass="entr" nodeType="afterEffect" presetSubtype="0" presetID="1" grpId="113" fill="hold">
                                  <p:stCondLst>
                                    <p:cond delay="0"/>
                                  </p:stCondLst>
                                  <p:iterate type="el" backwards="0">
                                    <p:tmAbs val="0"/>
                                  </p:iterate>
                                  <p:childTnLst>
                                    <p:set>
                                      <p:cBhvr>
                                        <p:cTn id="456" fill="hold"/>
                                        <p:tgtEl>
                                          <p:spTgt spid="771"/>
                                        </p:tgtEl>
                                        <p:attrNameLst>
                                          <p:attrName>style.visibility</p:attrName>
                                        </p:attrNameLst>
                                      </p:cBhvr>
                                      <p:to>
                                        <p:strVal val="visible"/>
                                      </p:to>
                                    </p:set>
                                  </p:childTnLst>
                                </p:cTn>
                              </p:par>
                            </p:childTnLst>
                          </p:cTn>
                        </p:par>
                      </p:childTnLst>
                    </p:cTn>
                  </p:par>
                  <p:par>
                    <p:cTn id="457" fill="hold">
                      <p:stCondLst>
                        <p:cond delay="indefinite"/>
                      </p:stCondLst>
                      <p:childTnLst>
                        <p:par>
                          <p:cTn id="458" fill="hold">
                            <p:stCondLst>
                              <p:cond delay="0"/>
                            </p:stCondLst>
                            <p:childTnLst>
                              <p:par>
                                <p:cTn id="459" presetClass="entr" nodeType="clickEffect" presetSubtype="4" presetID="22" grpId="114" fill="hold">
                                  <p:stCondLst>
                                    <p:cond delay="0"/>
                                  </p:stCondLst>
                                  <p:iterate type="el" backwards="0">
                                    <p:tmAbs val="0"/>
                                  </p:iterate>
                                  <p:childTnLst>
                                    <p:set>
                                      <p:cBhvr>
                                        <p:cTn id="460" fill="hold"/>
                                        <p:tgtEl>
                                          <p:spTgt spid="775"/>
                                        </p:tgtEl>
                                        <p:attrNameLst>
                                          <p:attrName>style.visibility</p:attrName>
                                        </p:attrNameLst>
                                      </p:cBhvr>
                                      <p:to>
                                        <p:strVal val="visible"/>
                                      </p:to>
                                    </p:set>
                                    <p:animEffect filter="wipe(down)" transition="in">
                                      <p:cBhvr>
                                        <p:cTn id="461" dur="500"/>
                                        <p:tgtEl>
                                          <p:spTgt spid="775"/>
                                        </p:tgtEl>
                                      </p:cBhvr>
                                    </p:animEffect>
                                  </p:childTnLst>
                                </p:cTn>
                              </p:par>
                            </p:childTnLst>
                          </p:cTn>
                        </p:par>
                      </p:childTnLst>
                    </p:cTn>
                  </p:par>
                  <p:par>
                    <p:cTn id="462" fill="hold">
                      <p:stCondLst>
                        <p:cond delay="indefinite"/>
                      </p:stCondLst>
                      <p:childTnLst>
                        <p:par>
                          <p:cTn id="463" fill="hold">
                            <p:stCondLst>
                              <p:cond delay="0"/>
                            </p:stCondLst>
                            <p:childTnLst>
                              <p:par>
                                <p:cTn id="464" presetClass="entr" nodeType="clickEffect" presetSubtype="8" presetID="22" grpId="115" fill="hold">
                                  <p:stCondLst>
                                    <p:cond delay="0"/>
                                  </p:stCondLst>
                                  <p:iterate type="el" backwards="0">
                                    <p:tmAbs val="0"/>
                                  </p:iterate>
                                  <p:childTnLst>
                                    <p:set>
                                      <p:cBhvr>
                                        <p:cTn id="465" fill="hold"/>
                                        <p:tgtEl>
                                          <p:spTgt spid="776"/>
                                        </p:tgtEl>
                                        <p:attrNameLst>
                                          <p:attrName>style.visibility</p:attrName>
                                        </p:attrNameLst>
                                      </p:cBhvr>
                                      <p:to>
                                        <p:strVal val="visible"/>
                                      </p:to>
                                    </p:set>
                                    <p:animEffect filter="wipe(left)" transition="in">
                                      <p:cBhvr>
                                        <p:cTn id="466" dur="2000"/>
                                        <p:tgtEl>
                                          <p:spTgt spid="776"/>
                                        </p:tgtEl>
                                      </p:cBhvr>
                                    </p:animEffect>
                                  </p:childTnLst>
                                </p:cTn>
                              </p:par>
                            </p:childTnLst>
                          </p:cTn>
                        </p:par>
                      </p:childTnLst>
                    </p:cTn>
                  </p:par>
                  <p:par>
                    <p:cTn id="467" fill="hold">
                      <p:stCondLst>
                        <p:cond delay="indefinite"/>
                      </p:stCondLst>
                      <p:childTnLst>
                        <p:par>
                          <p:cTn id="468" fill="hold">
                            <p:stCondLst>
                              <p:cond delay="0"/>
                            </p:stCondLst>
                            <p:childTnLst>
                              <p:par>
                                <p:cTn id="469" presetClass="entr" nodeType="clickEffect" presetSubtype="1" presetID="22" grpId="116" fill="hold">
                                  <p:stCondLst>
                                    <p:cond delay="0"/>
                                  </p:stCondLst>
                                  <p:iterate type="el" backwards="0">
                                    <p:tmAbs val="0"/>
                                  </p:iterate>
                                  <p:childTnLst>
                                    <p:set>
                                      <p:cBhvr>
                                        <p:cTn id="470" fill="hold"/>
                                        <p:tgtEl>
                                          <p:spTgt spid="778"/>
                                        </p:tgtEl>
                                        <p:attrNameLst>
                                          <p:attrName>style.visibility</p:attrName>
                                        </p:attrNameLst>
                                      </p:cBhvr>
                                      <p:to>
                                        <p:strVal val="visible"/>
                                      </p:to>
                                    </p:set>
                                    <p:animEffect filter="wipe(up)" transition="in">
                                      <p:cBhvr>
                                        <p:cTn id="471" dur="500"/>
                                        <p:tgtEl>
                                          <p:spTgt spid="778"/>
                                        </p:tgtEl>
                                      </p:cBhvr>
                                    </p:animEffect>
                                  </p:childTnLst>
                                </p:cTn>
                              </p:par>
                            </p:childTnLst>
                          </p:cTn>
                        </p:par>
                        <p:par>
                          <p:cTn id="472" fill="hold">
                            <p:stCondLst>
                              <p:cond delay="500"/>
                            </p:stCondLst>
                            <p:childTnLst>
                              <p:par>
                                <p:cTn id="473" presetClass="entr" nodeType="afterEffect" presetSubtype="1" presetID="22" grpId="117" fill="hold">
                                  <p:stCondLst>
                                    <p:cond delay="0"/>
                                  </p:stCondLst>
                                  <p:iterate type="el" backwards="0">
                                    <p:tmAbs val="0"/>
                                  </p:iterate>
                                  <p:childTnLst>
                                    <p:set>
                                      <p:cBhvr>
                                        <p:cTn id="474" fill="hold"/>
                                        <p:tgtEl>
                                          <p:spTgt spid="777"/>
                                        </p:tgtEl>
                                        <p:attrNameLst>
                                          <p:attrName>style.visibility</p:attrName>
                                        </p:attrNameLst>
                                      </p:cBhvr>
                                      <p:to>
                                        <p:strVal val="visible"/>
                                      </p:to>
                                    </p:set>
                                    <p:animEffect filter="wipe(up)" transition="in">
                                      <p:cBhvr>
                                        <p:cTn id="475" dur="500"/>
                                        <p:tgtEl>
                                          <p:spTgt spid="777"/>
                                        </p:tgtEl>
                                      </p:cBhvr>
                                    </p:animEffect>
                                  </p:childTnLst>
                                </p:cTn>
                              </p:par>
                            </p:childTnLst>
                          </p:cTn>
                        </p:par>
                      </p:childTnLst>
                    </p:cTn>
                  </p:par>
                  <p:par>
                    <p:cTn id="476" fill="hold">
                      <p:stCondLst>
                        <p:cond delay="indefinite"/>
                      </p:stCondLst>
                      <p:childTnLst>
                        <p:par>
                          <p:cTn id="477" fill="hold">
                            <p:stCondLst>
                              <p:cond delay="0"/>
                            </p:stCondLst>
                            <p:childTnLst>
                              <p:par>
                                <p:cTn id="478" presetClass="entr" nodeType="clickEffect" presetSubtype="8" presetID="22" grpId="118" fill="hold">
                                  <p:stCondLst>
                                    <p:cond delay="0"/>
                                  </p:stCondLst>
                                  <p:iterate type="el" backwards="0">
                                    <p:tmAbs val="0"/>
                                  </p:iterate>
                                  <p:childTnLst>
                                    <p:set>
                                      <p:cBhvr>
                                        <p:cTn id="479" fill="hold"/>
                                        <p:tgtEl>
                                          <p:spTgt spid="781"/>
                                        </p:tgtEl>
                                        <p:attrNameLst>
                                          <p:attrName>style.visibility</p:attrName>
                                        </p:attrNameLst>
                                      </p:cBhvr>
                                      <p:to>
                                        <p:strVal val="visible"/>
                                      </p:to>
                                    </p:set>
                                    <p:animEffect filter="wipe(left)" transition="in">
                                      <p:cBhvr>
                                        <p:cTn id="480" dur="1000"/>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38" grpId="65"/>
      <p:bldP build="whole" bldLvl="1" animBg="1" rev="0" advAuto="0" spid="788" grpId="94"/>
      <p:bldP build="whole" bldLvl="1" animBg="1" rev="0" advAuto="0" spid="697" grpId="51"/>
      <p:bldP build="whole" bldLvl="1" animBg="1" rev="0" advAuto="0" spid="723" grpId="42"/>
      <p:bldP build="whole" bldLvl="1" animBg="1" rev="0" advAuto="0" spid="747" grpId="110"/>
      <p:bldP build="whole" bldLvl="1" animBg="1" rev="0" advAuto="0" spid="684" grpId="23"/>
      <p:bldP build="whole" bldLvl="1" animBg="1" rev="0" advAuto="0" spid="702" grpId="39"/>
      <p:bldP build="whole" bldLvl="1" animBg="1" rev="0" advAuto="0" spid="689" grpId="27"/>
      <p:bldP build="whole" bldLvl="1" animBg="1" rev="0" advAuto="0" spid="695" grpId="34"/>
      <p:bldP build="whole" bldLvl="1" animBg="1" rev="0" advAuto="0" spid="775" grpId="114"/>
      <p:bldP build="whole" bldLvl="1" animBg="1" rev="0" advAuto="0" spid="712" grpId="11"/>
      <p:bldP build="whole" bldLvl="1" animBg="1" rev="0" advAuto="0" spid="786" grpId="80"/>
      <p:bldP build="whole" bldLvl="1" animBg="1" rev="0" advAuto="0" spid="705" grpId="2"/>
      <p:bldP build="whole" bldLvl="1" animBg="1" rev="0" advAuto="0" spid="692" grpId="31"/>
      <p:bldP build="whole" bldLvl="1" animBg="1" rev="0" advAuto="0" spid="728" grpId="47"/>
      <p:bldP build="whole" bldLvl="1" animBg="1" rev="0" advAuto="0" spid="786" grpId="90"/>
      <p:bldP build="whole" bldLvl="1" animBg="1" rev="0" advAuto="0" spid="681" grpId="20"/>
      <p:bldP build="whole" bldLvl="1" animBg="1" rev="0" advAuto="0" spid="669" grpId="5"/>
      <p:bldP build="whole" bldLvl="1" animBg="1" rev="0" advAuto="0" spid="793" grpId="103"/>
      <p:bldP build="whole" bldLvl="1" animBg="1" rev="0" advAuto="0" spid="714" grpId="57"/>
      <p:bldP build="whole" bldLvl="1" animBg="1" rev="0" advAuto="0" spid="743" grpId="79"/>
      <p:bldP build="whole" bldLvl="1" animBg="1" rev="0" advAuto="0" spid="745" grpId="107"/>
      <p:bldP build="whole" bldLvl="1" animBg="1" rev="0" advAuto="0" spid="796" grpId="64"/>
      <p:bldP build="whole" bldLvl="1" animBg="1" rev="0" advAuto="0" spid="700" grpId="37"/>
      <p:bldP build="whole" bldLvl="1" animBg="1" rev="0" advAuto="0" spid="680" grpId="18"/>
      <p:bldP build="whole" bldLvl="1" animBg="1" rev="0" advAuto="0" spid="773" grpId="108"/>
      <p:bldP build="whole" bldLvl="1" animBg="1" rev="0" advAuto="0" spid="735" grpId="75"/>
      <p:bldP build="whole" bldLvl="1" animBg="1" rev="0" advAuto="0" spid="707" grpId="55"/>
      <p:bldP build="whole" bldLvl="1" animBg="1" rev="0" advAuto="0" spid="796" grpId="70"/>
      <p:bldP build="whole" bldLvl="1" animBg="1" rev="0" advAuto="0" spid="716" grpId="98"/>
      <p:bldP build="whole" bldLvl="1" animBg="1" rev="0" advAuto="0" spid="710" grpId="9"/>
      <p:bldP build="whole" bldLvl="1" animBg="1" rev="0" advAuto="0" spid="784" grpId="81"/>
      <p:bldP build="whole" bldLvl="1" animBg="1" rev="0" advAuto="0" spid="677" grpId="16"/>
      <p:bldP build="whole" bldLvl="1" animBg="1" rev="0" advAuto="0" spid="741" grpId="67"/>
      <p:bldP build="whole" bldLvl="1" animBg="1" rev="0" advAuto="0" spid="733" grpId="54"/>
      <p:bldP build="whole" bldLvl="1" animBg="1" rev="0" advAuto="0" spid="735" grpId="88"/>
      <p:bldP build="whole" bldLvl="1" animBg="1" rev="0" advAuto="0" spid="726" grpId="45"/>
      <p:bldP build="whole" bldLvl="1" animBg="1" rev="0" advAuto="0" spid="791" grpId="101"/>
      <p:bldP build="whole" bldLvl="1" animBg="1" rev="0" advAuto="0" spid="781" grpId="118"/>
      <p:bldP build="whole" bldLvl="1" animBg="1" rev="0" advAuto="0" spid="679" grpId="19"/>
      <p:bldP build="whole" bldLvl="1" animBg="1" rev="0" advAuto="0" spid="784" grpId="91"/>
      <p:bldP build="whole" bldLvl="1" animBg="1" rev="0" advAuto="0" spid="682" grpId="21"/>
      <p:bldP build="whole" bldLvl="1" animBg="1" rev="0" advAuto="0" spid="671" grpId="6"/>
      <p:bldP build="whole" bldLvl="1" animBg="1" rev="0" advAuto="0" spid="698" grpId="35"/>
      <p:bldP build="whole" bldLvl="1" animBg="1" rev="0" advAuto="0" spid="778" grpId="116"/>
      <p:bldP build="whole" bldLvl="1" animBg="1" rev="0" advAuto="0" spid="733" grpId="73"/>
      <p:bldP build="whole" bldLvl="1" animBg="1" rev="0" advAuto="0" spid="789" grpId="85"/>
      <p:bldP build="whole" bldLvl="1" animBg="1" rev="0" advAuto="0" spid="686" grpId="25"/>
      <p:bldP build="whole" bldLvl="1" animBg="1" rev="0" advAuto="0" spid="782" grpId="74"/>
      <p:bldP build="whole" bldLvl="1" animBg="1" rev="0" advAuto="0" spid="691" grpId="30"/>
      <p:bldP build="whole" bldLvl="1" animBg="1" rev="0" advAuto="0" spid="708" grpId="7"/>
      <p:bldP build="whole" bldLvl="1" animBg="1" rev="0" advAuto="0" spid="771" grpId="113"/>
      <p:bldP build="whole" bldLvl="1" animBg="1" rev="0" advAuto="0" spid="670" grpId="4"/>
      <p:bldP build="whole" bldLvl="1" animBg="1" rev="0" advAuto="0" spid="731" grpId="50"/>
      <p:bldP build="whole" bldLvl="1" animBg="1" rev="0" advAuto="0" spid="739" grpId="63"/>
      <p:bldP build="whole" bldLvl="1" animBg="1" rev="0" advAuto="0" spid="789" grpId="95"/>
      <p:bldP build="whole" bldLvl="1" animBg="1" rev="0" advAuto="0" spid="724" grpId="43"/>
      <p:bldP build="whole" bldLvl="1" animBg="1" rev="0" advAuto="0" spid="782" grpId="87"/>
      <p:bldP build="whole" bldLvl="1" animBg="1" rev="0" advAuto="0" spid="703" grpId="40"/>
      <p:bldP build="whole" bldLvl="1" animBg="1" rev="0" advAuto="0" spid="690" grpId="29"/>
      <p:bldP build="whole" bldLvl="1" animBg="1" rev="0" advAuto="0" spid="776" grpId="115"/>
      <p:bldP build="whole" bldLvl="1" animBg="1" rev="0" advAuto="0" spid="787" grpId="83"/>
      <p:bldP build="whole" bldLvl="1" animBg="1" rev="0" advAuto="0" spid="706" grpId="3"/>
      <p:bldP build="whole" bldLvl="1" animBg="1" rev="0" advAuto="0" spid="668" grpId="1"/>
      <p:bldP build="whole" bldLvl="1" animBg="1" rev="0" advAuto="0" spid="729" grpId="48"/>
      <p:bldP build="whole" bldLvl="1" animBg="1" rev="0" advAuto="0" spid="794" grpId="104"/>
      <p:bldP build="whole" bldLvl="1" animBg="1" rev="0" advAuto="0" spid="787" grpId="93"/>
      <p:bldP build="whole" bldLvl="1" animBg="1" rev="0" advAuto="0" spid="688" grpId="28"/>
      <p:bldP build="whole" bldLvl="1" animBg="1" rev="0" advAuto="0" spid="746" grpId="109"/>
      <p:bldP build="whole" bldLvl="1" animBg="1" rev="0" advAuto="0" spid="799" grpId="66"/>
      <p:bldP build="whole" bldLvl="1" animBg="1" rev="0" advAuto="0" spid="701" grpId="38"/>
      <p:bldP build="whole" bldLvl="1" animBg="1" rev="0" advAuto="0" spid="769" grpId="99"/>
      <p:bldP build="whole" bldLvl="1" animBg="1" rev="0" advAuto="0" spid="799" grpId="71"/>
      <p:bldP build="whole" bldLvl="1" animBg="1" rev="0" advAuto="0" spid="774" grpId="111"/>
      <p:bldP build="whole" bldLvl="1" animBg="1" rev="0" advAuto="0" spid="711" grpId="10"/>
      <p:bldP build="whole" bldLvl="1" animBg="1" rev="0" advAuto="0" spid="675" grpId="58"/>
      <p:bldP build="whole" bldLvl="1" animBg="1" rev="0" advAuto="0" spid="772" grpId="86"/>
      <p:bldP build="whole" bldLvl="1" animBg="1" rev="0" advAuto="0" spid="734" grpId="53"/>
      <p:bldP build="whole" bldLvl="1" animBg="1" rev="0" advAuto="0" spid="715" grpId="76"/>
      <p:bldP build="whole" bldLvl="1" animBg="1" rev="0" advAuto="0" spid="785" grpId="82"/>
      <p:bldP build="whole" bldLvl="1" animBg="1" rev="0" advAuto="0" spid="693" grpId="32"/>
      <p:bldP build="whole" bldLvl="1" animBg="1" rev="0" advAuto="0" spid="727" grpId="46"/>
      <p:bldP build="whole" bldLvl="1" animBg="1" rev="0" advAuto="0" spid="792" grpId="102"/>
      <p:bldP build="whole" bldLvl="1" animBg="1" rev="0" advAuto="0" spid="674" grpId="14"/>
      <p:bldP build="whole" bldLvl="1" animBg="1" rev="0" advAuto="0" spid="675" grpId="69"/>
      <p:bldP build="whole" bldLvl="1" animBg="1" rev="0" advAuto="0" spid="673" grpId="13"/>
      <p:bldP build="whole" bldLvl="1" animBg="1" rev="0" advAuto="0" spid="713" grpId="56"/>
      <p:bldP build="whole" bldLvl="1" animBg="1" rev="0" advAuto="0" spid="696" grpId="52"/>
      <p:bldP build="whole" bldLvl="1" animBg="1" rev="0" advAuto="0" spid="742" grpId="78"/>
      <p:bldP build="whole" bldLvl="1" animBg="1" rev="0" advAuto="0" spid="715" grpId="89"/>
      <p:bldP build="whole" bldLvl="1" animBg="1" rev="0" advAuto="0" spid="785" grpId="92"/>
      <p:bldP build="whole" bldLvl="1" animBg="1" rev="0" advAuto="0" spid="736" grpId="96"/>
      <p:bldP build="whole" bldLvl="1" animBg="1" rev="0" advAuto="0" spid="699" grpId="36"/>
      <p:bldP build="whole" bldLvl="1" animBg="1" rev="0" advAuto="0" spid="687" grpId="26"/>
      <p:bldP build="whole" bldLvl="1" animBg="1" rev="0" advAuto="0" spid="734" grpId="72"/>
      <p:bldP build="whole" bldLvl="1" animBg="1" rev="0" advAuto="0" spid="744" grpId="106"/>
      <p:bldP build="whole" bldLvl="1" animBg="1" rev="0" advAuto="0" spid="694" grpId="33"/>
      <p:bldP build="whole" bldLvl="1" animBg="1" rev="0" advAuto="0" spid="709" grpId="8"/>
      <p:bldP build="whole" bldLvl="1" animBg="1" rev="0" advAuto="0" spid="672" grpId="12"/>
      <p:bldP build="whole" bldLvl="1" animBg="1" rev="0" advAuto="0" spid="740" grpId="62"/>
      <p:bldP build="whole" bldLvl="1" animBg="1" rev="0" advAuto="0" spid="685" grpId="24"/>
      <p:bldP build="whole" bldLvl="1" animBg="1" rev="0" advAuto="0" spid="737" grpId="61"/>
      <p:bldP build="whole" bldLvl="1" animBg="1" rev="0" advAuto="0" spid="754" grpId="60"/>
      <p:bldP build="whole" bldLvl="1" animBg="1" rev="0" advAuto="0" spid="725" grpId="44"/>
      <p:bldP build="whole" bldLvl="1" animBg="1" rev="0" advAuto="0" spid="790" grpId="100"/>
      <p:bldP build="whole" bldLvl="1" animBg="1" rev="0" advAuto="0" spid="704" grpId="41"/>
      <p:bldP build="whole" bldLvl="1" animBg="1" rev="0" advAuto="0" spid="678" grpId="17"/>
      <p:bldP build="whole" bldLvl="1" animBg="1" rev="0" advAuto="0" spid="732" grpId="68"/>
      <p:bldP build="whole" bldLvl="1" animBg="1" rev="0" advAuto="0" spid="783" grpId="97"/>
      <p:bldP build="whole" bldLvl="1" animBg="1" rev="0" advAuto="0" spid="777" grpId="117"/>
      <p:bldP build="whole" bldLvl="1" animBg="1" rev="0" advAuto="0" spid="676" grpId="15"/>
      <p:bldP build="whole" bldLvl="1" animBg="1" rev="0" advAuto="0" spid="722" grpId="59"/>
      <p:bldP build="whole" bldLvl="1" animBg="1" rev="0" advAuto="0" spid="788" grpId="84"/>
      <p:bldP build="whole" bldLvl="1" animBg="1" rev="0" advAuto="0" spid="683" grpId="22"/>
      <p:bldP build="whole" bldLvl="1" animBg="1" rev="0" advAuto="0" spid="770" grpId="112"/>
      <p:bldP build="whole" bldLvl="1" animBg="1" rev="0" advAuto="0" spid="762" grpId="77"/>
      <p:bldP build="whole" bldLvl="1" animBg="1" rev="0" advAuto="0" spid="730" grpId="49"/>
      <p:bldP build="whole" bldLvl="1" animBg="1" rev="0" advAuto="0" spid="795" grpId="105"/>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1"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802" name="TextBox 4"/>
          <p:cNvSpPr txBox="1"/>
          <p:nvPr/>
        </p:nvSpPr>
        <p:spPr>
          <a:xfrm>
            <a:off x="1571659" y="1087461"/>
            <a:ext cx="2160454"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00"/>
                </a:solidFill>
                <a:latin typeface="Cambria Math"/>
                <a:ea typeface="Cambria Math"/>
                <a:cs typeface="Cambria Math"/>
                <a:sym typeface="Cambria Math"/>
              </a:defRPr>
            </a:lvl1pPr>
          </a:lstStyle>
          <a:p>
            <a:pPr/>
            <a:r>
              <a:t>Cost function:</a:t>
            </a:r>
          </a:p>
        </p:txBody>
      </p:sp>
      <p:sp>
        <p:nvSpPr>
          <p:cNvPr id="803" name="TextBox 20"/>
          <p:cNvSpPr txBox="1"/>
          <p:nvPr/>
        </p:nvSpPr>
        <p:spPr>
          <a:xfrm>
            <a:off x="1571660" y="2082730"/>
            <a:ext cx="1895483"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00"/>
                </a:solidFill>
                <a:latin typeface="Cambria Math"/>
                <a:ea typeface="Cambria Math"/>
                <a:cs typeface="Cambria Math"/>
                <a:sym typeface="Cambria Math"/>
              </a:defRPr>
            </a:lvl1pPr>
          </a:lstStyle>
          <a:p>
            <a:pPr/>
            <a:r>
              <a:t>Goal:</a:t>
            </a:r>
          </a:p>
        </p:txBody>
      </p:sp>
      <p:sp>
        <p:nvSpPr>
          <p:cNvPr id="804" name="TextBox 2"/>
          <p:cNvSpPr txBox="1"/>
          <p:nvPr/>
        </p:nvSpPr>
        <p:spPr>
          <a:xfrm>
            <a:off x="2642869" y="4622463"/>
            <a:ext cx="6068233" cy="88595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Arial"/>
              <a:buChar char="•"/>
              <a:defRPr sz="2400">
                <a:solidFill>
                  <a:srgbClr val="FFFFFF"/>
                </a:solidFill>
                <a:latin typeface="Cambria Math"/>
                <a:ea typeface="Cambria Math"/>
                <a:cs typeface="Cambria Math"/>
                <a:sym typeface="Cambria Math"/>
              </a:defRPr>
            </a:pPr>
            <a:r>
              <a:t>Keep changing θ</a:t>
            </a:r>
            <a:r>
              <a:rPr baseline="-25000"/>
              <a:t>0</a:t>
            </a:r>
            <a:r>
              <a:t> , θ</a:t>
            </a:r>
            <a:r>
              <a:rPr baseline="-25000"/>
              <a:t>1</a:t>
            </a:r>
            <a:r>
              <a:t> to reduce </a:t>
            </a:r>
            <a14:m>
              <m:oMath>
                <m:r>
                  <a:rPr xmlns:a="http://schemas.openxmlformats.org/drawingml/2006/main" sz="2400" i="1">
                    <a:solidFill>
                      <a:srgbClr val="FFFFFF"/>
                    </a:solidFill>
                    <a:latin typeface="Cambria Math" panose="02040503050406030204" pitchFamily="18" charset="0"/>
                  </a:rPr>
                  <m:t>𝑱</m:t>
                </m:r>
                <m:d>
                  <m:dPr>
                    <m:ctrlPr>
                      <a:rPr xmlns:a="http://schemas.openxmlformats.org/drawingml/2006/main" sz="2400" i="1">
                        <a:solidFill>
                          <a:srgbClr val="FFFFFF"/>
                        </a:solidFill>
                        <a:latin typeface="Cambria Math" panose="02040503050406030204" pitchFamily="18" charset="0"/>
                      </a:rPr>
                    </m:ctrlPr>
                  </m:dPr>
                  <m:e>
                    <m:sSub>
                      <m:e>
                        <m:r>
                          <m:rPr>
                            <m:nor/>
                          </m:rPr>
                          <a:rPr xmlns:a="http://schemas.openxmlformats.org/drawingml/2006/main" sz="2400" i="1">
                            <a:solidFill>
                              <a:srgbClr val="FFFFFF"/>
                            </a:solidFill>
                            <a:latin typeface="Cambria Math" panose="02040503050406030204" pitchFamily="18" charset="0"/>
                          </a:rPr>
                          <m:t>θ</m:t>
                        </m:r>
                      </m:e>
                      <m:sub>
                        <m:r>
                          <a:rPr xmlns:a="http://schemas.openxmlformats.org/drawingml/2006/main" sz="2400" i="1">
                            <a:solidFill>
                              <a:srgbClr val="FFFFFF"/>
                            </a:solidFill>
                            <a:latin typeface="Cambria Math" panose="02040503050406030204" pitchFamily="18" charset="0"/>
                          </a:rPr>
                          <m:t>𝟎</m:t>
                        </m:r>
                      </m:sub>
                    </m:sSub>
                    <m:r>
                      <a:rPr xmlns:a="http://schemas.openxmlformats.org/drawingml/2006/main" sz="2400" i="1">
                        <a:solidFill>
                          <a:srgbClr val="FFFFFF"/>
                        </a:solidFill>
                        <a:latin typeface="Cambria Math" panose="02040503050406030204" pitchFamily="18" charset="0"/>
                      </a:rPr>
                      <m:t>,</m:t>
                    </m:r>
                    <m:sSub>
                      <m:e>
                        <m:r>
                          <m:rPr>
                            <m:nor/>
                          </m:rPr>
                          <a:rPr xmlns:a="http://schemas.openxmlformats.org/drawingml/2006/main" sz="2400" i="1">
                            <a:solidFill>
                              <a:srgbClr val="FFFFFF"/>
                            </a:solidFill>
                            <a:latin typeface="Cambria Math" panose="02040503050406030204" pitchFamily="18" charset="0"/>
                          </a:rPr>
                          <m:t>θ</m:t>
                        </m:r>
                      </m:e>
                      <m:sub>
                        <m:r>
                          <a:rPr xmlns:a="http://schemas.openxmlformats.org/drawingml/2006/main" sz="2400" i="1">
                            <a:solidFill>
                              <a:srgbClr val="FFFFFF"/>
                            </a:solidFill>
                            <a:latin typeface="Cambria Math" panose="02040503050406030204" pitchFamily="18" charset="0"/>
                          </a:rPr>
                          <m:t>𝟏</m:t>
                        </m:r>
                      </m:sub>
                    </m:sSub>
                  </m:e>
                </m:d>
              </m:oMath>
            </a14:m>
            <a:r>
              <a:t> until we hopefully end up at a minimum.</a:t>
            </a:r>
            <a:endParaRPr sz="2264"/>
          </a:p>
        </p:txBody>
      </p:sp>
      <p:sp>
        <p:nvSpPr>
          <p:cNvPr id="805" name="TextBox 12"/>
          <p:cNvSpPr txBox="1"/>
          <p:nvPr/>
        </p:nvSpPr>
        <p:spPr>
          <a:xfrm>
            <a:off x="1571659" y="3289406"/>
            <a:ext cx="1895483"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400">
                <a:solidFill>
                  <a:srgbClr val="FFFF00"/>
                </a:solidFill>
                <a:latin typeface="Cambria Math"/>
                <a:ea typeface="Cambria Math"/>
                <a:cs typeface="Cambria Math"/>
                <a:sym typeface="Cambria Math"/>
              </a:defRPr>
            </a:lvl1pPr>
          </a:lstStyle>
          <a:p>
            <a:pPr/>
            <a:r>
              <a:t>Outline:</a:t>
            </a:r>
          </a:p>
        </p:txBody>
      </p:sp>
      <p:sp>
        <p:nvSpPr>
          <p:cNvPr id="806" name="TextBox 14"/>
          <p:cNvSpPr txBox="1"/>
          <p:nvPr/>
        </p:nvSpPr>
        <p:spPr>
          <a:xfrm>
            <a:off x="2642870" y="3791467"/>
            <a:ext cx="6004560" cy="51765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Arial"/>
              <a:buChar char="•"/>
              <a:defRPr sz="2400">
                <a:solidFill>
                  <a:srgbClr val="FFFFFF"/>
                </a:solidFill>
                <a:latin typeface="Cambria Math"/>
                <a:ea typeface="Cambria Math"/>
                <a:cs typeface="Cambria Math"/>
                <a:sym typeface="Cambria Math"/>
              </a:defRPr>
            </a:pPr>
            <a:r>
              <a:t>Start with some ( θ</a:t>
            </a:r>
            <a:r>
              <a:rPr baseline="-25000"/>
              <a:t>0</a:t>
            </a:r>
            <a:r>
              <a:t> , θ</a:t>
            </a:r>
            <a:r>
              <a:rPr baseline="-25000"/>
              <a:t>1</a:t>
            </a:r>
            <a:r>
              <a:t> )</a:t>
            </a:r>
          </a:p>
        </p:txBody>
      </p:sp>
      <p:sp>
        <p:nvSpPr>
          <p:cNvPr id="807" name="TextBox 3"/>
          <p:cNvSpPr txBox="1"/>
          <p:nvPr/>
        </p:nvSpPr>
        <p:spPr>
          <a:xfrm>
            <a:off x="9355013" y="3907483"/>
            <a:ext cx="1707340" cy="288717"/>
          </a:xfrm>
          <a:prstGeom prst="rect">
            <a:avLst/>
          </a:prstGeom>
          <a:ln w="12700">
            <a:miter lim="400000"/>
          </a:ln>
        </p:spPr>
        <p:txBody>
          <a:bodyPr wrap="none" lIns="0" tIns="0" rIns="0" bIns="0">
            <a:spAutoFit/>
          </a:bodyPr>
          <a:lstStyle/>
          <a:p>
            <a:pPr latinLnBrk="1"/>
            <a14:m>
              <m:oMathPara>
                <m:oMathParaPr>
                  <m:jc m:val="centerGroup"/>
                </m:oMathParaPr>
                <m:oMath>
                  <m:sSub>
                    <m:e>
                      <m:r>
                        <a:rPr xmlns:a="http://schemas.openxmlformats.org/drawingml/2006/main" sz="2400" i="1">
                          <a:solidFill>
                            <a:srgbClr val="FFFF00"/>
                          </a:solidFill>
                          <a:latin typeface="Cambria Math" panose="02040503050406030204" pitchFamily="18" charset="0"/>
                        </a:rPr>
                        <m:t>𝜽</m:t>
                      </m:r>
                    </m:e>
                    <m:sub>
                      <m:r>
                        <a:rPr xmlns:a="http://schemas.openxmlformats.org/drawingml/2006/main" sz="2400" i="1">
                          <a:solidFill>
                            <a:srgbClr val="FFFF00"/>
                          </a:solidFill>
                          <a:latin typeface="Cambria Math" panose="02040503050406030204" pitchFamily="18" charset="0"/>
                        </a:rPr>
                        <m:t>𝟎</m:t>
                      </m:r>
                    </m:sub>
                  </m:sSub>
                  <m:r>
                    <a:rPr xmlns:a="http://schemas.openxmlformats.org/drawingml/2006/main" sz="2400" i="1">
                      <a:solidFill>
                        <a:srgbClr val="FFFF00"/>
                      </a:solidFill>
                      <a:latin typeface="Cambria Math" panose="02040503050406030204" pitchFamily="18" charset="0"/>
                    </a:rPr>
                    <m:t>=</m:t>
                  </m:r>
                  <m:r>
                    <a:rPr xmlns:a="http://schemas.openxmlformats.org/drawingml/2006/main" sz="2400" i="1">
                      <a:solidFill>
                        <a:srgbClr val="FFFF00"/>
                      </a:solidFill>
                      <a:latin typeface="Cambria Math" panose="02040503050406030204" pitchFamily="18" charset="0"/>
                    </a:rPr>
                    <m:t>𝟎</m:t>
                  </m:r>
                  <m:r>
                    <a:rPr xmlns:a="http://schemas.openxmlformats.org/drawingml/2006/main" sz="2400" i="1">
                      <a:solidFill>
                        <a:srgbClr val="FFFF00"/>
                      </a:solidFill>
                      <a:latin typeface="Cambria Math" panose="02040503050406030204" pitchFamily="18" charset="0"/>
                    </a:rPr>
                    <m:t>,</m:t>
                  </m:r>
                  <m:sSub>
                    <m:e>
                      <m:r>
                        <a:rPr xmlns:a="http://schemas.openxmlformats.org/drawingml/2006/main" sz="2400" i="1">
                          <a:solidFill>
                            <a:srgbClr val="FFFF00"/>
                          </a:solidFill>
                          <a:latin typeface="Cambria Math" panose="02040503050406030204" pitchFamily="18" charset="0"/>
                        </a:rPr>
                        <m:t>𝜽</m:t>
                      </m:r>
                    </m:e>
                    <m:sub>
                      <m:r>
                        <a:rPr xmlns:a="http://schemas.openxmlformats.org/drawingml/2006/main" sz="2400" i="1">
                          <a:solidFill>
                            <a:srgbClr val="FFFF00"/>
                          </a:solidFill>
                          <a:latin typeface="Cambria Math" panose="02040503050406030204" pitchFamily="18" charset="0"/>
                        </a:rPr>
                        <m:t>𝟏</m:t>
                      </m:r>
                    </m:sub>
                  </m:sSub>
                  <m:r>
                    <a:rPr xmlns:a="http://schemas.openxmlformats.org/drawingml/2006/main" sz="2400" i="1">
                      <a:solidFill>
                        <a:srgbClr val="FFFF00"/>
                      </a:solidFill>
                      <a:latin typeface="Cambria Math" panose="02040503050406030204" pitchFamily="18" charset="0"/>
                    </a:rPr>
                    <m:t>=</m:t>
                  </m:r>
                  <m:r>
                    <a:rPr xmlns:a="http://schemas.openxmlformats.org/drawingml/2006/main" sz="2400" i="1">
                      <a:solidFill>
                        <a:srgbClr val="FFFF00"/>
                      </a:solidFill>
                      <a:latin typeface="Cambria Math" panose="02040503050406030204" pitchFamily="18" charset="0"/>
                    </a:rPr>
                    <m:t>𝟎</m:t>
                  </m:r>
                </m:oMath>
              </m:oMathPara>
            </a14:m>
            <a:endParaRPr sz="2400">
              <a:solidFill>
                <a:srgbClr val="FFFF00"/>
              </a:solidFill>
            </a:endParaRPr>
          </a:p>
        </p:txBody>
      </p:sp>
      <p:sp>
        <p:nvSpPr>
          <p:cNvPr id="808" name="Equation"/>
          <p:cNvSpPr txBox="1"/>
          <p:nvPr/>
        </p:nvSpPr>
        <p:spPr>
          <a:xfrm>
            <a:off x="4106369" y="2242250"/>
            <a:ext cx="2342122" cy="535531"/>
          </a:xfrm>
          <a:prstGeom prst="rect">
            <a:avLst/>
          </a:prstGeom>
          <a:ln w="12700">
            <a:miter lim="400000"/>
          </a:ln>
        </p:spPr>
        <p:txBody>
          <a:bodyPr wrap="none" lIns="0" tIns="0" rIns="0" bIns="0">
            <a:spAutoFit/>
          </a:bodyPr>
          <a:lstStyle/>
          <a:p>
            <a:pPr latinLnBrk="1"/>
            <a14:m>
              <m:oMathPara>
                <m:oMathParaPr>
                  <m:jc m:val="centerGroup"/>
                </m:oMathParaPr>
                <m:oMath>
                  <m:limLow>
                    <m:e>
                      <m:r>
                        <m:rPr>
                          <m:nor/>
                        </m:rPr>
                        <a:rPr xmlns:a="http://schemas.openxmlformats.org/drawingml/2006/main" sz="2600" i="1">
                          <a:solidFill>
                            <a:srgbClr val="FFFFFF"/>
                          </a:solidFill>
                          <a:latin typeface="Cambria Math" panose="02040503050406030204" pitchFamily="18" charset="0"/>
                        </a:rPr>
                        <m:t>minimize</m:t>
                      </m:r>
                    </m:e>
                    <m:lim>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0</m:t>
                          </m:r>
                        </m:sub>
                      </m:sSub>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lim>
                  </m:limLow>
                  <m:r>
                    <a:rPr xmlns:a="http://schemas.openxmlformats.org/drawingml/2006/main" sz="2600" i="1">
                      <a:solidFill>
                        <a:srgbClr val="FFFFFF"/>
                      </a:solidFill>
                      <a:latin typeface="Cambria Math" panose="02040503050406030204" pitchFamily="18" charset="0"/>
                    </a:rPr>
                    <m:t>J</m:t>
                  </m:r>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0</m:t>
                      </m:r>
                    </m:sub>
                  </m:sSub>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r>
                    <a:rPr xmlns:a="http://schemas.openxmlformats.org/drawingml/2006/main" sz="2600" i="1">
                      <a:solidFill>
                        <a:srgbClr val="FFFFFF"/>
                      </a:solidFill>
                      <a:latin typeface="Cambria Math" panose="02040503050406030204" pitchFamily="18" charset="0"/>
                    </a:rPr>
                    <m:t>)</m:t>
                  </m:r>
                </m:oMath>
              </m:oMathPara>
            </a14:m>
            <a:endParaRPr sz="2600">
              <a:solidFill>
                <a:srgbClr val="FFFFFF"/>
              </a:solidFill>
            </a:endParaRPr>
          </a:p>
        </p:txBody>
      </p:sp>
      <p:sp>
        <p:nvSpPr>
          <p:cNvPr id="809" name="Equation"/>
          <p:cNvSpPr txBox="1"/>
          <p:nvPr/>
        </p:nvSpPr>
        <p:spPr>
          <a:xfrm>
            <a:off x="3955299" y="960145"/>
            <a:ext cx="4561922" cy="885736"/>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600" i="1">
                      <a:solidFill>
                        <a:srgbClr val="FFFFFF"/>
                      </a:solidFill>
                      <a:latin typeface="Cambria Math" panose="02040503050406030204" pitchFamily="18" charset="0"/>
                    </a:rPr>
                    <m:t>J</m:t>
                  </m:r>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0</m:t>
                      </m:r>
                    </m:sub>
                  </m:sSub>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r>
                    <a:rPr xmlns:a="http://schemas.openxmlformats.org/drawingml/2006/main" sz="2600" i="1">
                      <a:solidFill>
                        <a:srgbClr val="FFFFFF"/>
                      </a:solidFill>
                      <a:latin typeface="Cambria Math" panose="02040503050406030204" pitchFamily="18" charset="0"/>
                    </a:rPr>
                    <m:t>)</m:t>
                  </m:r>
                  <m:r>
                    <a:rPr xmlns:a="http://schemas.openxmlformats.org/drawingml/2006/main" sz="2600" i="1">
                      <a:solidFill>
                        <a:srgbClr val="FFFFFF"/>
                      </a:solidFill>
                      <a:latin typeface="Cambria Math" panose="02040503050406030204" pitchFamily="18" charset="0"/>
                    </a:rPr>
                    <m:t>=</m:t>
                  </m:r>
                  <m:f>
                    <m:fPr>
                      <m:ctrlPr>
                        <a:rPr xmlns:a="http://schemas.openxmlformats.org/drawingml/2006/main" sz="2600" i="1">
                          <a:solidFill>
                            <a:srgbClr val="FFFFFF"/>
                          </a:solidFill>
                          <a:latin typeface="Cambria Math" panose="02040503050406030204" pitchFamily="18" charset="0"/>
                        </a:rPr>
                      </m:ctrlPr>
                      <m:type m:val="bar"/>
                    </m:fPr>
                    <m:num>
                      <m:r>
                        <a:rPr xmlns:a="http://schemas.openxmlformats.org/drawingml/2006/main" sz="2600" i="1">
                          <a:solidFill>
                            <a:srgbClr val="FFFFFF"/>
                          </a:solidFill>
                          <a:latin typeface="Cambria Math" panose="02040503050406030204" pitchFamily="18" charset="0"/>
                        </a:rPr>
                        <m:t>1</m:t>
                      </m:r>
                    </m:num>
                    <m:den>
                      <m:r>
                        <a:rPr xmlns:a="http://schemas.openxmlformats.org/drawingml/2006/main" sz="2600" i="1">
                          <a:solidFill>
                            <a:srgbClr val="FFFFFF"/>
                          </a:solidFill>
                          <a:latin typeface="Cambria Math" panose="02040503050406030204" pitchFamily="18" charset="0"/>
                        </a:rPr>
                        <m:t>2</m:t>
                      </m:r>
                      <m:r>
                        <a:rPr xmlns:a="http://schemas.openxmlformats.org/drawingml/2006/main" sz="2600" i="1">
                          <a:solidFill>
                            <a:srgbClr val="FFFFFF"/>
                          </a:solidFill>
                          <a:latin typeface="Cambria Math" panose="02040503050406030204" pitchFamily="18" charset="0"/>
                        </a:rPr>
                        <m:t>m</m:t>
                      </m:r>
                    </m:den>
                  </m:f>
                  <m:limUpp>
                    <m:e>
                      <m:limLow>
                        <m:e>
                          <m:r>
                            <a:rPr xmlns:a="http://schemas.openxmlformats.org/drawingml/2006/main" sz="2600" i="1">
                              <a:solidFill>
                                <a:srgbClr val="FFFFFF"/>
                              </a:solidFill>
                              <a:latin typeface="Cambria Math" panose="02040503050406030204" pitchFamily="18" charset="0"/>
                            </a:rPr>
                            <m:t>∑</m:t>
                          </m:r>
                        </m:e>
                        <m:lim>
                          <m:r>
                            <a:rPr xmlns:a="http://schemas.openxmlformats.org/drawingml/2006/main" sz="2600" i="1">
                              <a:solidFill>
                                <a:srgbClr val="FFFFFF"/>
                              </a:solidFill>
                              <a:latin typeface="Cambria Math" panose="02040503050406030204" pitchFamily="18" charset="0"/>
                            </a:rPr>
                            <m:t>i</m:t>
                          </m:r>
                          <m:r>
                            <a:rPr xmlns:a="http://schemas.openxmlformats.org/drawingml/2006/main" sz="2600" i="1">
                              <a:solidFill>
                                <a:srgbClr val="FFFFFF"/>
                              </a:solidFill>
                              <a:latin typeface="Cambria Math" panose="02040503050406030204" pitchFamily="18" charset="0"/>
                            </a:rPr>
                            <m:t>=</m:t>
                          </m:r>
                          <m:r>
                            <a:rPr xmlns:a="http://schemas.openxmlformats.org/drawingml/2006/main" sz="2600" i="1">
                              <a:solidFill>
                                <a:srgbClr val="FFFFFF"/>
                              </a:solidFill>
                              <a:latin typeface="Cambria Math" panose="02040503050406030204" pitchFamily="18" charset="0"/>
                            </a:rPr>
                            <m:t>1</m:t>
                          </m:r>
                        </m:lim>
                      </m:limLow>
                    </m:e>
                    <m:lim>
                      <m:r>
                        <a:rPr xmlns:a="http://schemas.openxmlformats.org/drawingml/2006/main" sz="2600" i="1">
                          <a:solidFill>
                            <a:srgbClr val="FFFFFF"/>
                          </a:solidFill>
                          <a:latin typeface="Cambria Math" panose="02040503050406030204" pitchFamily="18" charset="0"/>
                        </a:rPr>
                        <m:t>m</m:t>
                      </m:r>
                    </m:lim>
                  </m:limUpp>
                  <m:sSup>
                    <m:e>
                      <m:d>
                        <m:dPr>
                          <m:ctrlPr>
                            <a:rPr xmlns:a="http://schemas.openxmlformats.org/drawingml/2006/main" sz="2600" i="1">
                              <a:solidFill>
                                <a:srgbClr val="FFFFFF"/>
                              </a:solidFill>
                              <a:latin typeface="Cambria Math" panose="02040503050406030204" pitchFamily="18" charset="0"/>
                            </a:rPr>
                          </m:ctrlPr>
                        </m:dPr>
                        <m:e>
                          <m:sSub>
                            <m:e>
                              <m:r>
                                <a:rPr xmlns:a="http://schemas.openxmlformats.org/drawingml/2006/main" sz="2600" i="1">
                                  <a:solidFill>
                                    <a:srgbClr val="FFFFFF"/>
                                  </a:solidFill>
                                  <a:latin typeface="Cambria Math" panose="02040503050406030204" pitchFamily="18" charset="0"/>
                                </a:rPr>
                                <m:t>h</m:t>
                              </m:r>
                            </m:e>
                            <m:sub>
                              <m:r>
                                <m:rPr>
                                  <m:sty m:val="p"/>
                                </m:rPr>
                                <a:rPr xmlns:a="http://schemas.openxmlformats.org/drawingml/2006/main" sz="2600" i="1">
                                  <a:solidFill>
                                    <a:srgbClr val="FFFFFF"/>
                                  </a:solidFill>
                                  <a:latin typeface="Cambria Math" panose="02040503050406030204" pitchFamily="18" charset="0"/>
                                </a:rPr>
                                <m:t>Θ</m:t>
                              </m:r>
                            </m:sub>
                          </m:sSub>
                          <m:r>
                            <a:rPr xmlns:a="http://schemas.openxmlformats.org/drawingml/2006/main" sz="2600" i="1">
                              <a:solidFill>
                                <a:srgbClr val="FFFFFF"/>
                              </a:solidFill>
                              <a:latin typeface="Cambria Math" panose="02040503050406030204" pitchFamily="18" charset="0"/>
                            </a:rPr>
                            <m:t>(</m:t>
                          </m:r>
                          <m:sSup>
                            <m:e>
                              <m:r>
                                <a:rPr xmlns:a="http://schemas.openxmlformats.org/drawingml/2006/main" sz="2600" i="1">
                                  <a:solidFill>
                                    <a:srgbClr val="FFFFFF"/>
                                  </a:solidFill>
                                  <a:latin typeface="Cambria Math" panose="02040503050406030204" pitchFamily="18" charset="0"/>
                                </a:rPr>
                                <m:t>x</m:t>
                              </m:r>
                            </m:e>
                            <m:sup>
                              <m:r>
                                <a:rPr xmlns:a="http://schemas.openxmlformats.org/drawingml/2006/main" sz="2600" i="1">
                                  <a:solidFill>
                                    <a:srgbClr val="FFFFFF"/>
                                  </a:solidFill>
                                  <a:latin typeface="Cambria Math" panose="02040503050406030204" pitchFamily="18" charset="0"/>
                                </a:rPr>
                                <m:t>(</m:t>
                              </m:r>
                              <m:r>
                                <a:rPr xmlns:a="http://schemas.openxmlformats.org/drawingml/2006/main" sz="2600" i="1">
                                  <a:solidFill>
                                    <a:srgbClr val="FFFFFF"/>
                                  </a:solidFill>
                                  <a:latin typeface="Cambria Math" panose="02040503050406030204" pitchFamily="18" charset="0"/>
                                </a:rPr>
                                <m:t>i</m:t>
                              </m:r>
                              <m:r>
                                <a:rPr xmlns:a="http://schemas.openxmlformats.org/drawingml/2006/main" sz="2600" i="1">
                                  <a:solidFill>
                                    <a:srgbClr val="FFFFFF"/>
                                  </a:solidFill>
                                  <a:latin typeface="Cambria Math" panose="02040503050406030204" pitchFamily="18" charset="0"/>
                                </a:rPr>
                                <m:t>)</m:t>
                              </m:r>
                            </m:sup>
                          </m:sSup>
                          <m:r>
                            <a:rPr xmlns:a="http://schemas.openxmlformats.org/drawingml/2006/main" sz="2600" i="1">
                              <a:solidFill>
                                <a:srgbClr val="FFFFFF"/>
                              </a:solidFill>
                              <a:latin typeface="Cambria Math" panose="02040503050406030204" pitchFamily="18" charset="0"/>
                            </a:rPr>
                            <m:t>)</m:t>
                          </m:r>
                          <m:r>
                            <a:rPr xmlns:a="http://schemas.openxmlformats.org/drawingml/2006/main" sz="2600" i="1">
                              <a:solidFill>
                                <a:srgbClr val="FFFFFF"/>
                              </a:solidFill>
                              <a:latin typeface="Cambria Math" panose="02040503050406030204" pitchFamily="18" charset="0"/>
                            </a:rPr>
                            <m:t>-</m:t>
                          </m:r>
                          <m:sSup>
                            <m:e>
                              <m:r>
                                <a:rPr xmlns:a="http://schemas.openxmlformats.org/drawingml/2006/main" sz="2600" i="1">
                                  <a:solidFill>
                                    <a:srgbClr val="FFFFFF"/>
                                  </a:solidFill>
                                  <a:latin typeface="Cambria Math" panose="02040503050406030204" pitchFamily="18" charset="0"/>
                                </a:rPr>
                                <m:t>y</m:t>
                              </m:r>
                            </m:e>
                            <m:sup>
                              <m:r>
                                <a:rPr xmlns:a="http://schemas.openxmlformats.org/drawingml/2006/main" sz="2600" i="1">
                                  <a:solidFill>
                                    <a:srgbClr val="FFFFFF"/>
                                  </a:solidFill>
                                  <a:latin typeface="Cambria Math" panose="02040503050406030204" pitchFamily="18" charset="0"/>
                                </a:rPr>
                                <m:t>(</m:t>
                              </m:r>
                              <m:r>
                                <a:rPr xmlns:a="http://schemas.openxmlformats.org/drawingml/2006/main" sz="2600" i="1">
                                  <a:solidFill>
                                    <a:srgbClr val="FFFFFF"/>
                                  </a:solidFill>
                                  <a:latin typeface="Cambria Math" panose="02040503050406030204" pitchFamily="18" charset="0"/>
                                </a:rPr>
                                <m:t>i</m:t>
                              </m:r>
                              <m:r>
                                <a:rPr xmlns:a="http://schemas.openxmlformats.org/drawingml/2006/main" sz="2600" i="1">
                                  <a:solidFill>
                                    <a:srgbClr val="FFFFFF"/>
                                  </a:solidFill>
                                  <a:latin typeface="Cambria Math" panose="02040503050406030204" pitchFamily="18" charset="0"/>
                                </a:rPr>
                                <m:t>)</m:t>
                              </m:r>
                            </m:sup>
                          </m:sSup>
                        </m:e>
                      </m:d>
                    </m:e>
                    <m:sup>
                      <m:r>
                        <a:rPr xmlns:a="http://schemas.openxmlformats.org/drawingml/2006/main" sz="2600" i="1">
                          <a:solidFill>
                            <a:srgbClr val="FFFFFF"/>
                          </a:solidFill>
                          <a:latin typeface="Cambria Math" panose="02040503050406030204" pitchFamily="18" charset="0"/>
                        </a:rPr>
                        <m:t>2</m:t>
                      </m:r>
                    </m:sup>
                  </m:sSup>
                </m:oMath>
              </m:oMathPara>
            </a14:m>
            <a:endParaRPr sz="2600">
              <a:solidFill>
                <a:srgbClr val="FFFFFF"/>
              </a:solidFill>
            </a:endParaR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11" name="Picture 4" descr="Picture 4"/>
          <p:cNvPicPr>
            <a:picLocks noChangeAspect="1"/>
          </p:cNvPicPr>
          <p:nvPr/>
        </p:nvPicPr>
        <p:blipFill>
          <a:blip r:embed="rId2">
            <a:extLst/>
          </a:blip>
          <a:stretch>
            <a:fillRect/>
          </a:stretch>
        </p:blipFill>
        <p:spPr>
          <a:xfrm>
            <a:off x="-7856" y="0"/>
            <a:ext cx="13207999" cy="6858000"/>
          </a:xfrm>
          <a:prstGeom prst="rect">
            <a:avLst/>
          </a:prstGeom>
          <a:ln w="12700">
            <a:miter lim="400000"/>
          </a:ln>
        </p:spPr>
      </p:pic>
      <p:sp>
        <p:nvSpPr>
          <p:cNvPr id="812" name="TextBox 6"/>
          <p:cNvSpPr txBox="1"/>
          <p:nvPr/>
        </p:nvSpPr>
        <p:spPr>
          <a:xfrm>
            <a:off x="207927" y="3952673"/>
            <a:ext cx="651485" cy="218695"/>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400" i="1">
                      <a:solidFill>
                        <a:srgbClr val="000000"/>
                      </a:solidFill>
                      <a:latin typeface="Cambria Math" panose="02040503050406030204" pitchFamily="18" charset="0"/>
                    </a:rPr>
                    <m:t>𝑱</m:t>
                  </m:r>
                  <m:d>
                    <m:dPr>
                      <m:ctrlPr>
                        <a:rPr xmlns:a="http://schemas.openxmlformats.org/drawingml/2006/main" sz="1400" i="1">
                          <a:solidFill>
                            <a:srgbClr val="000000"/>
                          </a:solidFill>
                          <a:latin typeface="Cambria Math" panose="02040503050406030204" pitchFamily="18" charset="0"/>
                        </a:rPr>
                      </m:ctrlPr>
                    </m:dPr>
                    <m:e>
                      <m:sSub>
                        <m:e>
                          <m:r>
                            <m:rPr>
                              <m:nor/>
                            </m:rPr>
                            <a:rPr xmlns:a="http://schemas.openxmlformats.org/drawingml/2006/main" sz="1400" i="1">
                              <a:solidFill>
                                <a:srgbClr val="000000"/>
                              </a:solidFill>
                              <a:latin typeface="Cambria Math" panose="02040503050406030204" pitchFamily="18" charset="0"/>
                            </a:rPr>
                            <m:t>θ</m:t>
                          </m:r>
                        </m:e>
                        <m:sub>
                          <m:r>
                            <a:rPr xmlns:a="http://schemas.openxmlformats.org/drawingml/2006/main" sz="1400" i="1">
                              <a:solidFill>
                                <a:srgbClr val="000000"/>
                              </a:solidFill>
                              <a:latin typeface="Cambria Math" panose="02040503050406030204" pitchFamily="18" charset="0"/>
                            </a:rPr>
                            <m:t>𝟎</m:t>
                          </m:r>
                        </m:sub>
                      </m:sSub>
                      <m:r>
                        <a:rPr xmlns:a="http://schemas.openxmlformats.org/drawingml/2006/main" sz="1400" i="1">
                          <a:solidFill>
                            <a:srgbClr val="000000"/>
                          </a:solidFill>
                          <a:latin typeface="Cambria Math" panose="02040503050406030204" pitchFamily="18" charset="0"/>
                        </a:rPr>
                        <m:t>,</m:t>
                      </m:r>
                      <m:sSub>
                        <m:e>
                          <m:r>
                            <m:rPr>
                              <m:nor/>
                            </m:rPr>
                            <a:rPr xmlns:a="http://schemas.openxmlformats.org/drawingml/2006/main" sz="1400" i="1">
                              <a:solidFill>
                                <a:srgbClr val="000000"/>
                              </a:solidFill>
                              <a:latin typeface="Cambria Math" panose="02040503050406030204" pitchFamily="18" charset="0"/>
                            </a:rPr>
                            <m:t>θ</m:t>
                          </m:r>
                        </m:e>
                        <m:sub>
                          <m:r>
                            <a:rPr xmlns:a="http://schemas.openxmlformats.org/drawingml/2006/main" sz="1400" i="1">
                              <a:solidFill>
                                <a:srgbClr val="000000"/>
                              </a:solidFill>
                              <a:latin typeface="Cambria Math" panose="02040503050406030204" pitchFamily="18" charset="0"/>
                            </a:rPr>
                            <m:t>𝟏</m:t>
                          </m:r>
                        </m:sub>
                      </m:sSub>
                    </m:e>
                  </m:d>
                </m:oMath>
              </m:oMathPara>
            </a14:m>
            <a:endParaRPr sz="1400"/>
          </a:p>
        </p:txBody>
      </p:sp>
      <p:sp>
        <p:nvSpPr>
          <p:cNvPr id="813" name="TextBox 8"/>
          <p:cNvSpPr txBox="1"/>
          <p:nvPr/>
        </p:nvSpPr>
        <p:spPr>
          <a:xfrm>
            <a:off x="9623659" y="5652684"/>
            <a:ext cx="152039" cy="158889"/>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400" i="1">
                          <a:solidFill>
                            <a:srgbClr val="000000"/>
                          </a:solidFill>
                          <a:latin typeface="Cambria Math" panose="02040503050406030204" pitchFamily="18" charset="0"/>
                        </a:rPr>
                        <m:t>θ</m:t>
                      </m:r>
                    </m:e>
                    <m:sub>
                      <m:r>
                        <a:rPr xmlns:a="http://schemas.openxmlformats.org/drawingml/2006/main" sz="1400" i="1">
                          <a:solidFill>
                            <a:srgbClr val="000000"/>
                          </a:solidFill>
                          <a:latin typeface="Cambria Math" panose="02040503050406030204" pitchFamily="18" charset="0"/>
                        </a:rPr>
                        <m:t>𝟏</m:t>
                      </m:r>
                    </m:sub>
                  </m:sSub>
                </m:oMath>
              </m:oMathPara>
            </a14:m>
            <a:endParaRPr sz="1400"/>
          </a:p>
        </p:txBody>
      </p:sp>
      <p:sp>
        <p:nvSpPr>
          <p:cNvPr id="814" name="TextBox 10"/>
          <p:cNvSpPr txBox="1"/>
          <p:nvPr/>
        </p:nvSpPr>
        <p:spPr>
          <a:xfrm>
            <a:off x="3599494" y="6016511"/>
            <a:ext cx="156456" cy="160530"/>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400" i="1">
                          <a:solidFill>
                            <a:srgbClr val="000000"/>
                          </a:solidFill>
                          <a:latin typeface="Cambria Math" panose="02040503050406030204" pitchFamily="18" charset="0"/>
                        </a:rPr>
                        <m:t>θ</m:t>
                      </m:r>
                    </m:e>
                    <m:sub>
                      <m:r>
                        <a:rPr xmlns:a="http://schemas.openxmlformats.org/drawingml/2006/main" sz="1400" i="1">
                          <a:solidFill>
                            <a:srgbClr val="000000"/>
                          </a:solidFill>
                          <a:latin typeface="Cambria Math" panose="02040503050406030204" pitchFamily="18" charset="0"/>
                        </a:rPr>
                        <m:t>𝟎</m:t>
                      </m:r>
                    </m:sub>
                  </m:sSub>
                </m:oMath>
              </m:oMathPara>
            </a14:m>
            <a:endParaRPr sz="1400"/>
          </a:p>
        </p:txBody>
      </p:sp>
      <p:sp>
        <p:nvSpPr>
          <p:cNvPr id="815" name="Star: 4 Points 11"/>
          <p:cNvSpPr/>
          <p:nvPr/>
        </p:nvSpPr>
        <p:spPr>
          <a:xfrm>
            <a:off x="4836009" y="2762518"/>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16" name="Star: 4 Points 12"/>
          <p:cNvSpPr/>
          <p:nvPr/>
        </p:nvSpPr>
        <p:spPr>
          <a:xfrm>
            <a:off x="4836007" y="3050145"/>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17" name="Star: 4 Points 13"/>
          <p:cNvSpPr/>
          <p:nvPr/>
        </p:nvSpPr>
        <p:spPr>
          <a:xfrm>
            <a:off x="4720089" y="3300210"/>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18" name="Star: 4 Points 14"/>
          <p:cNvSpPr/>
          <p:nvPr/>
        </p:nvSpPr>
        <p:spPr>
          <a:xfrm>
            <a:off x="4466804" y="3581400"/>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19" name="Star: 4 Points 15"/>
          <p:cNvSpPr/>
          <p:nvPr/>
        </p:nvSpPr>
        <p:spPr>
          <a:xfrm>
            <a:off x="4621350" y="3888278"/>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0" name="Star: 4 Points 16"/>
          <p:cNvSpPr/>
          <p:nvPr/>
        </p:nvSpPr>
        <p:spPr>
          <a:xfrm>
            <a:off x="4874636" y="4139694"/>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1" name="Star: 4 Points 17"/>
          <p:cNvSpPr/>
          <p:nvPr/>
        </p:nvSpPr>
        <p:spPr>
          <a:xfrm>
            <a:off x="5029182" y="4433763"/>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2" name="Star: 4 Points 18"/>
          <p:cNvSpPr/>
          <p:nvPr/>
        </p:nvSpPr>
        <p:spPr>
          <a:xfrm>
            <a:off x="5183730" y="4727831"/>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3" name="Star: 4 Points 19"/>
          <p:cNvSpPr/>
          <p:nvPr/>
        </p:nvSpPr>
        <p:spPr>
          <a:xfrm>
            <a:off x="5338276" y="5021898"/>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4" name="Star: 4 Points 20"/>
          <p:cNvSpPr/>
          <p:nvPr/>
        </p:nvSpPr>
        <p:spPr>
          <a:xfrm>
            <a:off x="5338276" y="5315966"/>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5" name="Star: 4 Points 21"/>
          <p:cNvSpPr/>
          <p:nvPr/>
        </p:nvSpPr>
        <p:spPr>
          <a:xfrm>
            <a:off x="5183728" y="2771102"/>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6" name="Star: 4 Points 22"/>
          <p:cNvSpPr/>
          <p:nvPr/>
        </p:nvSpPr>
        <p:spPr>
          <a:xfrm>
            <a:off x="5415550" y="2921356"/>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7" name="Star: 4 Points 23"/>
          <p:cNvSpPr/>
          <p:nvPr/>
        </p:nvSpPr>
        <p:spPr>
          <a:xfrm>
            <a:off x="5716056" y="3171421"/>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8" name="Star: 4 Points 25"/>
          <p:cNvSpPr/>
          <p:nvPr/>
        </p:nvSpPr>
        <p:spPr>
          <a:xfrm>
            <a:off x="6319918" y="3580257"/>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29" name="Star: 4 Points 26"/>
          <p:cNvSpPr/>
          <p:nvPr/>
        </p:nvSpPr>
        <p:spPr>
          <a:xfrm>
            <a:off x="6938511" y="3848141"/>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30" name="Star: 4 Points 28"/>
          <p:cNvSpPr/>
          <p:nvPr/>
        </p:nvSpPr>
        <p:spPr>
          <a:xfrm>
            <a:off x="7674416" y="4069951"/>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31" name="Star: 4 Points 29"/>
          <p:cNvSpPr/>
          <p:nvPr/>
        </p:nvSpPr>
        <p:spPr>
          <a:xfrm>
            <a:off x="8268555" y="4233276"/>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832" name="Star: 4 Points 30"/>
          <p:cNvSpPr/>
          <p:nvPr/>
        </p:nvSpPr>
        <p:spPr>
          <a:xfrm>
            <a:off x="8816310" y="4433761"/>
            <a:ext cx="154548" cy="128790"/>
          </a:xfrm>
          <a:prstGeom prst="star4">
            <a:avLst>
              <a:gd name="adj" fmla="val 12500"/>
            </a:avLst>
          </a:prstGeom>
          <a:solidFill>
            <a:srgbClr val="000000"/>
          </a:solidFill>
          <a:ln w="15875">
            <a:solidFill>
              <a:srgbClr val="000000"/>
            </a:solidFill>
          </a:ln>
        </p:spPr>
        <p:txBody>
          <a:bodyPr lIns="45719" rIns="45719" anchor="ctr"/>
          <a:lstStyle/>
          <a:p>
            <a:pPr algn="ctr">
              <a:defRPr>
                <a:solidFill>
                  <a:srgbClr val="FFFFFF"/>
                </a:solidFill>
              </a:defRPr>
            </a:pPr>
          </a:p>
        </p:txBody>
      </p:sp>
      <p:cxnSp>
        <p:nvCxnSpPr>
          <p:cNvPr id="833" name="Straight Connector 45"/>
          <p:cNvCxnSpPr>
            <a:stCxn id="815" idx="0"/>
            <a:endCxn id="816" idx="0"/>
          </p:cNvCxnSpPr>
          <p:nvPr/>
        </p:nvCxnSpPr>
        <p:spPr>
          <a:xfrm flipH="1">
            <a:off x="4913281" y="2826912"/>
            <a:ext cx="2" cy="287629"/>
          </a:xfrm>
          <a:prstGeom prst="straightConnector1">
            <a:avLst/>
          </a:prstGeom>
          <a:ln w="28575">
            <a:solidFill>
              <a:srgbClr val="000000"/>
            </a:solidFill>
          </a:ln>
        </p:spPr>
      </p:cxnSp>
      <p:sp>
        <p:nvSpPr>
          <p:cNvPr id="834" name="Straight Connector 48"/>
          <p:cNvSpPr/>
          <p:nvPr/>
        </p:nvSpPr>
        <p:spPr>
          <a:xfrm flipH="1">
            <a:off x="4789906" y="3178935"/>
            <a:ext cx="123376" cy="189428"/>
          </a:xfrm>
          <a:prstGeom prst="line">
            <a:avLst/>
          </a:prstGeom>
          <a:ln w="28575">
            <a:solidFill>
              <a:srgbClr val="000000"/>
            </a:solidFill>
          </a:ln>
        </p:spPr>
        <p:txBody>
          <a:bodyPr lIns="45719" rIns="45719"/>
          <a:lstStyle/>
          <a:p>
            <a:pPr>
              <a:defRPr>
                <a:solidFill>
                  <a:srgbClr val="FFFFFF"/>
                </a:solidFill>
              </a:defRPr>
            </a:pPr>
          </a:p>
        </p:txBody>
      </p:sp>
      <p:sp>
        <p:nvSpPr>
          <p:cNvPr id="835" name="Straight Connector 52"/>
          <p:cNvSpPr/>
          <p:nvPr/>
        </p:nvSpPr>
        <p:spPr>
          <a:xfrm flipH="1">
            <a:off x="4553056" y="3345655"/>
            <a:ext cx="281492" cy="300139"/>
          </a:xfrm>
          <a:prstGeom prst="line">
            <a:avLst/>
          </a:prstGeom>
          <a:ln w="28575">
            <a:solidFill>
              <a:srgbClr val="000000"/>
            </a:solidFill>
          </a:ln>
        </p:spPr>
        <p:txBody>
          <a:bodyPr lIns="45719" rIns="45719"/>
          <a:lstStyle/>
          <a:p>
            <a:pPr>
              <a:defRPr>
                <a:solidFill>
                  <a:srgbClr val="FFFFFF"/>
                </a:solidFill>
              </a:defRPr>
            </a:pPr>
          </a:p>
        </p:txBody>
      </p:sp>
      <p:sp>
        <p:nvSpPr>
          <p:cNvPr id="836" name="Straight Connector 54"/>
          <p:cNvSpPr/>
          <p:nvPr/>
        </p:nvSpPr>
        <p:spPr>
          <a:xfrm>
            <a:off x="4544078" y="3710188"/>
            <a:ext cx="154547" cy="256984"/>
          </a:xfrm>
          <a:prstGeom prst="line">
            <a:avLst/>
          </a:prstGeom>
          <a:ln w="28575">
            <a:solidFill>
              <a:srgbClr val="000000"/>
            </a:solidFill>
          </a:ln>
        </p:spPr>
        <p:txBody>
          <a:bodyPr lIns="45719" rIns="45719"/>
          <a:lstStyle/>
          <a:p>
            <a:pPr>
              <a:defRPr>
                <a:solidFill>
                  <a:srgbClr val="FFFFFF"/>
                </a:solidFill>
              </a:defRPr>
            </a:pPr>
          </a:p>
        </p:txBody>
      </p:sp>
      <p:sp>
        <p:nvSpPr>
          <p:cNvPr id="837" name="Straight Connector 57"/>
          <p:cNvSpPr/>
          <p:nvPr/>
        </p:nvSpPr>
        <p:spPr>
          <a:xfrm>
            <a:off x="4697047" y="3945964"/>
            <a:ext cx="275004" cy="287314"/>
          </a:xfrm>
          <a:prstGeom prst="line">
            <a:avLst/>
          </a:prstGeom>
          <a:ln w="28575">
            <a:solidFill>
              <a:srgbClr val="000000"/>
            </a:solidFill>
          </a:ln>
        </p:spPr>
        <p:txBody>
          <a:bodyPr lIns="45719" rIns="45719"/>
          <a:lstStyle/>
          <a:p>
            <a:pPr>
              <a:defRPr>
                <a:solidFill>
                  <a:srgbClr val="FFFFFF"/>
                </a:solidFill>
              </a:defRPr>
            </a:pPr>
          </a:p>
        </p:txBody>
      </p:sp>
      <p:sp>
        <p:nvSpPr>
          <p:cNvPr id="838" name="Straight Connector 59"/>
          <p:cNvSpPr/>
          <p:nvPr/>
        </p:nvSpPr>
        <p:spPr>
          <a:xfrm>
            <a:off x="4933950" y="4174330"/>
            <a:ext cx="192648" cy="345133"/>
          </a:xfrm>
          <a:prstGeom prst="line">
            <a:avLst/>
          </a:prstGeom>
          <a:ln w="28575">
            <a:solidFill>
              <a:srgbClr val="000000"/>
            </a:solidFill>
          </a:ln>
        </p:spPr>
        <p:txBody>
          <a:bodyPr lIns="45719" rIns="45719"/>
          <a:lstStyle/>
          <a:p>
            <a:pPr>
              <a:defRPr>
                <a:solidFill>
                  <a:srgbClr val="FFFFFF"/>
                </a:solidFill>
              </a:defRPr>
            </a:pPr>
          </a:p>
        </p:txBody>
      </p:sp>
      <p:sp>
        <p:nvSpPr>
          <p:cNvPr id="839" name="Straight Connector 61"/>
          <p:cNvSpPr/>
          <p:nvPr/>
        </p:nvSpPr>
        <p:spPr>
          <a:xfrm>
            <a:off x="5106456" y="4505026"/>
            <a:ext cx="182301" cy="308745"/>
          </a:xfrm>
          <a:prstGeom prst="line">
            <a:avLst/>
          </a:prstGeom>
          <a:ln w="28575">
            <a:solidFill>
              <a:srgbClr val="000000"/>
            </a:solidFill>
          </a:ln>
        </p:spPr>
        <p:txBody>
          <a:bodyPr lIns="45719" rIns="45719"/>
          <a:lstStyle/>
          <a:p>
            <a:pPr>
              <a:defRPr>
                <a:solidFill>
                  <a:srgbClr val="FFFFFF"/>
                </a:solidFill>
              </a:defRPr>
            </a:pPr>
          </a:p>
        </p:txBody>
      </p:sp>
      <p:sp>
        <p:nvSpPr>
          <p:cNvPr id="840" name="Straight Connector 63"/>
          <p:cNvSpPr/>
          <p:nvPr/>
        </p:nvSpPr>
        <p:spPr>
          <a:xfrm>
            <a:off x="5261002" y="4784888"/>
            <a:ext cx="177774" cy="322893"/>
          </a:xfrm>
          <a:prstGeom prst="line">
            <a:avLst/>
          </a:prstGeom>
          <a:ln w="28575">
            <a:solidFill>
              <a:srgbClr val="000000"/>
            </a:solidFill>
          </a:ln>
        </p:spPr>
        <p:txBody>
          <a:bodyPr lIns="45719" rIns="45719"/>
          <a:lstStyle/>
          <a:p>
            <a:pPr>
              <a:defRPr>
                <a:solidFill>
                  <a:srgbClr val="FFFFFF"/>
                </a:solidFill>
              </a:defRPr>
            </a:pPr>
          </a:p>
        </p:txBody>
      </p:sp>
      <p:sp>
        <p:nvSpPr>
          <p:cNvPr id="841" name="Straight Connector 66"/>
          <p:cNvSpPr/>
          <p:nvPr/>
        </p:nvSpPr>
        <p:spPr>
          <a:xfrm>
            <a:off x="5415549" y="5079024"/>
            <a:ext cx="2" cy="365733"/>
          </a:xfrm>
          <a:prstGeom prst="line">
            <a:avLst/>
          </a:prstGeom>
          <a:ln w="28575">
            <a:solidFill>
              <a:srgbClr val="000000"/>
            </a:solidFill>
          </a:ln>
        </p:spPr>
        <p:txBody>
          <a:bodyPr lIns="45719" rIns="45719"/>
          <a:lstStyle/>
          <a:p>
            <a:pPr>
              <a:defRPr>
                <a:solidFill>
                  <a:srgbClr val="FFFFFF"/>
                </a:solidFill>
              </a:defRPr>
            </a:pPr>
          </a:p>
        </p:txBody>
      </p:sp>
      <p:sp>
        <p:nvSpPr>
          <p:cNvPr id="842" name="Straight Connector 68"/>
          <p:cNvSpPr/>
          <p:nvPr/>
        </p:nvSpPr>
        <p:spPr>
          <a:xfrm>
            <a:off x="5261002" y="2835496"/>
            <a:ext cx="270448" cy="169643"/>
          </a:xfrm>
          <a:prstGeom prst="line">
            <a:avLst/>
          </a:prstGeom>
          <a:ln w="28575">
            <a:solidFill>
              <a:srgbClr val="000000"/>
            </a:solidFill>
          </a:ln>
        </p:spPr>
        <p:txBody>
          <a:bodyPr lIns="45719" rIns="45719"/>
          <a:lstStyle/>
          <a:p>
            <a:pPr>
              <a:defRPr>
                <a:solidFill>
                  <a:srgbClr val="FFFFFF"/>
                </a:solidFill>
              </a:defRPr>
            </a:pPr>
          </a:p>
        </p:txBody>
      </p:sp>
      <p:sp>
        <p:nvSpPr>
          <p:cNvPr id="843" name="Straight Connector 71"/>
          <p:cNvSpPr/>
          <p:nvPr/>
        </p:nvSpPr>
        <p:spPr>
          <a:xfrm>
            <a:off x="5503561" y="2998330"/>
            <a:ext cx="323359" cy="275319"/>
          </a:xfrm>
          <a:prstGeom prst="line">
            <a:avLst/>
          </a:prstGeom>
          <a:ln w="28575">
            <a:solidFill>
              <a:srgbClr val="000000"/>
            </a:solidFill>
          </a:ln>
        </p:spPr>
        <p:txBody>
          <a:bodyPr lIns="45719" rIns="45719"/>
          <a:lstStyle/>
          <a:p>
            <a:pPr>
              <a:defRPr>
                <a:solidFill>
                  <a:srgbClr val="FFFFFF"/>
                </a:solidFill>
              </a:defRPr>
            </a:pPr>
          </a:p>
        </p:txBody>
      </p:sp>
      <p:sp>
        <p:nvSpPr>
          <p:cNvPr id="844" name="Straight Connector 73"/>
          <p:cNvSpPr/>
          <p:nvPr/>
        </p:nvSpPr>
        <p:spPr>
          <a:xfrm>
            <a:off x="5793330" y="3235815"/>
            <a:ext cx="623869" cy="433691"/>
          </a:xfrm>
          <a:prstGeom prst="line">
            <a:avLst/>
          </a:prstGeom>
          <a:ln w="28575">
            <a:solidFill>
              <a:srgbClr val="000000"/>
            </a:solidFill>
          </a:ln>
        </p:spPr>
        <p:txBody>
          <a:bodyPr lIns="45719" rIns="45719"/>
          <a:lstStyle/>
          <a:p>
            <a:pPr>
              <a:defRPr>
                <a:solidFill>
                  <a:srgbClr val="FFFFFF"/>
                </a:solidFill>
              </a:defRPr>
            </a:pPr>
          </a:p>
        </p:txBody>
      </p:sp>
      <p:sp>
        <p:nvSpPr>
          <p:cNvPr id="845" name="Straight Connector 75"/>
          <p:cNvSpPr/>
          <p:nvPr/>
        </p:nvSpPr>
        <p:spPr>
          <a:xfrm>
            <a:off x="6397191" y="3655930"/>
            <a:ext cx="645307" cy="256606"/>
          </a:xfrm>
          <a:prstGeom prst="line">
            <a:avLst/>
          </a:prstGeom>
          <a:ln w="28575">
            <a:solidFill>
              <a:srgbClr val="000000"/>
            </a:solidFill>
          </a:ln>
        </p:spPr>
        <p:txBody>
          <a:bodyPr lIns="45719" rIns="45719"/>
          <a:lstStyle/>
          <a:p>
            <a:pPr>
              <a:defRPr>
                <a:solidFill>
                  <a:srgbClr val="FFFFFF"/>
                </a:solidFill>
              </a:defRPr>
            </a:pPr>
          </a:p>
        </p:txBody>
      </p:sp>
      <p:sp>
        <p:nvSpPr>
          <p:cNvPr id="846" name="Straight Connector 77"/>
          <p:cNvSpPr/>
          <p:nvPr/>
        </p:nvSpPr>
        <p:spPr>
          <a:xfrm>
            <a:off x="7034902" y="3919688"/>
            <a:ext cx="735907" cy="227720"/>
          </a:xfrm>
          <a:prstGeom prst="line">
            <a:avLst/>
          </a:prstGeom>
          <a:ln w="28575">
            <a:solidFill>
              <a:srgbClr val="000000"/>
            </a:solidFill>
          </a:ln>
        </p:spPr>
        <p:txBody>
          <a:bodyPr lIns="45719" rIns="45719"/>
          <a:lstStyle/>
          <a:p>
            <a:pPr>
              <a:defRPr>
                <a:solidFill>
                  <a:srgbClr val="FFFFFF"/>
                </a:solidFill>
              </a:defRPr>
            </a:pPr>
          </a:p>
        </p:txBody>
      </p:sp>
      <p:sp>
        <p:nvSpPr>
          <p:cNvPr id="847" name="Straight Connector 79"/>
          <p:cNvSpPr/>
          <p:nvPr/>
        </p:nvSpPr>
        <p:spPr>
          <a:xfrm>
            <a:off x="7770807" y="4147407"/>
            <a:ext cx="595163" cy="167419"/>
          </a:xfrm>
          <a:prstGeom prst="line">
            <a:avLst/>
          </a:prstGeom>
          <a:ln w="28575">
            <a:solidFill>
              <a:srgbClr val="000000"/>
            </a:solidFill>
          </a:ln>
        </p:spPr>
        <p:txBody>
          <a:bodyPr lIns="45719" rIns="45719"/>
          <a:lstStyle/>
          <a:p>
            <a:pPr>
              <a:defRPr>
                <a:solidFill>
                  <a:srgbClr val="FFFFFF"/>
                </a:solidFill>
              </a:defRPr>
            </a:pPr>
          </a:p>
        </p:txBody>
      </p:sp>
      <p:sp>
        <p:nvSpPr>
          <p:cNvPr id="848" name="Straight Connector 81"/>
          <p:cNvSpPr/>
          <p:nvPr/>
        </p:nvSpPr>
        <p:spPr>
          <a:xfrm>
            <a:off x="8345828" y="4308571"/>
            <a:ext cx="575023" cy="210892"/>
          </a:xfrm>
          <a:prstGeom prst="line">
            <a:avLst/>
          </a:prstGeom>
          <a:ln w="28575">
            <a:solidFill>
              <a:srgbClr val="000000"/>
            </a:solidFill>
          </a:ln>
        </p:spPr>
        <p:txBody>
          <a:bodyPr lIns="45719" rIns="45719"/>
          <a:lstStyle/>
          <a:p>
            <a:pPr>
              <a:defRPr>
                <a:solidFill>
                  <a:srgbClr val="FFFFFF"/>
                </a:solidFill>
              </a:defRPr>
            </a:pPr>
          </a:p>
        </p:txBody>
      </p:sp>
      <p:sp>
        <p:nvSpPr>
          <p:cNvPr id="849" name="Oval 83"/>
          <p:cNvSpPr/>
          <p:nvPr/>
        </p:nvSpPr>
        <p:spPr>
          <a:xfrm>
            <a:off x="5197605" y="5245401"/>
            <a:ext cx="384752" cy="365733"/>
          </a:xfrm>
          <a:prstGeom prst="ellipse">
            <a:avLst/>
          </a:prstGeom>
          <a:ln w="28575">
            <a:solidFill>
              <a:srgbClr val="FF0000"/>
            </a:solidFill>
          </a:ln>
        </p:spPr>
        <p:txBody>
          <a:bodyPr lIns="45719" rIns="45719" anchor="ctr"/>
          <a:lstStyle/>
          <a:p>
            <a:pPr algn="ctr">
              <a:defRPr>
                <a:solidFill>
                  <a:srgbClr val="FFFFFF"/>
                </a:solidFill>
              </a:defRPr>
            </a:pPr>
          </a:p>
        </p:txBody>
      </p:sp>
      <p:sp>
        <p:nvSpPr>
          <p:cNvPr id="850" name="Oval 84"/>
          <p:cNvSpPr/>
          <p:nvPr/>
        </p:nvSpPr>
        <p:spPr>
          <a:xfrm>
            <a:off x="8754673" y="4346595"/>
            <a:ext cx="384751" cy="365733"/>
          </a:xfrm>
          <a:prstGeom prst="ellipse">
            <a:avLst/>
          </a:prstGeom>
          <a:ln w="28575">
            <a:solidFill>
              <a:srgbClr val="FF0000"/>
            </a:solidFill>
          </a:ln>
        </p:spPr>
        <p:txBody>
          <a:bodyPr lIns="45719" rIns="45719" anchor="ctr"/>
          <a:lstStyle/>
          <a:p>
            <a:pPr algn="ctr">
              <a:defRPr>
                <a:solidFill>
                  <a:srgbClr val="FFFFFF"/>
                </a:solidFill>
              </a:defRPr>
            </a:pPr>
          </a:p>
        </p:txBody>
      </p:sp>
      <p:sp>
        <p:nvSpPr>
          <p:cNvPr id="851" name="Straight Arrow Connector 86"/>
          <p:cNvSpPr/>
          <p:nvPr/>
        </p:nvSpPr>
        <p:spPr>
          <a:xfrm flipV="1">
            <a:off x="4834547" y="5611133"/>
            <a:ext cx="454208" cy="559267"/>
          </a:xfrm>
          <a:prstGeom prst="line">
            <a:avLst/>
          </a:prstGeom>
          <a:ln w="28575">
            <a:solidFill>
              <a:srgbClr val="FF0000"/>
            </a:solidFill>
            <a:tailEnd type="triangle"/>
          </a:ln>
        </p:spPr>
        <p:txBody>
          <a:bodyPr lIns="45719" rIns="45719"/>
          <a:lstStyle/>
          <a:p>
            <a:pPr>
              <a:defRPr>
                <a:solidFill>
                  <a:srgbClr val="FFFFFF"/>
                </a:solidFill>
              </a:defRPr>
            </a:pPr>
          </a:p>
        </p:txBody>
      </p:sp>
      <p:sp>
        <p:nvSpPr>
          <p:cNvPr id="852" name="Straight Arrow Connector 87"/>
          <p:cNvSpPr/>
          <p:nvPr/>
        </p:nvSpPr>
        <p:spPr>
          <a:xfrm flipH="1" flipV="1">
            <a:off x="9074302" y="4671681"/>
            <a:ext cx="518123" cy="700437"/>
          </a:xfrm>
          <a:prstGeom prst="line">
            <a:avLst/>
          </a:prstGeom>
          <a:ln w="28575">
            <a:solidFill>
              <a:srgbClr val="FF0000"/>
            </a:solidFill>
            <a:tailEnd type="triangle"/>
          </a:ln>
        </p:spPr>
        <p:txBody>
          <a:bodyPr lIns="45719" rIns="45719"/>
          <a:lstStyle/>
          <a:p>
            <a:pPr>
              <a:defRPr>
                <a:solidFill>
                  <a:srgbClr val="FFFFFF"/>
                </a:solidFill>
              </a:defRPr>
            </a:pPr>
          </a:p>
        </p:txBody>
      </p:sp>
      <p:sp>
        <p:nvSpPr>
          <p:cNvPr id="853" name="TextBox 1"/>
          <p:cNvSpPr txBox="1"/>
          <p:nvPr/>
        </p:nvSpPr>
        <p:spPr>
          <a:xfrm>
            <a:off x="8537224" y="195862"/>
            <a:ext cx="3408981" cy="28079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lvl1pPr>
          </a:lstStyle>
          <a:p>
            <a:pPr/>
            <a:r>
              <a:t>Source: Machine learning course (Andrew 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 presetID="22" grpId="2" fill="hold">
                                  <p:stCondLst>
                                    <p:cond delay="0"/>
                                  </p:stCondLst>
                                  <p:iterate type="el" backwards="0">
                                    <p:tmAbs val="0"/>
                                  </p:iterate>
                                  <p:childTnLst>
                                    <p:set>
                                      <p:cBhvr>
                                        <p:cTn id="10" fill="hold"/>
                                        <p:tgtEl>
                                          <p:spTgt spid="833"/>
                                        </p:tgtEl>
                                        <p:attrNameLst>
                                          <p:attrName>style.visibility</p:attrName>
                                        </p:attrNameLst>
                                      </p:cBhvr>
                                      <p:to>
                                        <p:strVal val="visible"/>
                                      </p:to>
                                    </p:set>
                                    <p:animEffect filter="wipe(up)" transition="in">
                                      <p:cBhvr>
                                        <p:cTn id="11" dur="1000"/>
                                        <p:tgtEl>
                                          <p:spTgt spid="833"/>
                                        </p:tgtEl>
                                      </p:cBhvr>
                                    </p:animEffect>
                                  </p:childTnLst>
                                </p:cTn>
                              </p:par>
                            </p:childTnLst>
                          </p:cTn>
                        </p:par>
                        <p:par>
                          <p:cTn id="12" fill="hold">
                            <p:stCondLst>
                              <p:cond delay="1000"/>
                            </p:stCondLst>
                            <p:childTnLst>
                              <p:par>
                                <p:cTn id="13" presetClass="entr" nodeType="afterEffect" presetSubtype="0" presetID="1" grpId="3" fill="hold">
                                  <p:stCondLst>
                                    <p:cond delay="0"/>
                                  </p:stCondLst>
                                  <p:iterate type="el" backwards="0">
                                    <p:tmAbs val="0"/>
                                  </p:iterate>
                                  <p:childTnLst>
                                    <p:set>
                                      <p:cBhvr>
                                        <p:cTn id="14" fill="hold"/>
                                        <p:tgtEl>
                                          <p:spTgt spid="8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 presetID="22" grpId="4" fill="hold">
                                  <p:stCondLst>
                                    <p:cond delay="0"/>
                                  </p:stCondLst>
                                  <p:iterate type="el" backwards="0">
                                    <p:tmAbs val="0"/>
                                  </p:iterate>
                                  <p:childTnLst>
                                    <p:set>
                                      <p:cBhvr>
                                        <p:cTn id="18" fill="hold"/>
                                        <p:tgtEl>
                                          <p:spTgt spid="834"/>
                                        </p:tgtEl>
                                        <p:attrNameLst>
                                          <p:attrName>style.visibility</p:attrName>
                                        </p:attrNameLst>
                                      </p:cBhvr>
                                      <p:to>
                                        <p:strVal val="visible"/>
                                      </p:to>
                                    </p:set>
                                    <p:animEffect filter="wipe(up)" transition="in">
                                      <p:cBhvr>
                                        <p:cTn id="19" dur="1000"/>
                                        <p:tgtEl>
                                          <p:spTgt spid="834"/>
                                        </p:tgtEl>
                                      </p:cBhvr>
                                    </p:animEffect>
                                  </p:childTnLst>
                                </p:cTn>
                              </p:par>
                            </p:childTnLst>
                          </p:cTn>
                        </p:par>
                        <p:par>
                          <p:cTn id="20" fill="hold">
                            <p:stCondLst>
                              <p:cond delay="1000"/>
                            </p:stCondLst>
                            <p:childTnLst>
                              <p:par>
                                <p:cTn id="21" presetClass="entr" nodeType="afterEffect" presetSubtype="0" presetID="1" grpId="5" fill="hold">
                                  <p:stCondLst>
                                    <p:cond delay="0"/>
                                  </p:stCondLst>
                                  <p:iterate type="el" backwards="0">
                                    <p:tmAbs val="0"/>
                                  </p:iterate>
                                  <p:childTnLst>
                                    <p:set>
                                      <p:cBhvr>
                                        <p:cTn id="22" fill="hold"/>
                                        <p:tgtEl>
                                          <p:spTgt spid="8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 presetID="22" grpId="6" fill="hold">
                                  <p:stCondLst>
                                    <p:cond delay="0"/>
                                  </p:stCondLst>
                                  <p:iterate type="el" backwards="0">
                                    <p:tmAbs val="0"/>
                                  </p:iterate>
                                  <p:childTnLst>
                                    <p:set>
                                      <p:cBhvr>
                                        <p:cTn id="26" fill="hold"/>
                                        <p:tgtEl>
                                          <p:spTgt spid="835"/>
                                        </p:tgtEl>
                                        <p:attrNameLst>
                                          <p:attrName>style.visibility</p:attrName>
                                        </p:attrNameLst>
                                      </p:cBhvr>
                                      <p:to>
                                        <p:strVal val="visible"/>
                                      </p:to>
                                    </p:set>
                                    <p:animEffect filter="wipe(up)" transition="in">
                                      <p:cBhvr>
                                        <p:cTn id="27" dur="1000"/>
                                        <p:tgtEl>
                                          <p:spTgt spid="835"/>
                                        </p:tgtEl>
                                      </p:cBhvr>
                                    </p:animEffect>
                                  </p:childTnLst>
                                </p:cTn>
                              </p:par>
                            </p:childTnLst>
                          </p:cTn>
                        </p:par>
                        <p:par>
                          <p:cTn id="28" fill="hold">
                            <p:stCondLst>
                              <p:cond delay="1000"/>
                            </p:stCondLst>
                            <p:childTnLst>
                              <p:par>
                                <p:cTn id="29" presetClass="entr" nodeType="afterEffect" presetSubtype="0" presetID="1" grpId="7" fill="hold">
                                  <p:stCondLst>
                                    <p:cond delay="0"/>
                                  </p:stCondLst>
                                  <p:iterate type="el" backwards="0">
                                    <p:tmAbs val="0"/>
                                  </p:iterate>
                                  <p:childTnLst>
                                    <p:set>
                                      <p:cBhvr>
                                        <p:cTn id="30" fill="hold"/>
                                        <p:tgtEl>
                                          <p:spTgt spid="8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1" presetID="22" grpId="8" fill="hold">
                                  <p:stCondLst>
                                    <p:cond delay="0"/>
                                  </p:stCondLst>
                                  <p:iterate type="el" backwards="0">
                                    <p:tmAbs val="0"/>
                                  </p:iterate>
                                  <p:childTnLst>
                                    <p:set>
                                      <p:cBhvr>
                                        <p:cTn id="34" fill="hold"/>
                                        <p:tgtEl>
                                          <p:spTgt spid="836"/>
                                        </p:tgtEl>
                                        <p:attrNameLst>
                                          <p:attrName>style.visibility</p:attrName>
                                        </p:attrNameLst>
                                      </p:cBhvr>
                                      <p:to>
                                        <p:strVal val="visible"/>
                                      </p:to>
                                    </p:set>
                                    <p:animEffect filter="wipe(up)" transition="in">
                                      <p:cBhvr>
                                        <p:cTn id="35" dur="1000"/>
                                        <p:tgtEl>
                                          <p:spTgt spid="836"/>
                                        </p:tgtEl>
                                      </p:cBhvr>
                                    </p:animEffect>
                                  </p:childTnLst>
                                </p:cTn>
                              </p:par>
                            </p:childTnLst>
                          </p:cTn>
                        </p:par>
                        <p:par>
                          <p:cTn id="36" fill="hold">
                            <p:stCondLst>
                              <p:cond delay="1000"/>
                            </p:stCondLst>
                            <p:childTnLst>
                              <p:par>
                                <p:cTn id="37" presetClass="entr" nodeType="afterEffect" presetSubtype="0" presetID="1" grpId="9" fill="hold">
                                  <p:stCondLst>
                                    <p:cond delay="0"/>
                                  </p:stCondLst>
                                  <p:iterate type="el" backwards="0">
                                    <p:tmAbs val="0"/>
                                  </p:iterate>
                                  <p:childTnLst>
                                    <p:set>
                                      <p:cBhvr>
                                        <p:cTn id="38" fill="hold"/>
                                        <p:tgtEl>
                                          <p:spTgt spid="819"/>
                                        </p:tgtEl>
                                        <p:attrNameLst>
                                          <p:attrName>style.visibility</p:attrName>
                                        </p:attrNameLst>
                                      </p:cBhvr>
                                      <p:to>
                                        <p:strVal val="visible"/>
                                      </p:to>
                                    </p:set>
                                  </p:childTnLst>
                                </p:cTn>
                              </p:par>
                            </p:childTnLst>
                          </p:cTn>
                        </p:par>
                        <p:par>
                          <p:cTn id="39" fill="hold">
                            <p:stCondLst>
                              <p:cond delay="1000"/>
                            </p:stCondLst>
                            <p:childTnLst>
                              <p:par>
                                <p:cTn id="40" presetClass="entr" nodeType="afterEffect" presetSubtype="1" presetID="22" grpId="10" fill="hold">
                                  <p:stCondLst>
                                    <p:cond delay="0"/>
                                  </p:stCondLst>
                                  <p:iterate type="el" backwards="0">
                                    <p:tmAbs val="0"/>
                                  </p:iterate>
                                  <p:childTnLst>
                                    <p:set>
                                      <p:cBhvr>
                                        <p:cTn id="41" fill="hold"/>
                                        <p:tgtEl>
                                          <p:spTgt spid="837"/>
                                        </p:tgtEl>
                                        <p:attrNameLst>
                                          <p:attrName>style.visibility</p:attrName>
                                        </p:attrNameLst>
                                      </p:cBhvr>
                                      <p:to>
                                        <p:strVal val="visible"/>
                                      </p:to>
                                    </p:set>
                                    <p:animEffect filter="wipe(up)" transition="in">
                                      <p:cBhvr>
                                        <p:cTn id="42" dur="1000"/>
                                        <p:tgtEl>
                                          <p:spTgt spid="837"/>
                                        </p:tgtEl>
                                      </p:cBhvr>
                                    </p:animEffect>
                                  </p:childTnLst>
                                </p:cTn>
                              </p:par>
                            </p:childTnLst>
                          </p:cTn>
                        </p:par>
                        <p:par>
                          <p:cTn id="43" fill="hold">
                            <p:stCondLst>
                              <p:cond delay="2000"/>
                            </p:stCondLst>
                            <p:childTnLst>
                              <p:par>
                                <p:cTn id="44" presetClass="entr" nodeType="afterEffect" presetSubtype="0" presetID="1" grpId="11" fill="hold">
                                  <p:stCondLst>
                                    <p:cond delay="0"/>
                                  </p:stCondLst>
                                  <p:iterate type="el" backwards="0">
                                    <p:tmAbs val="0"/>
                                  </p:iterate>
                                  <p:childTnLst>
                                    <p:set>
                                      <p:cBhvr>
                                        <p:cTn id="45" fill="hold"/>
                                        <p:tgtEl>
                                          <p:spTgt spid="820"/>
                                        </p:tgtEl>
                                        <p:attrNameLst>
                                          <p:attrName>style.visibility</p:attrName>
                                        </p:attrNameLst>
                                      </p:cBhvr>
                                      <p:to>
                                        <p:strVal val="visible"/>
                                      </p:to>
                                    </p:set>
                                  </p:childTnLst>
                                </p:cTn>
                              </p:par>
                            </p:childTnLst>
                          </p:cTn>
                        </p:par>
                        <p:par>
                          <p:cTn id="46" fill="hold">
                            <p:stCondLst>
                              <p:cond delay="2000"/>
                            </p:stCondLst>
                            <p:childTnLst>
                              <p:par>
                                <p:cTn id="47" presetClass="entr" nodeType="afterEffect" presetSubtype="1" presetID="22" grpId="12" fill="hold">
                                  <p:stCondLst>
                                    <p:cond delay="0"/>
                                  </p:stCondLst>
                                  <p:iterate type="el" backwards="0">
                                    <p:tmAbs val="0"/>
                                  </p:iterate>
                                  <p:childTnLst>
                                    <p:set>
                                      <p:cBhvr>
                                        <p:cTn id="48" fill="hold"/>
                                        <p:tgtEl>
                                          <p:spTgt spid="838"/>
                                        </p:tgtEl>
                                        <p:attrNameLst>
                                          <p:attrName>style.visibility</p:attrName>
                                        </p:attrNameLst>
                                      </p:cBhvr>
                                      <p:to>
                                        <p:strVal val="visible"/>
                                      </p:to>
                                    </p:set>
                                    <p:animEffect filter="wipe(up)" transition="in">
                                      <p:cBhvr>
                                        <p:cTn id="49" dur="1000"/>
                                        <p:tgtEl>
                                          <p:spTgt spid="838"/>
                                        </p:tgtEl>
                                      </p:cBhvr>
                                    </p:animEffect>
                                  </p:childTnLst>
                                </p:cTn>
                              </p:par>
                            </p:childTnLst>
                          </p:cTn>
                        </p:par>
                        <p:par>
                          <p:cTn id="50" fill="hold">
                            <p:stCondLst>
                              <p:cond delay="3000"/>
                            </p:stCondLst>
                            <p:childTnLst>
                              <p:par>
                                <p:cTn id="51" presetClass="entr" nodeType="afterEffect" presetSubtype="0" presetID="1" grpId="13" fill="hold">
                                  <p:stCondLst>
                                    <p:cond delay="0"/>
                                  </p:stCondLst>
                                  <p:iterate type="el" backwards="0">
                                    <p:tmAbs val="0"/>
                                  </p:iterate>
                                  <p:childTnLst>
                                    <p:set>
                                      <p:cBhvr>
                                        <p:cTn id="52" fill="hold"/>
                                        <p:tgtEl>
                                          <p:spTgt spid="821"/>
                                        </p:tgtEl>
                                        <p:attrNameLst>
                                          <p:attrName>style.visibility</p:attrName>
                                        </p:attrNameLst>
                                      </p:cBhvr>
                                      <p:to>
                                        <p:strVal val="visible"/>
                                      </p:to>
                                    </p:set>
                                  </p:childTnLst>
                                </p:cTn>
                              </p:par>
                            </p:childTnLst>
                          </p:cTn>
                        </p:par>
                        <p:par>
                          <p:cTn id="53" fill="hold">
                            <p:stCondLst>
                              <p:cond delay="3000"/>
                            </p:stCondLst>
                            <p:childTnLst>
                              <p:par>
                                <p:cTn id="54" presetClass="entr" nodeType="afterEffect" presetSubtype="1" presetID="22" grpId="14" fill="hold">
                                  <p:stCondLst>
                                    <p:cond delay="0"/>
                                  </p:stCondLst>
                                  <p:iterate type="el" backwards="0">
                                    <p:tmAbs val="0"/>
                                  </p:iterate>
                                  <p:childTnLst>
                                    <p:set>
                                      <p:cBhvr>
                                        <p:cTn id="55" fill="hold"/>
                                        <p:tgtEl>
                                          <p:spTgt spid="839"/>
                                        </p:tgtEl>
                                        <p:attrNameLst>
                                          <p:attrName>style.visibility</p:attrName>
                                        </p:attrNameLst>
                                      </p:cBhvr>
                                      <p:to>
                                        <p:strVal val="visible"/>
                                      </p:to>
                                    </p:set>
                                    <p:animEffect filter="wipe(up)" transition="in">
                                      <p:cBhvr>
                                        <p:cTn id="56" dur="1000"/>
                                        <p:tgtEl>
                                          <p:spTgt spid="839"/>
                                        </p:tgtEl>
                                      </p:cBhvr>
                                    </p:animEffect>
                                  </p:childTnLst>
                                </p:cTn>
                              </p:par>
                            </p:childTnLst>
                          </p:cTn>
                        </p:par>
                        <p:par>
                          <p:cTn id="57" fill="hold">
                            <p:stCondLst>
                              <p:cond delay="4000"/>
                            </p:stCondLst>
                            <p:childTnLst>
                              <p:par>
                                <p:cTn id="58" presetClass="entr" nodeType="afterEffect" presetSubtype="0" presetID="1" grpId="15" fill="hold">
                                  <p:stCondLst>
                                    <p:cond delay="0"/>
                                  </p:stCondLst>
                                  <p:iterate type="el" backwards="0">
                                    <p:tmAbs val="0"/>
                                  </p:iterate>
                                  <p:childTnLst>
                                    <p:set>
                                      <p:cBhvr>
                                        <p:cTn id="59" fill="hold"/>
                                        <p:tgtEl>
                                          <p:spTgt spid="822"/>
                                        </p:tgtEl>
                                        <p:attrNameLst>
                                          <p:attrName>style.visibility</p:attrName>
                                        </p:attrNameLst>
                                      </p:cBhvr>
                                      <p:to>
                                        <p:strVal val="visible"/>
                                      </p:to>
                                    </p:set>
                                  </p:childTnLst>
                                </p:cTn>
                              </p:par>
                            </p:childTnLst>
                          </p:cTn>
                        </p:par>
                        <p:par>
                          <p:cTn id="60" fill="hold">
                            <p:stCondLst>
                              <p:cond delay="4000"/>
                            </p:stCondLst>
                            <p:childTnLst>
                              <p:par>
                                <p:cTn id="61" presetClass="entr" nodeType="afterEffect" presetSubtype="1" presetID="22" grpId="16" fill="hold">
                                  <p:stCondLst>
                                    <p:cond delay="0"/>
                                  </p:stCondLst>
                                  <p:iterate type="el" backwards="0">
                                    <p:tmAbs val="0"/>
                                  </p:iterate>
                                  <p:childTnLst>
                                    <p:set>
                                      <p:cBhvr>
                                        <p:cTn id="62" fill="hold"/>
                                        <p:tgtEl>
                                          <p:spTgt spid="840"/>
                                        </p:tgtEl>
                                        <p:attrNameLst>
                                          <p:attrName>style.visibility</p:attrName>
                                        </p:attrNameLst>
                                      </p:cBhvr>
                                      <p:to>
                                        <p:strVal val="visible"/>
                                      </p:to>
                                    </p:set>
                                    <p:animEffect filter="wipe(up)" transition="in">
                                      <p:cBhvr>
                                        <p:cTn id="63" dur="1000"/>
                                        <p:tgtEl>
                                          <p:spTgt spid="840"/>
                                        </p:tgtEl>
                                      </p:cBhvr>
                                    </p:animEffect>
                                  </p:childTnLst>
                                </p:cTn>
                              </p:par>
                            </p:childTnLst>
                          </p:cTn>
                        </p:par>
                        <p:par>
                          <p:cTn id="64" fill="hold">
                            <p:stCondLst>
                              <p:cond delay="5000"/>
                            </p:stCondLst>
                            <p:childTnLst>
                              <p:par>
                                <p:cTn id="65" presetClass="entr" nodeType="afterEffect" presetSubtype="0" presetID="1" grpId="17" fill="hold">
                                  <p:stCondLst>
                                    <p:cond delay="0"/>
                                  </p:stCondLst>
                                  <p:iterate type="el" backwards="0">
                                    <p:tmAbs val="0"/>
                                  </p:iterate>
                                  <p:childTnLst>
                                    <p:set>
                                      <p:cBhvr>
                                        <p:cTn id="66" fill="hold"/>
                                        <p:tgtEl>
                                          <p:spTgt spid="823"/>
                                        </p:tgtEl>
                                        <p:attrNameLst>
                                          <p:attrName>style.visibility</p:attrName>
                                        </p:attrNameLst>
                                      </p:cBhvr>
                                      <p:to>
                                        <p:strVal val="visible"/>
                                      </p:to>
                                    </p:set>
                                  </p:childTnLst>
                                </p:cTn>
                              </p:par>
                            </p:childTnLst>
                          </p:cTn>
                        </p:par>
                        <p:par>
                          <p:cTn id="67" fill="hold">
                            <p:stCondLst>
                              <p:cond delay="5000"/>
                            </p:stCondLst>
                            <p:childTnLst>
                              <p:par>
                                <p:cTn id="68" presetClass="entr" nodeType="afterEffect" presetSubtype="1" presetID="22" grpId="18" fill="hold">
                                  <p:stCondLst>
                                    <p:cond delay="0"/>
                                  </p:stCondLst>
                                  <p:iterate type="el" backwards="0">
                                    <p:tmAbs val="0"/>
                                  </p:iterate>
                                  <p:childTnLst>
                                    <p:set>
                                      <p:cBhvr>
                                        <p:cTn id="69" fill="hold"/>
                                        <p:tgtEl>
                                          <p:spTgt spid="841"/>
                                        </p:tgtEl>
                                        <p:attrNameLst>
                                          <p:attrName>style.visibility</p:attrName>
                                        </p:attrNameLst>
                                      </p:cBhvr>
                                      <p:to>
                                        <p:strVal val="visible"/>
                                      </p:to>
                                    </p:set>
                                    <p:animEffect filter="wipe(up)" transition="in">
                                      <p:cBhvr>
                                        <p:cTn id="70" dur="1000"/>
                                        <p:tgtEl>
                                          <p:spTgt spid="841"/>
                                        </p:tgtEl>
                                      </p:cBhvr>
                                    </p:animEffect>
                                  </p:childTnLst>
                                </p:cTn>
                              </p:par>
                            </p:childTnLst>
                          </p:cTn>
                        </p:par>
                        <p:par>
                          <p:cTn id="71" fill="hold">
                            <p:stCondLst>
                              <p:cond delay="6000"/>
                            </p:stCondLst>
                            <p:childTnLst>
                              <p:par>
                                <p:cTn id="72" presetClass="entr" nodeType="afterEffect" presetSubtype="0" presetID="1" grpId="19" fill="hold">
                                  <p:stCondLst>
                                    <p:cond delay="0"/>
                                  </p:stCondLst>
                                  <p:iterate type="el" backwards="0">
                                    <p:tmAbs val="0"/>
                                  </p:iterate>
                                  <p:childTnLst>
                                    <p:set>
                                      <p:cBhvr>
                                        <p:cTn id="73" fill="hold"/>
                                        <p:tgtEl>
                                          <p:spTgt spid="82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Class="entr" nodeType="clickEffect" presetSubtype="0" presetID="1" grpId="20" fill="hold">
                                  <p:stCondLst>
                                    <p:cond delay="0"/>
                                  </p:stCondLst>
                                  <p:iterate type="el" backwards="0">
                                    <p:tmAbs val="0"/>
                                  </p:iterate>
                                  <p:childTnLst>
                                    <p:set>
                                      <p:cBhvr>
                                        <p:cTn id="77" fill="hold"/>
                                        <p:tgtEl>
                                          <p:spTgt spid="82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Class="entr" nodeType="clickEffect" presetSubtype="8" presetID="22" grpId="21" fill="hold">
                                  <p:stCondLst>
                                    <p:cond delay="0"/>
                                  </p:stCondLst>
                                  <p:iterate type="el" backwards="0">
                                    <p:tmAbs val="0"/>
                                  </p:iterate>
                                  <p:childTnLst>
                                    <p:set>
                                      <p:cBhvr>
                                        <p:cTn id="81" fill="hold"/>
                                        <p:tgtEl>
                                          <p:spTgt spid="842"/>
                                        </p:tgtEl>
                                        <p:attrNameLst>
                                          <p:attrName>style.visibility</p:attrName>
                                        </p:attrNameLst>
                                      </p:cBhvr>
                                      <p:to>
                                        <p:strVal val="visible"/>
                                      </p:to>
                                    </p:set>
                                    <p:animEffect filter="wipe(left)" transition="in">
                                      <p:cBhvr>
                                        <p:cTn id="82" dur="1000"/>
                                        <p:tgtEl>
                                          <p:spTgt spid="842"/>
                                        </p:tgtEl>
                                      </p:cBhvr>
                                    </p:animEffect>
                                  </p:childTnLst>
                                </p:cTn>
                              </p:par>
                            </p:childTnLst>
                          </p:cTn>
                        </p:par>
                        <p:par>
                          <p:cTn id="83" fill="hold">
                            <p:stCondLst>
                              <p:cond delay="1000"/>
                            </p:stCondLst>
                            <p:childTnLst>
                              <p:par>
                                <p:cTn id="84" presetClass="entr" nodeType="afterEffect" presetSubtype="0" presetID="1" grpId="22" fill="hold">
                                  <p:stCondLst>
                                    <p:cond delay="0"/>
                                  </p:stCondLst>
                                  <p:iterate type="el" backwards="0">
                                    <p:tmAbs val="0"/>
                                  </p:iterate>
                                  <p:childTnLst>
                                    <p:set>
                                      <p:cBhvr>
                                        <p:cTn id="85" fill="hold"/>
                                        <p:tgtEl>
                                          <p:spTgt spid="82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Class="entr" nodeType="clickEffect" presetSubtype="8" presetID="22" grpId="23" fill="hold">
                                  <p:stCondLst>
                                    <p:cond delay="0"/>
                                  </p:stCondLst>
                                  <p:iterate type="el" backwards="0">
                                    <p:tmAbs val="0"/>
                                  </p:iterate>
                                  <p:childTnLst>
                                    <p:set>
                                      <p:cBhvr>
                                        <p:cTn id="89" fill="hold"/>
                                        <p:tgtEl>
                                          <p:spTgt spid="843"/>
                                        </p:tgtEl>
                                        <p:attrNameLst>
                                          <p:attrName>style.visibility</p:attrName>
                                        </p:attrNameLst>
                                      </p:cBhvr>
                                      <p:to>
                                        <p:strVal val="visible"/>
                                      </p:to>
                                    </p:set>
                                    <p:animEffect filter="wipe(left)" transition="in">
                                      <p:cBhvr>
                                        <p:cTn id="90" dur="1000"/>
                                        <p:tgtEl>
                                          <p:spTgt spid="843"/>
                                        </p:tgtEl>
                                      </p:cBhvr>
                                    </p:animEffect>
                                  </p:childTnLst>
                                </p:cTn>
                              </p:par>
                            </p:childTnLst>
                          </p:cTn>
                        </p:par>
                        <p:par>
                          <p:cTn id="91" fill="hold">
                            <p:stCondLst>
                              <p:cond delay="1000"/>
                            </p:stCondLst>
                            <p:childTnLst>
                              <p:par>
                                <p:cTn id="92" presetClass="entr" nodeType="afterEffect" presetSubtype="0" presetID="1" grpId="24" fill="hold">
                                  <p:stCondLst>
                                    <p:cond delay="0"/>
                                  </p:stCondLst>
                                  <p:iterate type="el" backwards="0">
                                    <p:tmAbs val="0"/>
                                  </p:iterate>
                                  <p:childTnLst>
                                    <p:set>
                                      <p:cBhvr>
                                        <p:cTn id="93" fill="hold"/>
                                        <p:tgtEl>
                                          <p:spTgt spid="827"/>
                                        </p:tgtEl>
                                        <p:attrNameLst>
                                          <p:attrName>style.visibility</p:attrName>
                                        </p:attrNameLst>
                                      </p:cBhvr>
                                      <p:to>
                                        <p:strVal val="visible"/>
                                      </p:to>
                                    </p:set>
                                  </p:childTnLst>
                                </p:cTn>
                              </p:par>
                            </p:childTnLst>
                          </p:cTn>
                        </p:par>
                        <p:par>
                          <p:cTn id="94" fill="hold">
                            <p:stCondLst>
                              <p:cond delay="1000"/>
                            </p:stCondLst>
                            <p:childTnLst>
                              <p:par>
                                <p:cTn id="95" presetClass="entr" nodeType="afterEffect" presetSubtype="8" presetID="22" grpId="25" fill="hold">
                                  <p:stCondLst>
                                    <p:cond delay="0"/>
                                  </p:stCondLst>
                                  <p:iterate type="el" backwards="0">
                                    <p:tmAbs val="0"/>
                                  </p:iterate>
                                  <p:childTnLst>
                                    <p:set>
                                      <p:cBhvr>
                                        <p:cTn id="96" fill="hold"/>
                                        <p:tgtEl>
                                          <p:spTgt spid="844"/>
                                        </p:tgtEl>
                                        <p:attrNameLst>
                                          <p:attrName>style.visibility</p:attrName>
                                        </p:attrNameLst>
                                      </p:cBhvr>
                                      <p:to>
                                        <p:strVal val="visible"/>
                                      </p:to>
                                    </p:set>
                                    <p:animEffect filter="wipe(left)" transition="in">
                                      <p:cBhvr>
                                        <p:cTn id="97" dur="1000"/>
                                        <p:tgtEl>
                                          <p:spTgt spid="844"/>
                                        </p:tgtEl>
                                      </p:cBhvr>
                                    </p:animEffect>
                                  </p:childTnLst>
                                </p:cTn>
                              </p:par>
                            </p:childTnLst>
                          </p:cTn>
                        </p:par>
                        <p:par>
                          <p:cTn id="98" fill="hold">
                            <p:stCondLst>
                              <p:cond delay="2000"/>
                            </p:stCondLst>
                            <p:childTnLst>
                              <p:par>
                                <p:cTn id="99" presetClass="entr" nodeType="afterEffect" presetSubtype="0" presetID="1" grpId="26" fill="hold">
                                  <p:stCondLst>
                                    <p:cond delay="0"/>
                                  </p:stCondLst>
                                  <p:iterate type="el" backwards="0">
                                    <p:tmAbs val="0"/>
                                  </p:iterate>
                                  <p:childTnLst>
                                    <p:set>
                                      <p:cBhvr>
                                        <p:cTn id="100" fill="hold"/>
                                        <p:tgtEl>
                                          <p:spTgt spid="828"/>
                                        </p:tgtEl>
                                        <p:attrNameLst>
                                          <p:attrName>style.visibility</p:attrName>
                                        </p:attrNameLst>
                                      </p:cBhvr>
                                      <p:to>
                                        <p:strVal val="visible"/>
                                      </p:to>
                                    </p:set>
                                  </p:childTnLst>
                                </p:cTn>
                              </p:par>
                            </p:childTnLst>
                          </p:cTn>
                        </p:par>
                        <p:par>
                          <p:cTn id="101" fill="hold">
                            <p:stCondLst>
                              <p:cond delay="2000"/>
                            </p:stCondLst>
                            <p:childTnLst>
                              <p:par>
                                <p:cTn id="102" presetClass="entr" nodeType="afterEffect" presetSubtype="8" presetID="22" grpId="27" fill="hold">
                                  <p:stCondLst>
                                    <p:cond delay="0"/>
                                  </p:stCondLst>
                                  <p:iterate type="el" backwards="0">
                                    <p:tmAbs val="0"/>
                                  </p:iterate>
                                  <p:childTnLst>
                                    <p:set>
                                      <p:cBhvr>
                                        <p:cTn id="103" fill="hold"/>
                                        <p:tgtEl>
                                          <p:spTgt spid="845"/>
                                        </p:tgtEl>
                                        <p:attrNameLst>
                                          <p:attrName>style.visibility</p:attrName>
                                        </p:attrNameLst>
                                      </p:cBhvr>
                                      <p:to>
                                        <p:strVal val="visible"/>
                                      </p:to>
                                    </p:set>
                                    <p:animEffect filter="wipe(left)" transition="in">
                                      <p:cBhvr>
                                        <p:cTn id="104" dur="1000"/>
                                        <p:tgtEl>
                                          <p:spTgt spid="845"/>
                                        </p:tgtEl>
                                      </p:cBhvr>
                                    </p:animEffect>
                                  </p:childTnLst>
                                </p:cTn>
                              </p:par>
                            </p:childTnLst>
                          </p:cTn>
                        </p:par>
                        <p:par>
                          <p:cTn id="105" fill="hold">
                            <p:stCondLst>
                              <p:cond delay="3000"/>
                            </p:stCondLst>
                            <p:childTnLst>
                              <p:par>
                                <p:cTn id="106" presetClass="entr" nodeType="afterEffect" presetSubtype="0" presetID="1" grpId="28" fill="hold">
                                  <p:stCondLst>
                                    <p:cond delay="0"/>
                                  </p:stCondLst>
                                  <p:iterate type="el" backwards="0">
                                    <p:tmAbs val="0"/>
                                  </p:iterate>
                                  <p:childTnLst>
                                    <p:set>
                                      <p:cBhvr>
                                        <p:cTn id="107" fill="hold"/>
                                        <p:tgtEl>
                                          <p:spTgt spid="829"/>
                                        </p:tgtEl>
                                        <p:attrNameLst>
                                          <p:attrName>style.visibility</p:attrName>
                                        </p:attrNameLst>
                                      </p:cBhvr>
                                      <p:to>
                                        <p:strVal val="visible"/>
                                      </p:to>
                                    </p:set>
                                  </p:childTnLst>
                                </p:cTn>
                              </p:par>
                            </p:childTnLst>
                          </p:cTn>
                        </p:par>
                        <p:par>
                          <p:cTn id="108" fill="hold">
                            <p:stCondLst>
                              <p:cond delay="3000"/>
                            </p:stCondLst>
                            <p:childTnLst>
                              <p:par>
                                <p:cTn id="109" presetClass="entr" nodeType="afterEffect" presetSubtype="8" presetID="22" grpId="29" fill="hold">
                                  <p:stCondLst>
                                    <p:cond delay="0"/>
                                  </p:stCondLst>
                                  <p:iterate type="el" backwards="0">
                                    <p:tmAbs val="0"/>
                                  </p:iterate>
                                  <p:childTnLst>
                                    <p:set>
                                      <p:cBhvr>
                                        <p:cTn id="110" fill="hold"/>
                                        <p:tgtEl>
                                          <p:spTgt spid="846"/>
                                        </p:tgtEl>
                                        <p:attrNameLst>
                                          <p:attrName>style.visibility</p:attrName>
                                        </p:attrNameLst>
                                      </p:cBhvr>
                                      <p:to>
                                        <p:strVal val="visible"/>
                                      </p:to>
                                    </p:set>
                                    <p:animEffect filter="wipe(left)" transition="in">
                                      <p:cBhvr>
                                        <p:cTn id="111" dur="1000"/>
                                        <p:tgtEl>
                                          <p:spTgt spid="846"/>
                                        </p:tgtEl>
                                      </p:cBhvr>
                                    </p:animEffect>
                                  </p:childTnLst>
                                </p:cTn>
                              </p:par>
                            </p:childTnLst>
                          </p:cTn>
                        </p:par>
                        <p:par>
                          <p:cTn id="112" fill="hold">
                            <p:stCondLst>
                              <p:cond delay="4000"/>
                            </p:stCondLst>
                            <p:childTnLst>
                              <p:par>
                                <p:cTn id="113" presetClass="entr" nodeType="afterEffect" presetSubtype="0" presetID="1" grpId="30" fill="hold">
                                  <p:stCondLst>
                                    <p:cond delay="0"/>
                                  </p:stCondLst>
                                  <p:iterate type="el" backwards="0">
                                    <p:tmAbs val="0"/>
                                  </p:iterate>
                                  <p:childTnLst>
                                    <p:set>
                                      <p:cBhvr>
                                        <p:cTn id="114" fill="hold"/>
                                        <p:tgtEl>
                                          <p:spTgt spid="830"/>
                                        </p:tgtEl>
                                        <p:attrNameLst>
                                          <p:attrName>style.visibility</p:attrName>
                                        </p:attrNameLst>
                                      </p:cBhvr>
                                      <p:to>
                                        <p:strVal val="visible"/>
                                      </p:to>
                                    </p:set>
                                  </p:childTnLst>
                                </p:cTn>
                              </p:par>
                            </p:childTnLst>
                          </p:cTn>
                        </p:par>
                        <p:par>
                          <p:cTn id="115" fill="hold">
                            <p:stCondLst>
                              <p:cond delay="4000"/>
                            </p:stCondLst>
                            <p:childTnLst>
                              <p:par>
                                <p:cTn id="116" presetClass="entr" nodeType="afterEffect" presetSubtype="8" presetID="22" grpId="31" fill="hold">
                                  <p:stCondLst>
                                    <p:cond delay="0"/>
                                  </p:stCondLst>
                                  <p:iterate type="el" backwards="0">
                                    <p:tmAbs val="0"/>
                                  </p:iterate>
                                  <p:childTnLst>
                                    <p:set>
                                      <p:cBhvr>
                                        <p:cTn id="117" fill="hold"/>
                                        <p:tgtEl>
                                          <p:spTgt spid="847"/>
                                        </p:tgtEl>
                                        <p:attrNameLst>
                                          <p:attrName>style.visibility</p:attrName>
                                        </p:attrNameLst>
                                      </p:cBhvr>
                                      <p:to>
                                        <p:strVal val="visible"/>
                                      </p:to>
                                    </p:set>
                                    <p:animEffect filter="wipe(left)" transition="in">
                                      <p:cBhvr>
                                        <p:cTn id="118" dur="1000"/>
                                        <p:tgtEl>
                                          <p:spTgt spid="847"/>
                                        </p:tgtEl>
                                      </p:cBhvr>
                                    </p:animEffect>
                                  </p:childTnLst>
                                </p:cTn>
                              </p:par>
                            </p:childTnLst>
                          </p:cTn>
                        </p:par>
                        <p:par>
                          <p:cTn id="119" fill="hold">
                            <p:stCondLst>
                              <p:cond delay="5000"/>
                            </p:stCondLst>
                            <p:childTnLst>
                              <p:par>
                                <p:cTn id="120" presetClass="entr" nodeType="afterEffect" presetSubtype="0" presetID="1" grpId="32" fill="hold">
                                  <p:stCondLst>
                                    <p:cond delay="0"/>
                                  </p:stCondLst>
                                  <p:iterate type="el" backwards="0">
                                    <p:tmAbs val="0"/>
                                  </p:iterate>
                                  <p:childTnLst>
                                    <p:set>
                                      <p:cBhvr>
                                        <p:cTn id="121" fill="hold"/>
                                        <p:tgtEl>
                                          <p:spTgt spid="831"/>
                                        </p:tgtEl>
                                        <p:attrNameLst>
                                          <p:attrName>style.visibility</p:attrName>
                                        </p:attrNameLst>
                                      </p:cBhvr>
                                      <p:to>
                                        <p:strVal val="visible"/>
                                      </p:to>
                                    </p:set>
                                  </p:childTnLst>
                                </p:cTn>
                              </p:par>
                            </p:childTnLst>
                          </p:cTn>
                        </p:par>
                        <p:par>
                          <p:cTn id="122" fill="hold">
                            <p:stCondLst>
                              <p:cond delay="5000"/>
                            </p:stCondLst>
                            <p:childTnLst>
                              <p:par>
                                <p:cTn id="123" presetClass="entr" nodeType="afterEffect" presetSubtype="8" presetID="22" grpId="33" fill="hold">
                                  <p:stCondLst>
                                    <p:cond delay="0"/>
                                  </p:stCondLst>
                                  <p:iterate type="el" backwards="0">
                                    <p:tmAbs val="0"/>
                                  </p:iterate>
                                  <p:childTnLst>
                                    <p:set>
                                      <p:cBhvr>
                                        <p:cTn id="124" fill="hold"/>
                                        <p:tgtEl>
                                          <p:spTgt spid="848"/>
                                        </p:tgtEl>
                                        <p:attrNameLst>
                                          <p:attrName>style.visibility</p:attrName>
                                        </p:attrNameLst>
                                      </p:cBhvr>
                                      <p:to>
                                        <p:strVal val="visible"/>
                                      </p:to>
                                    </p:set>
                                    <p:animEffect filter="wipe(left)" transition="in">
                                      <p:cBhvr>
                                        <p:cTn id="125" dur="1000"/>
                                        <p:tgtEl>
                                          <p:spTgt spid="848"/>
                                        </p:tgtEl>
                                      </p:cBhvr>
                                    </p:animEffect>
                                  </p:childTnLst>
                                </p:cTn>
                              </p:par>
                            </p:childTnLst>
                          </p:cTn>
                        </p:par>
                        <p:par>
                          <p:cTn id="126" fill="hold">
                            <p:stCondLst>
                              <p:cond delay="6000"/>
                            </p:stCondLst>
                            <p:childTnLst>
                              <p:par>
                                <p:cTn id="127" presetClass="entr" nodeType="afterEffect" presetSubtype="0" presetID="1" grpId="34" fill="hold">
                                  <p:stCondLst>
                                    <p:cond delay="0"/>
                                  </p:stCondLst>
                                  <p:iterate type="el" backwards="0">
                                    <p:tmAbs val="0"/>
                                  </p:iterate>
                                  <p:childTnLst>
                                    <p:set>
                                      <p:cBhvr>
                                        <p:cTn id="128" fill="hold"/>
                                        <p:tgtEl>
                                          <p:spTgt spid="83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Class="entr" nodeType="clickEffect" presetID="10" grpId="35" fill="hold">
                                  <p:stCondLst>
                                    <p:cond delay="0"/>
                                  </p:stCondLst>
                                  <p:iterate type="el" backwards="0">
                                    <p:tmAbs val="0"/>
                                  </p:iterate>
                                  <p:childTnLst>
                                    <p:set>
                                      <p:cBhvr>
                                        <p:cTn id="132" fill="hold"/>
                                        <p:tgtEl>
                                          <p:spTgt spid="849"/>
                                        </p:tgtEl>
                                        <p:attrNameLst>
                                          <p:attrName>style.visibility</p:attrName>
                                        </p:attrNameLst>
                                      </p:cBhvr>
                                      <p:to>
                                        <p:strVal val="visible"/>
                                      </p:to>
                                    </p:set>
                                    <p:animEffect filter="fade" transition="in">
                                      <p:cBhvr>
                                        <p:cTn id="133" dur="2000"/>
                                        <p:tgtEl>
                                          <p:spTgt spid="849"/>
                                        </p:tgtEl>
                                      </p:cBhvr>
                                    </p:animEffect>
                                  </p:childTnLst>
                                </p:cTn>
                              </p:par>
                            </p:childTnLst>
                          </p:cTn>
                        </p:par>
                        <p:par>
                          <p:cTn id="134" fill="hold">
                            <p:stCondLst>
                              <p:cond delay="2000"/>
                            </p:stCondLst>
                            <p:childTnLst>
                              <p:par>
                                <p:cTn id="135" presetClass="entr" nodeType="afterEffect" presetID="10" grpId="36" fill="hold">
                                  <p:stCondLst>
                                    <p:cond delay="0"/>
                                  </p:stCondLst>
                                  <p:iterate type="el" backwards="0">
                                    <p:tmAbs val="0"/>
                                  </p:iterate>
                                  <p:childTnLst>
                                    <p:set>
                                      <p:cBhvr>
                                        <p:cTn id="136" fill="hold"/>
                                        <p:tgtEl>
                                          <p:spTgt spid="850"/>
                                        </p:tgtEl>
                                        <p:attrNameLst>
                                          <p:attrName>style.visibility</p:attrName>
                                        </p:attrNameLst>
                                      </p:cBhvr>
                                      <p:to>
                                        <p:strVal val="visible"/>
                                      </p:to>
                                    </p:set>
                                    <p:animEffect filter="fade" transition="in">
                                      <p:cBhvr>
                                        <p:cTn id="137" dur="2000"/>
                                        <p:tgtEl>
                                          <p:spTgt spid="850"/>
                                        </p:tgtEl>
                                      </p:cBhvr>
                                    </p:animEffect>
                                  </p:childTnLst>
                                </p:cTn>
                              </p:par>
                            </p:childTnLst>
                          </p:cTn>
                        </p:par>
                      </p:childTnLst>
                    </p:cTn>
                  </p:par>
                  <p:par>
                    <p:cTn id="138" fill="hold">
                      <p:stCondLst>
                        <p:cond delay="indefinite"/>
                      </p:stCondLst>
                      <p:childTnLst>
                        <p:par>
                          <p:cTn id="139" fill="hold">
                            <p:stCondLst>
                              <p:cond delay="0"/>
                            </p:stCondLst>
                            <p:childTnLst>
                              <p:par>
                                <p:cTn id="140" presetClass="entr" nodeType="clickEffect" presetSubtype="4" presetID="22" grpId="37" fill="hold">
                                  <p:stCondLst>
                                    <p:cond delay="0"/>
                                  </p:stCondLst>
                                  <p:iterate type="el" backwards="0">
                                    <p:tmAbs val="0"/>
                                  </p:iterate>
                                  <p:childTnLst>
                                    <p:set>
                                      <p:cBhvr>
                                        <p:cTn id="141" fill="hold"/>
                                        <p:tgtEl>
                                          <p:spTgt spid="851"/>
                                        </p:tgtEl>
                                        <p:attrNameLst>
                                          <p:attrName>style.visibility</p:attrName>
                                        </p:attrNameLst>
                                      </p:cBhvr>
                                      <p:to>
                                        <p:strVal val="visible"/>
                                      </p:to>
                                    </p:set>
                                    <p:animEffect filter="wipe(down)" transition="in">
                                      <p:cBhvr>
                                        <p:cTn id="142" dur="1000"/>
                                        <p:tgtEl>
                                          <p:spTgt spid="851"/>
                                        </p:tgtEl>
                                      </p:cBhvr>
                                    </p:animEffect>
                                  </p:childTnLst>
                                </p:cTn>
                              </p:par>
                            </p:childTnLst>
                          </p:cTn>
                        </p:par>
                        <p:par>
                          <p:cTn id="143" fill="hold">
                            <p:stCondLst>
                              <p:cond delay="1000"/>
                            </p:stCondLst>
                            <p:childTnLst>
                              <p:par>
                                <p:cTn id="144" presetClass="entr" nodeType="afterEffect" presetSubtype="4" presetID="22" grpId="38" fill="hold">
                                  <p:stCondLst>
                                    <p:cond delay="0"/>
                                  </p:stCondLst>
                                  <p:iterate type="el" backwards="0">
                                    <p:tmAbs val="0"/>
                                  </p:iterate>
                                  <p:childTnLst>
                                    <p:set>
                                      <p:cBhvr>
                                        <p:cTn id="145" fill="hold"/>
                                        <p:tgtEl>
                                          <p:spTgt spid="852"/>
                                        </p:tgtEl>
                                        <p:attrNameLst>
                                          <p:attrName>style.visibility</p:attrName>
                                        </p:attrNameLst>
                                      </p:cBhvr>
                                      <p:to>
                                        <p:strVal val="visible"/>
                                      </p:to>
                                    </p:set>
                                    <p:animEffect filter="wipe(down)" transition="in">
                                      <p:cBhvr>
                                        <p:cTn id="146" dur="1000"/>
                                        <p:tgtEl>
                                          <p:spTgt spid="8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42" grpId="21"/>
      <p:bldP build="whole" bldLvl="1" animBg="1" rev="0" advAuto="0" spid="843" grpId="23"/>
      <p:bldP build="whole" bldLvl="1" animBg="1" rev="0" advAuto="0" spid="838" grpId="12"/>
      <p:bldP build="whole" bldLvl="1" animBg="1" rev="0" advAuto="0" spid="844" grpId="25"/>
      <p:bldP build="whole" bldLvl="1" animBg="1" rev="0" advAuto="0" spid="825" grpId="20"/>
      <p:bldP build="whole" bldLvl="1" animBg="1" rev="0" advAuto="0" spid="819" grpId="9"/>
      <p:bldP build="whole" bldLvl="1" animBg="1" rev="0" advAuto="0" spid="831" grpId="32"/>
      <p:bldP build="whole" bldLvl="1" animBg="1" rev="0" advAuto="0" spid="847" grpId="31"/>
      <p:bldP build="whole" bldLvl="1" animBg="1" rev="0" advAuto="0" spid="849" grpId="35"/>
      <p:bldP build="whole" bldLvl="1" animBg="1" rev="0" advAuto="0" spid="827" grpId="24"/>
      <p:bldP build="whole" bldLvl="1" animBg="1" rev="0" advAuto="0" spid="836" grpId="8"/>
      <p:bldP build="whole" bldLvl="1" animBg="1" rev="0" advAuto="0" spid="829" grpId="28"/>
      <p:bldP build="whole" bldLvl="1" animBg="1" rev="0" advAuto="0" spid="821" grpId="13"/>
      <p:bldP build="whole" bldLvl="1" animBg="1" rev="0" advAuto="0" spid="824" grpId="19"/>
      <p:bldP build="whole" bldLvl="1" animBg="1" rev="0" advAuto="0" spid="816" grpId="3"/>
      <p:bldP build="whole" bldLvl="1" animBg="1" rev="0" advAuto="0" spid="833" grpId="2"/>
      <p:bldP build="whole" bldLvl="1" animBg="1" rev="0" advAuto="0" spid="841" grpId="18"/>
      <p:bldP build="whole" bldLvl="1" animBg="1" rev="0" advAuto="0" spid="848" grpId="33"/>
      <p:bldP build="whole" bldLvl="1" animBg="1" rev="0" advAuto="0" spid="837" grpId="10"/>
      <p:bldP build="whole" bldLvl="1" animBg="1" rev="0" advAuto="0" spid="823" grpId="17"/>
      <p:bldP build="whole" bldLvl="1" animBg="1" rev="0" advAuto="0" spid="826" grpId="22"/>
      <p:bldP build="whole" bldLvl="1" animBg="1" rev="0" advAuto="0" spid="828" grpId="26"/>
      <p:bldP build="whole" bldLvl="1" animBg="1" rev="0" advAuto="0" spid="846" grpId="29"/>
      <p:bldP build="whole" bldLvl="1" animBg="1" rev="0" advAuto="0" spid="850" grpId="36"/>
      <p:bldP build="whole" bldLvl="1" animBg="1" rev="0" advAuto="0" spid="815" grpId="1"/>
      <p:bldP build="whole" bldLvl="1" animBg="1" rev="0" advAuto="0" spid="817" grpId="5"/>
      <p:bldP build="whole" bldLvl="1" animBg="1" rev="0" advAuto="0" spid="820" grpId="11"/>
      <p:bldP build="whole" bldLvl="1" animBg="1" rev="0" advAuto="0" spid="840" grpId="16"/>
      <p:bldP build="whole" bldLvl="1" animBg="1" rev="0" advAuto="0" spid="822" grpId="15"/>
      <p:bldP build="whole" bldLvl="1" animBg="1" rev="0" advAuto="0" spid="839" grpId="14"/>
      <p:bldP build="whole" bldLvl="1" animBg="1" rev="0" advAuto="0" spid="818" grpId="7"/>
      <p:bldP build="whole" bldLvl="1" animBg="1" rev="0" advAuto="0" spid="845" grpId="27"/>
      <p:bldP build="whole" bldLvl="1" animBg="1" rev="0" advAuto="0" spid="834" grpId="4"/>
      <p:bldP build="whole" bldLvl="1" animBg="1" rev="0" advAuto="0" spid="835" grpId="6"/>
      <p:bldP build="whole" bldLvl="1" animBg="1" rev="0" advAuto="0" spid="832" grpId="34"/>
      <p:bldP build="whole" bldLvl="1" animBg="1" rev="0" advAuto="0" spid="852" grpId="38"/>
      <p:bldP build="whole" bldLvl="1" animBg="1" rev="0" advAuto="0" spid="851" grpId="37"/>
      <p:bldP build="whole" bldLvl="1" animBg="1" rev="0" advAuto="0" spid="830" grpId="30"/>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5"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856" name="TextBox 21"/>
          <p:cNvSpPr txBox="1"/>
          <p:nvPr/>
        </p:nvSpPr>
        <p:spPr>
          <a:xfrm>
            <a:off x="1833558" y="1260029"/>
            <a:ext cx="9163372" cy="19359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FF"/>
                </a:solidFill>
              </a:defRPr>
            </a:pPr>
            <a:r>
              <a:t>Repeat until convergence {</a:t>
            </a:r>
          </a:p>
          <a:p>
            <a:pPr>
              <a:defRPr b="1" sz="2400">
                <a:solidFill>
                  <a:srgbClr val="FFFFFF"/>
                </a:solidFill>
              </a:defRPr>
            </a:pPr>
            <a:r>
              <a:t>	</a:t>
            </a:r>
          </a:p>
          <a:p>
            <a:pPr>
              <a:defRPr b="1" sz="2400">
                <a:solidFill>
                  <a:srgbClr val="FFFFFF"/>
                </a:solidFill>
              </a:defRPr>
            </a:pPr>
            <a:r>
              <a:t>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𝑗</m:t>
                    </m:r>
                  </m:sub>
                </m:sSub>
              </m:oMath>
            </a14:m>
            <a:r>
              <a:rPr b="0">
                <a:latin typeface="Cambria Math"/>
                <a:ea typeface="Cambria Math"/>
                <a:cs typeface="Cambria Math"/>
                <a:sym typeface="Cambria Math"/>
              </a:rP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𝑗</m:t>
                    </m:r>
                  </m:sub>
                </m:sSub>
                <m:r>
                  <a:rPr xmlns:a="http://schemas.openxmlformats.org/drawingml/2006/main" sz="2400" i="1">
                    <a:solidFill>
                      <a:srgbClr val="FFFFFF"/>
                    </a:solidFill>
                    <a:latin typeface="Cambria Math" panose="02040503050406030204" pitchFamily="18" charset="0"/>
                  </a:rPr>
                  <m:t>−</m:t>
                </m:r>
              </m:oMath>
            </a14:m>
            <a:r>
              <a:rPr b="0">
                <a:latin typeface="Cambria Math"/>
                <a:ea typeface="Cambria Math"/>
                <a:cs typeface="Cambria Math"/>
                <a:sym typeface="Cambria Math"/>
              </a:rP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m:t>
                    </m:r>
                  </m:num>
                  <m:den>
                    <m:sSub>
                      <m:e>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𝑗</m:t>
                        </m:r>
                      </m:sub>
                    </m:sSub>
                  </m:den>
                </m:f>
                <m:r>
                  <a:rPr xmlns:a="http://schemas.openxmlformats.org/drawingml/2006/main" sz="2400" i="1">
                    <a:solidFill>
                      <a:srgbClr val="FFFFFF"/>
                    </a:solidFill>
                    <a:latin typeface="Cambria Math" panose="02040503050406030204" pitchFamily="18" charset="0"/>
                  </a:rPr>
                  <m:t>𝐽</m:t>
                </m:r>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0</m:t>
                    </m:r>
                  </m:sub>
                </m:sSub>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rPr b="0">
                <a:latin typeface="Times New Roman"/>
                <a:ea typeface="Times New Roman"/>
                <a:cs typeface="Times New Roman"/>
                <a:sym typeface="Times New Roman"/>
              </a:rPr>
              <a:t>    		(for </a:t>
            </a:r>
            <a:r>
              <a:rPr b="0" i="1">
                <a:latin typeface="Times New Roman"/>
                <a:ea typeface="Times New Roman"/>
                <a:cs typeface="Times New Roman"/>
                <a:sym typeface="Times New Roman"/>
              </a:rPr>
              <a:t>j = 0 </a:t>
            </a:r>
            <a:r>
              <a:rPr b="0">
                <a:latin typeface="Times New Roman"/>
                <a:ea typeface="Times New Roman"/>
                <a:cs typeface="Times New Roman"/>
                <a:sym typeface="Times New Roman"/>
              </a:rPr>
              <a:t>and </a:t>
            </a:r>
            <a:r>
              <a:rPr b="0" i="1">
                <a:latin typeface="Times New Roman"/>
                <a:ea typeface="Times New Roman"/>
                <a:cs typeface="Times New Roman"/>
                <a:sym typeface="Times New Roman"/>
              </a:rPr>
              <a:t>j = 1</a:t>
            </a:r>
            <a:r>
              <a:rPr b="0">
                <a:latin typeface="Times New Roman"/>
                <a:ea typeface="Times New Roman"/>
                <a:cs typeface="Times New Roman"/>
                <a:sym typeface="Times New Roman"/>
              </a:rPr>
              <a:t>)</a:t>
            </a:r>
            <a:r>
              <a:t>	</a:t>
            </a:r>
          </a:p>
          <a:p>
            <a:pPr>
              <a:defRPr b="1" sz="2400">
                <a:solidFill>
                  <a:srgbClr val="FFFFFF"/>
                </a:solidFill>
              </a:defRPr>
            </a:pPr>
            <a:r>
              <a:t>}</a:t>
            </a:r>
          </a:p>
        </p:txBody>
      </p:sp>
      <p:sp>
        <p:nvSpPr>
          <p:cNvPr id="857" name="TextBox 42"/>
          <p:cNvSpPr txBox="1"/>
          <p:nvPr/>
        </p:nvSpPr>
        <p:spPr>
          <a:xfrm>
            <a:off x="1474844" y="515145"/>
            <a:ext cx="3997585" cy="392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sz="2400">
                <a:solidFill>
                  <a:srgbClr val="FFFF00"/>
                </a:solidFill>
              </a:defRPr>
            </a:lvl1pPr>
          </a:lstStyle>
          <a:p>
            <a:pPr/>
            <a:r>
              <a:t>Gradient descent algorithm</a:t>
            </a:r>
          </a:p>
        </p:txBody>
      </p:sp>
      <p:sp>
        <p:nvSpPr>
          <p:cNvPr id="858" name="TextBox 35"/>
          <p:cNvSpPr txBox="1"/>
          <p:nvPr/>
        </p:nvSpPr>
        <p:spPr>
          <a:xfrm>
            <a:off x="2365289" y="3606217"/>
            <a:ext cx="1765360" cy="39247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00"/>
                </a:solidFill>
              </a:defRPr>
            </a:lvl1pPr>
          </a:lstStyle>
          <a:p>
            <a:pPr/>
            <a:r>
              <a:t>Learning rate</a:t>
            </a:r>
          </a:p>
        </p:txBody>
      </p:sp>
      <p:sp>
        <p:nvSpPr>
          <p:cNvPr id="859" name="Rectangle 36"/>
          <p:cNvSpPr/>
          <p:nvPr/>
        </p:nvSpPr>
        <p:spPr>
          <a:xfrm>
            <a:off x="3786585" y="2231535"/>
            <a:ext cx="317501" cy="317586"/>
          </a:xfrm>
          <a:prstGeom prst="rect">
            <a:avLst/>
          </a:prstGeom>
          <a:ln w="28575">
            <a:solidFill>
              <a:srgbClr val="FF0000"/>
            </a:solidFill>
          </a:ln>
        </p:spPr>
        <p:txBody>
          <a:bodyPr lIns="45719" rIns="45719" anchor="ctr"/>
          <a:lstStyle/>
          <a:p>
            <a:pPr algn="ctr">
              <a:defRPr>
                <a:solidFill>
                  <a:srgbClr val="FFFFFF"/>
                </a:solidFill>
              </a:defRPr>
            </a:pPr>
          </a:p>
        </p:txBody>
      </p:sp>
      <p:sp>
        <p:nvSpPr>
          <p:cNvPr id="860" name="Rectangle 37"/>
          <p:cNvSpPr/>
          <p:nvPr/>
        </p:nvSpPr>
        <p:spPr>
          <a:xfrm>
            <a:off x="4221960" y="1979812"/>
            <a:ext cx="1572249" cy="838330"/>
          </a:xfrm>
          <a:prstGeom prst="rect">
            <a:avLst/>
          </a:prstGeom>
          <a:ln w="28575">
            <a:solidFill>
              <a:srgbClr val="FF0000"/>
            </a:solidFill>
          </a:ln>
        </p:spPr>
        <p:txBody>
          <a:bodyPr lIns="45719" rIns="45719" anchor="ctr"/>
          <a:lstStyle/>
          <a:p>
            <a:pPr algn="ctr">
              <a:defRPr>
                <a:solidFill>
                  <a:srgbClr val="FFFFFF"/>
                </a:solidFill>
              </a:defRPr>
            </a:pPr>
          </a:p>
        </p:txBody>
      </p:sp>
      <p:cxnSp>
        <p:nvCxnSpPr>
          <p:cNvPr id="861" name="Straight Arrow Connector 4"/>
          <p:cNvCxnSpPr>
            <a:stCxn id="859" idx="0"/>
            <a:endCxn id="858" idx="0"/>
          </p:cNvCxnSpPr>
          <p:nvPr/>
        </p:nvCxnSpPr>
        <p:spPr>
          <a:xfrm flipH="1">
            <a:off x="3247968" y="2390327"/>
            <a:ext cx="697368" cy="1412126"/>
          </a:xfrm>
          <a:prstGeom prst="straightConnector1">
            <a:avLst/>
          </a:prstGeom>
          <a:ln w="28575">
            <a:solidFill>
              <a:srgbClr val="FF0000"/>
            </a:solidFill>
            <a:tailEnd type="triangle"/>
          </a:ln>
        </p:spPr>
      </p:cxnSp>
      <p:sp>
        <p:nvSpPr>
          <p:cNvPr id="862" name="TextBox 7"/>
          <p:cNvSpPr txBox="1"/>
          <p:nvPr/>
        </p:nvSpPr>
        <p:spPr>
          <a:xfrm>
            <a:off x="4873538" y="3610955"/>
            <a:ext cx="1992622"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solidFill>
                  <a:srgbClr val="FFFF00"/>
                </a:solidFill>
              </a:defRPr>
            </a:lvl1pPr>
          </a:lstStyle>
          <a:p>
            <a:pPr/>
            <a:r>
              <a:t>Derivative part</a:t>
            </a:r>
          </a:p>
        </p:txBody>
      </p:sp>
      <p:cxnSp>
        <p:nvCxnSpPr>
          <p:cNvPr id="863" name="Straight Arrow Connector 9"/>
          <p:cNvCxnSpPr>
            <a:stCxn id="860" idx="0"/>
            <a:endCxn id="862" idx="0"/>
          </p:cNvCxnSpPr>
          <p:nvPr/>
        </p:nvCxnSpPr>
        <p:spPr>
          <a:xfrm>
            <a:off x="5008084" y="2398977"/>
            <a:ext cx="861765" cy="1408214"/>
          </a:xfrm>
          <a:prstGeom prst="straightConnector1">
            <a:avLst/>
          </a:prstGeom>
          <a:ln w="28575">
            <a:solidFill>
              <a:srgbClr val="FF0000"/>
            </a:solidFill>
            <a:tailEnd type="triangle"/>
          </a:ln>
        </p:spPr>
      </p:cxnSp>
      <p:sp>
        <p:nvSpPr>
          <p:cNvPr id="864" name="Equation"/>
          <p:cNvSpPr txBox="1"/>
          <p:nvPr/>
        </p:nvSpPr>
        <p:spPr>
          <a:xfrm>
            <a:off x="5824788" y="4794158"/>
            <a:ext cx="899935" cy="306426"/>
          </a:xfrm>
          <a:prstGeom prst="rect">
            <a:avLst/>
          </a:prstGeom>
          <a:ln w="12700">
            <a:miter lim="400000"/>
          </a:ln>
        </p:spPr>
        <p:txBody>
          <a:bodyPr wrap="none" lIns="0" tIns="0" rIns="0" bIns="0">
            <a:spAutoFit/>
          </a:bodyPr>
          <a:lstStyle/>
          <a:p>
            <a:pPr latinLnBrk="1"/>
            <a14:m>
              <m:oMathPara>
                <m:oMathParaPr>
                  <m:jc m:val="centerGroup"/>
                </m:oMathParaPr>
                <m:oMath>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r>
                    <a:rPr xmlns:a="http://schemas.openxmlformats.org/drawingml/2006/main" sz="2600" i="1">
                      <a:solidFill>
                        <a:srgbClr val="FFFFFF"/>
                      </a:solidFill>
                      <a:latin typeface="Cambria Math" panose="02040503050406030204" pitchFamily="18" charset="0"/>
                    </a:rPr>
                    <m:t>∈</m:t>
                  </m:r>
                  <m:r>
                    <m:rPr>
                      <m:sty m:val="p"/>
                      <m:scr m:val="double-struck"/>
                    </m:rPr>
                    <a:rPr xmlns:a="http://schemas.openxmlformats.org/drawingml/2006/main" sz="2600" i="1">
                      <a:solidFill>
                        <a:srgbClr val="FFFFFF"/>
                      </a:solidFill>
                      <a:latin typeface="Cambria Math" panose="02040503050406030204" pitchFamily="18" charset="0"/>
                    </a:rPr>
                    <m:t>R</m:t>
                  </m:r>
                </m:oMath>
              </m:oMathPara>
            </a14:m>
            <a:endParaRPr sz="2600">
              <a:solidFill>
                <a:srgbClr val="FFFFFF"/>
              </a:solidFill>
            </a:endParaRPr>
          </a:p>
        </p:txBody>
      </p:sp>
      <p:sp>
        <p:nvSpPr>
          <p:cNvPr id="865" name="Equation"/>
          <p:cNvSpPr txBox="1"/>
          <p:nvPr/>
        </p:nvSpPr>
        <p:spPr>
          <a:xfrm>
            <a:off x="2503425" y="4777877"/>
            <a:ext cx="1940423" cy="533200"/>
          </a:xfrm>
          <a:prstGeom prst="rect">
            <a:avLst/>
          </a:prstGeom>
          <a:ln w="12700">
            <a:miter lim="400000"/>
          </a:ln>
        </p:spPr>
        <p:txBody>
          <a:bodyPr wrap="none" lIns="0" tIns="0" rIns="0" bIns="0">
            <a:spAutoFit/>
          </a:bodyPr>
          <a:lstStyle/>
          <a:p>
            <a:pPr latinLnBrk="1"/>
            <a14:m>
              <m:oMathPara>
                <m:oMathParaPr>
                  <m:jc m:val="centerGroup"/>
                </m:oMathParaPr>
                <m:oMath>
                  <m:limLow>
                    <m:e>
                      <m:r>
                        <m:rPr>
                          <m:nor/>
                        </m:rPr>
                        <a:rPr xmlns:a="http://schemas.openxmlformats.org/drawingml/2006/main" sz="2600" i="1">
                          <a:solidFill>
                            <a:srgbClr val="FFFFFF"/>
                          </a:solidFill>
                          <a:latin typeface="Cambria Math" panose="02040503050406030204" pitchFamily="18" charset="0"/>
                        </a:rPr>
                        <m:t>minimize</m:t>
                      </m:r>
                    </m:e>
                    <m:lim>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lim>
                  </m:limLow>
                  <m:r>
                    <a:rPr xmlns:a="http://schemas.openxmlformats.org/drawingml/2006/main" sz="2600" i="1">
                      <a:solidFill>
                        <a:srgbClr val="FFFFFF"/>
                      </a:solidFill>
                      <a:latin typeface="Cambria Math" panose="02040503050406030204" pitchFamily="18" charset="0"/>
                    </a:rPr>
                    <m:t>J</m:t>
                  </m:r>
                  <m:r>
                    <a:rPr xmlns:a="http://schemas.openxmlformats.org/drawingml/2006/main" sz="2600" i="1">
                      <a:solidFill>
                        <a:srgbClr val="FFFFFF"/>
                      </a:solidFill>
                      <a:latin typeface="Cambria Math" panose="02040503050406030204" pitchFamily="18" charset="0"/>
                    </a:rPr>
                    <m:t>(</m:t>
                  </m:r>
                  <m:sSub>
                    <m:e>
                      <m:r>
                        <a:rPr xmlns:a="http://schemas.openxmlformats.org/drawingml/2006/main" sz="2600" i="1">
                          <a:solidFill>
                            <a:srgbClr val="FFFFFF"/>
                          </a:solidFill>
                          <a:latin typeface="Cambria Math" panose="02040503050406030204" pitchFamily="18" charset="0"/>
                        </a:rPr>
                        <m:t>θ</m:t>
                      </m:r>
                    </m:e>
                    <m:sub>
                      <m:r>
                        <a:rPr xmlns:a="http://schemas.openxmlformats.org/drawingml/2006/main" sz="2600" i="1">
                          <a:solidFill>
                            <a:srgbClr val="FFFFFF"/>
                          </a:solidFill>
                          <a:latin typeface="Cambria Math" panose="02040503050406030204" pitchFamily="18" charset="0"/>
                        </a:rPr>
                        <m:t>1</m:t>
                      </m:r>
                    </m:sub>
                  </m:sSub>
                  <m:r>
                    <a:rPr xmlns:a="http://schemas.openxmlformats.org/drawingml/2006/main" sz="2600" i="1">
                      <a:solidFill>
                        <a:srgbClr val="FFFFFF"/>
                      </a:solidFill>
                      <a:latin typeface="Cambria Math" panose="02040503050406030204" pitchFamily="18" charset="0"/>
                    </a:rPr>
                    <m:t>)</m:t>
                  </m:r>
                </m:oMath>
              </m:oMathPara>
            </a14:m>
            <a:endParaRPr sz="2600">
              <a:solidFill>
                <a:srgbClr val="FFFFFF"/>
              </a:solidFill>
            </a:endParaR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857"/>
                                        </p:tgtEl>
                                        <p:attrNameLst>
                                          <p:attrName>style.visibility</p:attrName>
                                        </p:attrNameLst>
                                      </p:cBhvr>
                                      <p:to>
                                        <p:strVal val="visible"/>
                                      </p:to>
                                    </p:set>
                                    <p:animEffect filter="wipe(left)" transition="in">
                                      <p:cBhvr>
                                        <p:cTn id="7" dur="1500"/>
                                        <p:tgtEl>
                                          <p:spTgt spid="85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856"/>
                                        </p:tgtEl>
                                        <p:attrNameLst>
                                          <p:attrName>style.visibility</p:attrName>
                                        </p:attrNameLst>
                                      </p:cBhvr>
                                      <p:to>
                                        <p:strVal val="visible"/>
                                      </p:to>
                                    </p:set>
                                    <p:animEffect filter="wipe(left)" transition="in">
                                      <p:cBhvr>
                                        <p:cTn id="12" dur="1750"/>
                                        <p:tgtEl>
                                          <p:spTgt spid="85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859"/>
                                        </p:tgtEl>
                                        <p:attrNameLst>
                                          <p:attrName>style.visibility</p:attrName>
                                        </p:attrNameLst>
                                      </p:cBhvr>
                                      <p:to>
                                        <p:strVal val="visible"/>
                                      </p:to>
                                    </p:set>
                                    <p:animEffect filter="fade" transition="in">
                                      <p:cBhvr>
                                        <p:cTn id="17" dur="2000"/>
                                        <p:tgtEl>
                                          <p:spTgt spid="859"/>
                                        </p:tgtEl>
                                      </p:cBhvr>
                                    </p:animEffect>
                                  </p:childTnLst>
                                </p:cTn>
                              </p:par>
                            </p:childTnLst>
                          </p:cTn>
                        </p:par>
                        <p:par>
                          <p:cTn id="18" fill="hold">
                            <p:stCondLst>
                              <p:cond delay="2000"/>
                            </p:stCondLst>
                            <p:childTnLst>
                              <p:par>
                                <p:cTn id="19" presetClass="entr" nodeType="afterEffect" presetSubtype="1" presetID="22" grpId="4" fill="hold">
                                  <p:stCondLst>
                                    <p:cond delay="0"/>
                                  </p:stCondLst>
                                  <p:iterate type="el" backwards="0">
                                    <p:tmAbs val="0"/>
                                  </p:iterate>
                                  <p:childTnLst>
                                    <p:set>
                                      <p:cBhvr>
                                        <p:cTn id="20" fill="hold"/>
                                        <p:tgtEl>
                                          <p:spTgt spid="861"/>
                                        </p:tgtEl>
                                        <p:attrNameLst>
                                          <p:attrName>style.visibility</p:attrName>
                                        </p:attrNameLst>
                                      </p:cBhvr>
                                      <p:to>
                                        <p:strVal val="visible"/>
                                      </p:to>
                                    </p:set>
                                    <p:animEffect filter="wipe(up)" transition="in">
                                      <p:cBhvr>
                                        <p:cTn id="21" dur="1000"/>
                                        <p:tgtEl>
                                          <p:spTgt spid="861"/>
                                        </p:tgtEl>
                                      </p:cBhvr>
                                    </p:animEffect>
                                  </p:childTnLst>
                                </p:cTn>
                              </p:par>
                            </p:childTnLst>
                          </p:cTn>
                        </p:par>
                        <p:par>
                          <p:cTn id="22" fill="hold">
                            <p:stCondLst>
                              <p:cond delay="3000"/>
                            </p:stCondLst>
                            <p:childTnLst>
                              <p:par>
                                <p:cTn id="23" presetClass="entr" nodeType="afterEffect" presetSubtype="8" presetID="22" grpId="5" fill="hold">
                                  <p:stCondLst>
                                    <p:cond delay="0"/>
                                  </p:stCondLst>
                                  <p:iterate type="el" backwards="0">
                                    <p:tmAbs val="0"/>
                                  </p:iterate>
                                  <p:childTnLst>
                                    <p:set>
                                      <p:cBhvr>
                                        <p:cTn id="24" fill="hold"/>
                                        <p:tgtEl>
                                          <p:spTgt spid="858"/>
                                        </p:tgtEl>
                                        <p:attrNameLst>
                                          <p:attrName>style.visibility</p:attrName>
                                        </p:attrNameLst>
                                      </p:cBhvr>
                                      <p:to>
                                        <p:strVal val="visible"/>
                                      </p:to>
                                    </p:set>
                                    <p:animEffect filter="wipe(left)" transition="in">
                                      <p:cBhvr>
                                        <p:cTn id="25" dur="2000"/>
                                        <p:tgtEl>
                                          <p:spTgt spid="858"/>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6" fill="hold">
                                  <p:stCondLst>
                                    <p:cond delay="0"/>
                                  </p:stCondLst>
                                  <p:iterate type="el" backwards="0">
                                    <p:tmAbs val="0"/>
                                  </p:iterate>
                                  <p:childTnLst>
                                    <p:set>
                                      <p:cBhvr>
                                        <p:cTn id="29" fill="hold"/>
                                        <p:tgtEl>
                                          <p:spTgt spid="860"/>
                                        </p:tgtEl>
                                        <p:attrNameLst>
                                          <p:attrName>style.visibility</p:attrName>
                                        </p:attrNameLst>
                                      </p:cBhvr>
                                      <p:to>
                                        <p:strVal val="visible"/>
                                      </p:to>
                                    </p:set>
                                    <p:animEffect filter="fade" transition="in">
                                      <p:cBhvr>
                                        <p:cTn id="30" dur="2000"/>
                                        <p:tgtEl>
                                          <p:spTgt spid="860"/>
                                        </p:tgtEl>
                                      </p:cBhvr>
                                    </p:animEffect>
                                  </p:childTnLst>
                                </p:cTn>
                              </p:par>
                            </p:childTnLst>
                          </p:cTn>
                        </p:par>
                        <p:par>
                          <p:cTn id="31" fill="hold">
                            <p:stCondLst>
                              <p:cond delay="2000"/>
                            </p:stCondLst>
                            <p:childTnLst>
                              <p:par>
                                <p:cTn id="32" presetClass="entr" nodeType="afterEffect" presetSubtype="1" presetID="22" grpId="7" fill="hold">
                                  <p:stCondLst>
                                    <p:cond delay="0"/>
                                  </p:stCondLst>
                                  <p:iterate type="el" backwards="0">
                                    <p:tmAbs val="0"/>
                                  </p:iterate>
                                  <p:childTnLst>
                                    <p:set>
                                      <p:cBhvr>
                                        <p:cTn id="33" fill="hold"/>
                                        <p:tgtEl>
                                          <p:spTgt spid="863"/>
                                        </p:tgtEl>
                                        <p:attrNameLst>
                                          <p:attrName>style.visibility</p:attrName>
                                        </p:attrNameLst>
                                      </p:cBhvr>
                                      <p:to>
                                        <p:strVal val="visible"/>
                                      </p:to>
                                    </p:set>
                                    <p:animEffect filter="wipe(up)" transition="in">
                                      <p:cBhvr>
                                        <p:cTn id="34" dur="1000"/>
                                        <p:tgtEl>
                                          <p:spTgt spid="863"/>
                                        </p:tgtEl>
                                      </p:cBhvr>
                                    </p:animEffec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8" presetID="22" grpId="8" fill="hold">
                                  <p:stCondLst>
                                    <p:cond delay="0"/>
                                  </p:stCondLst>
                                  <p:iterate type="el" backwards="0">
                                    <p:tmAbs val="0"/>
                                  </p:iterate>
                                  <p:childTnLst>
                                    <p:set>
                                      <p:cBhvr>
                                        <p:cTn id="38" fill="hold"/>
                                        <p:tgtEl>
                                          <p:spTgt spid="862"/>
                                        </p:tgtEl>
                                        <p:attrNameLst>
                                          <p:attrName>style.visibility</p:attrName>
                                        </p:attrNameLst>
                                      </p:cBhvr>
                                      <p:to>
                                        <p:strVal val="visible"/>
                                      </p:to>
                                    </p:set>
                                    <p:animEffect filter="wipe(left)" transition="in">
                                      <p:cBhvr>
                                        <p:cTn id="39" dur="2000"/>
                                        <p:tgtEl>
                                          <p:spTgt spid="862"/>
                                        </p:tgtEl>
                                      </p:cBhvr>
                                    </p:animEffect>
                                  </p:childTnLst>
                                </p:cTn>
                              </p:par>
                            </p:childTnLst>
                          </p:cTn>
                        </p:par>
                      </p:childTnLst>
                    </p:cTn>
                  </p:par>
                  <p:par>
                    <p:cTn id="40" fill="hold">
                      <p:stCondLst>
                        <p:cond delay="indefinite"/>
                      </p:stCondLst>
                      <p:childTnLst>
                        <p:par>
                          <p:cTn id="41" fill="hold">
                            <p:stCondLst>
                              <p:cond delay="0"/>
                            </p:stCondLst>
                            <p:childTnLst>
                              <p:par>
                                <p:cTn id="42" presetClass="entr" nodeType="clickEffect" presetSubtype="8" presetID="22" grpId="9" fill="hold">
                                  <p:stCondLst>
                                    <p:cond delay="0"/>
                                  </p:stCondLst>
                                  <p:iterate type="el" backwards="0">
                                    <p:tmAbs val="0"/>
                                  </p:iterate>
                                  <p:childTnLst>
                                    <p:set>
                                      <p:cBhvr>
                                        <p:cTn id="43" fill="hold"/>
                                        <p:tgtEl>
                                          <p:spTgt spid="865"/>
                                        </p:tgtEl>
                                        <p:attrNameLst>
                                          <p:attrName>style.visibility</p:attrName>
                                        </p:attrNameLst>
                                      </p:cBhvr>
                                      <p:to>
                                        <p:strVal val="visible"/>
                                      </p:to>
                                    </p:set>
                                    <p:animEffect filter="wipe(left)" transition="in">
                                      <p:cBhvr>
                                        <p:cTn id="44" dur="1000"/>
                                        <p:tgtEl>
                                          <p:spTgt spid="865"/>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8" presetID="22" grpId="10" fill="hold">
                                  <p:stCondLst>
                                    <p:cond delay="0"/>
                                  </p:stCondLst>
                                  <p:iterate type="el" backwards="0">
                                    <p:tmAbs val="0"/>
                                  </p:iterate>
                                  <p:childTnLst>
                                    <p:set>
                                      <p:cBhvr>
                                        <p:cTn id="48" fill="hold"/>
                                        <p:tgtEl>
                                          <p:spTgt spid="864"/>
                                        </p:tgtEl>
                                        <p:attrNameLst>
                                          <p:attrName>style.visibility</p:attrName>
                                        </p:attrNameLst>
                                      </p:cBhvr>
                                      <p:to>
                                        <p:strVal val="visible"/>
                                      </p:to>
                                    </p:set>
                                    <p:animEffect filter="wipe(left)" transition="in">
                                      <p:cBhvr>
                                        <p:cTn id="49" dur="1000"/>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63" grpId="7"/>
      <p:bldP build="whole" bldLvl="1" animBg="1" rev="0" advAuto="0" spid="857" grpId="1"/>
      <p:bldP build="whole" bldLvl="1" animBg="1" rev="0" advAuto="0" spid="864" grpId="10"/>
      <p:bldP build="whole" bldLvl="1" animBg="1" rev="0" advAuto="0" spid="856" grpId="2"/>
      <p:bldP build="whole" bldLvl="1" animBg="1" rev="0" advAuto="0" spid="862" grpId="8"/>
      <p:bldP build="whole" bldLvl="1" animBg="1" rev="0" advAuto="0" spid="861" grpId="4"/>
      <p:bldP build="whole" bldLvl="1" animBg="1" rev="0" advAuto="0" spid="859" grpId="3"/>
      <p:bldP build="whole" bldLvl="1" animBg="1" rev="0" advAuto="0" spid="860" grpId="6"/>
      <p:bldP build="whole" bldLvl="1" animBg="1" rev="0" advAuto="0" spid="858" grpId="5"/>
      <p:bldP build="whole" bldLvl="1" animBg="1" rev="0" advAuto="0" spid="865" grpId="9"/>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7"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868" name="Straight Arrow Connector 1"/>
          <p:cNvSpPr/>
          <p:nvPr/>
        </p:nvSpPr>
        <p:spPr>
          <a:xfrm flipH="1" flipV="1">
            <a:off x="1443032" y="621885"/>
            <a:ext cx="3953"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869" name="Straight Arrow Connector 3"/>
          <p:cNvSpPr/>
          <p:nvPr/>
        </p:nvSpPr>
        <p:spPr>
          <a:xfrm flipV="1">
            <a:off x="1206500" y="2597913"/>
            <a:ext cx="3628420" cy="59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870" name="TextBox 24"/>
          <p:cNvSpPr txBox="1"/>
          <p:nvPr/>
        </p:nvSpPr>
        <p:spPr>
          <a:xfrm>
            <a:off x="1186563" y="252553"/>
            <a:ext cx="512938"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871" name="TextBox 25"/>
          <p:cNvSpPr txBox="1"/>
          <p:nvPr/>
        </p:nvSpPr>
        <p:spPr>
          <a:xfrm>
            <a:off x="3903593" y="2629764"/>
            <a:ext cx="187849" cy="204286"/>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872" name="Straight Connector 40"/>
          <p:cNvSpPr/>
          <p:nvPr/>
        </p:nvSpPr>
        <p:spPr>
          <a:xfrm flipV="1">
            <a:off x="3992980" y="2494458"/>
            <a:ext cx="1" cy="177948"/>
          </a:xfrm>
          <a:prstGeom prst="line">
            <a:avLst/>
          </a:prstGeom>
          <a:ln w="12700">
            <a:solidFill>
              <a:srgbClr val="FFFFFF"/>
            </a:solidFill>
          </a:ln>
        </p:spPr>
        <p:txBody>
          <a:bodyPr lIns="45719" rIns="45719"/>
          <a:lstStyle/>
          <a:p>
            <a:pPr>
              <a:defRPr>
                <a:solidFill>
                  <a:srgbClr val="FFFFFF"/>
                </a:solidFill>
              </a:defRPr>
            </a:pPr>
          </a:p>
        </p:txBody>
      </p:sp>
      <p:sp>
        <p:nvSpPr>
          <p:cNvPr id="873" name="Freeform: Shape 47"/>
          <p:cNvSpPr/>
          <p:nvPr/>
        </p:nvSpPr>
        <p:spPr>
          <a:xfrm>
            <a:off x="1833185" y="672685"/>
            <a:ext cx="2429959" cy="1767877"/>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874" name="TextBox 96"/>
          <p:cNvSpPr txBox="1"/>
          <p:nvPr/>
        </p:nvSpPr>
        <p:spPr>
          <a:xfrm>
            <a:off x="6117011" y="755236"/>
            <a:ext cx="3730569" cy="7905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m:t>
                    </m:r>
                  </m:num>
                  <m:den>
                    <m:sSub>
                      <m:e>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den>
                </m:f>
                <m:r>
                  <a:rPr xmlns:a="http://schemas.openxmlformats.org/drawingml/2006/main" sz="2400" i="1">
                    <a:solidFill>
                      <a:srgbClr val="FFFFFF"/>
                    </a:solidFill>
                    <a:latin typeface="Cambria Math" panose="02040503050406030204" pitchFamily="18" charset="0"/>
                  </a:rPr>
                  <m:t>𝐽</m:t>
                </m:r>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2264"/>
          </a:p>
        </p:txBody>
      </p:sp>
      <p:sp>
        <p:nvSpPr>
          <p:cNvPr id="875" name="Straight Connector 97"/>
          <p:cNvSpPr/>
          <p:nvPr/>
        </p:nvSpPr>
        <p:spPr>
          <a:xfrm flipV="1">
            <a:off x="3530600" y="418169"/>
            <a:ext cx="889000" cy="1899582"/>
          </a:xfrm>
          <a:prstGeom prst="line">
            <a:avLst/>
          </a:prstGeom>
          <a:ln w="19050">
            <a:solidFill>
              <a:srgbClr val="FF0000"/>
            </a:solidFill>
          </a:ln>
        </p:spPr>
        <p:txBody>
          <a:bodyPr lIns="45719" rIns="45719"/>
          <a:lstStyle/>
          <a:p>
            <a:pPr>
              <a:defRPr>
                <a:solidFill>
                  <a:srgbClr val="FFFFFF"/>
                </a:solidFill>
              </a:defRPr>
            </a:pPr>
          </a:p>
        </p:txBody>
      </p:sp>
      <p:sp>
        <p:nvSpPr>
          <p:cNvPr id="876" name="Oval 98"/>
          <p:cNvSpPr/>
          <p:nvPr/>
        </p:nvSpPr>
        <p:spPr>
          <a:xfrm>
            <a:off x="3943350" y="1275838"/>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877" name="Straight Connector 107"/>
          <p:cNvSpPr/>
          <p:nvPr/>
        </p:nvSpPr>
        <p:spPr>
          <a:xfrm flipV="1">
            <a:off x="4183151" y="917575"/>
            <a:ext cx="6351" cy="926666"/>
          </a:xfrm>
          <a:prstGeom prst="line">
            <a:avLst/>
          </a:prstGeom>
          <a:ln>
            <a:solidFill>
              <a:srgbClr val="FF0000"/>
            </a:solidFill>
            <a:prstDash val="dash"/>
          </a:ln>
        </p:spPr>
        <p:txBody>
          <a:bodyPr lIns="45719" rIns="45719"/>
          <a:lstStyle/>
          <a:p>
            <a:pPr>
              <a:defRPr>
                <a:solidFill>
                  <a:srgbClr val="FFFFFF"/>
                </a:solidFill>
              </a:defRPr>
            </a:pPr>
          </a:p>
        </p:txBody>
      </p:sp>
      <p:sp>
        <p:nvSpPr>
          <p:cNvPr id="878" name="Straight Connector 109"/>
          <p:cNvSpPr/>
          <p:nvPr/>
        </p:nvSpPr>
        <p:spPr>
          <a:xfrm flipH="1">
            <a:off x="3759201" y="1837889"/>
            <a:ext cx="430302" cy="1"/>
          </a:xfrm>
          <a:prstGeom prst="line">
            <a:avLst/>
          </a:prstGeom>
          <a:ln>
            <a:solidFill>
              <a:srgbClr val="FF0000"/>
            </a:solidFill>
            <a:prstDash val="dash"/>
          </a:ln>
        </p:spPr>
        <p:txBody>
          <a:bodyPr lIns="45719" rIns="45719"/>
          <a:lstStyle/>
          <a:p>
            <a:pPr>
              <a:defRPr>
                <a:solidFill>
                  <a:srgbClr val="FFFFFF"/>
                </a:solidFill>
              </a:defRPr>
            </a:pPr>
          </a:p>
        </p:txBody>
      </p:sp>
      <p:sp>
        <p:nvSpPr>
          <p:cNvPr id="879" name="Rectangle 116"/>
          <p:cNvSpPr/>
          <p:nvPr/>
        </p:nvSpPr>
        <p:spPr>
          <a:xfrm>
            <a:off x="7647454" y="739267"/>
            <a:ext cx="1218662" cy="822513"/>
          </a:xfrm>
          <a:prstGeom prst="rect">
            <a:avLst/>
          </a:prstGeom>
          <a:ln w="28575">
            <a:solidFill>
              <a:srgbClr val="FF0000"/>
            </a:solidFill>
          </a:ln>
        </p:spPr>
        <p:txBody>
          <a:bodyPr lIns="45719" rIns="45719" anchor="ctr"/>
          <a:lstStyle/>
          <a:p>
            <a:pPr algn="ctr">
              <a:defRPr>
                <a:solidFill>
                  <a:srgbClr val="FFFFFF"/>
                </a:solidFill>
              </a:defRPr>
            </a:pPr>
          </a:p>
        </p:txBody>
      </p:sp>
      <p:sp>
        <p:nvSpPr>
          <p:cNvPr id="880" name="TextBox 117"/>
          <p:cNvSpPr txBox="1"/>
          <p:nvPr/>
        </p:nvSpPr>
        <p:spPr>
          <a:xfrm>
            <a:off x="6162735" y="2032793"/>
            <a:ext cx="4357945"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𝑃</m:t>
                </m:r>
                <m:r>
                  <a:rPr xmlns:a="http://schemas.openxmlformats.org/drawingml/2006/main" sz="2400" i="1">
                    <a:solidFill>
                      <a:srgbClr val="FFFFFF"/>
                    </a:solidFill>
                    <a:latin typeface="Cambria Math" panose="02040503050406030204" pitchFamily="18" charset="0"/>
                  </a:rPr>
                  <m:t>𝑜</m:t>
                </m:r>
                <m:r>
                  <a:rPr xmlns:a="http://schemas.openxmlformats.org/drawingml/2006/main" sz="2400" i="1">
                    <a:solidFill>
                      <a:srgbClr val="FFFFFF"/>
                    </a:solidFill>
                    <a:latin typeface="Cambria Math" panose="02040503050406030204" pitchFamily="18" charset="0"/>
                  </a:rPr>
                  <m:t>𝑠</m:t>
                </m:r>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𝑡</m:t>
                </m:r>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𝑣</m:t>
                </m:r>
                <m:r>
                  <a:rPr xmlns:a="http://schemas.openxmlformats.org/drawingml/2006/main" sz="2400" i="1">
                    <a:solidFill>
                      <a:srgbClr val="FFFFFF"/>
                    </a:solidFill>
                    <a:latin typeface="Cambria Math" panose="02040503050406030204" pitchFamily="18" charset="0"/>
                  </a:rPr>
                  <m:t>𝑒</m:t>
                </m:r>
                <m:r>
                  <a:rPr xmlns:a="http://schemas.openxmlformats.org/drawingml/2006/main" sz="2400" i="1">
                    <a:solidFill>
                      <a:srgbClr val="FFFFFF"/>
                    </a:solidFill>
                    <a:latin typeface="Cambria Math" panose="02040503050406030204" pitchFamily="18" charset="0"/>
                  </a:rPr>
                  <m:t/>
                </m:r>
                <m:r>
                  <a:rPr xmlns:a="http://schemas.openxmlformats.org/drawingml/2006/main" sz="2400" i="1">
                    <a:solidFill>
                      <a:srgbClr val="FFFFFF"/>
                    </a:solidFill>
                    <a:latin typeface="Cambria Math" panose="02040503050406030204" pitchFamily="18" charset="0"/>
                  </a:rPr>
                  <m:t>𝑣</m:t>
                </m:r>
                <m:r>
                  <a:rPr xmlns:a="http://schemas.openxmlformats.org/drawingml/2006/main" sz="2400" i="1">
                    <a:solidFill>
                      <a:srgbClr val="FFFFFF"/>
                    </a:solidFill>
                    <a:latin typeface="Cambria Math" panose="02040503050406030204" pitchFamily="18" charset="0"/>
                  </a:rPr>
                  <m:t>𝑎</m:t>
                </m:r>
                <m:r>
                  <a:rPr xmlns:a="http://schemas.openxmlformats.org/drawingml/2006/main" sz="2400" i="1">
                    <a:solidFill>
                      <a:srgbClr val="FFFFFF"/>
                    </a:solidFill>
                    <a:latin typeface="Cambria Math" panose="02040503050406030204" pitchFamily="18" charset="0"/>
                  </a:rPr>
                  <m:t>𝑙</m:t>
                </m:r>
                <m:r>
                  <a:rPr xmlns:a="http://schemas.openxmlformats.org/drawingml/2006/main" sz="2400" i="1">
                    <a:solidFill>
                      <a:srgbClr val="FFFFFF"/>
                    </a:solidFill>
                    <a:latin typeface="Cambria Math" panose="02040503050406030204" pitchFamily="18" charset="0"/>
                  </a:rPr>
                  <m:t>𝑢</m:t>
                </m:r>
                <m:r>
                  <a:rPr xmlns:a="http://schemas.openxmlformats.org/drawingml/2006/main" sz="2400" i="1">
                    <a:solidFill>
                      <a:srgbClr val="FFFFFF"/>
                    </a:solidFill>
                    <a:latin typeface="Cambria Math" panose="02040503050406030204" pitchFamily="18" charset="0"/>
                  </a:rPr>
                  <m:t>𝑒</m:t>
                </m:r>
                <m:r>
                  <a:rPr xmlns:a="http://schemas.openxmlformats.org/drawingml/2006/main" sz="2400" i="1">
                    <a:solidFill>
                      <a:srgbClr val="FFFFFF"/>
                    </a:solidFill>
                    <a:latin typeface="Cambria Math" panose="02040503050406030204" pitchFamily="18" charset="0"/>
                  </a:rPr>
                  <m:t>)</m:t>
                </m:r>
              </m:oMath>
            </a14:m>
            <a:endParaRPr sz="2264"/>
          </a:p>
        </p:txBody>
      </p:sp>
      <p:sp>
        <p:nvSpPr>
          <p:cNvPr id="881" name="TextBox 118"/>
          <p:cNvSpPr txBox="1"/>
          <p:nvPr/>
        </p:nvSpPr>
        <p:spPr>
          <a:xfrm>
            <a:off x="8113346" y="1668047"/>
            <a:ext cx="349195" cy="197867"/>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000" i="1">
                      <a:solidFill>
                        <a:srgbClr val="FF0000"/>
                      </a:solidFill>
                      <a:latin typeface="Cambria Math" panose="02040503050406030204" pitchFamily="18" charset="0"/>
                    </a:rPr>
                    <m:t>≥</m:t>
                  </m:r>
                  <m:r>
                    <a:rPr xmlns:a="http://schemas.openxmlformats.org/drawingml/2006/main" sz="2000" i="1">
                      <a:solidFill>
                        <a:srgbClr val="FF0000"/>
                      </a:solidFill>
                      <a:latin typeface="Cambria Math" panose="02040503050406030204" pitchFamily="18" charset="0"/>
                    </a:rPr>
                    <m:t>0</m:t>
                  </m:r>
                </m:oMath>
              </m:oMathPara>
            </a14:m>
            <a:endParaRPr sz="2000">
              <a:solidFill>
                <a:srgbClr val="FF0000"/>
              </a:solidFill>
            </a:endParaRPr>
          </a:p>
        </p:txBody>
      </p:sp>
      <p:sp>
        <p:nvSpPr>
          <p:cNvPr id="882" name="Oval 119"/>
          <p:cNvSpPr/>
          <p:nvPr/>
        </p:nvSpPr>
        <p:spPr>
          <a:xfrm>
            <a:off x="3695700" y="1777488"/>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883" name="Straight Arrow Connector 121"/>
          <p:cNvSpPr/>
          <p:nvPr/>
        </p:nvSpPr>
        <p:spPr>
          <a:xfrm>
            <a:off x="3041650" y="2012950"/>
            <a:ext cx="0" cy="406400"/>
          </a:xfrm>
          <a:prstGeom prst="line">
            <a:avLst/>
          </a:prstGeom>
          <a:ln w="12700">
            <a:solidFill>
              <a:srgbClr val="FFFFFF"/>
            </a:solidFill>
            <a:tailEnd type="triangle"/>
          </a:ln>
        </p:spPr>
        <p:txBody>
          <a:bodyPr lIns="45719" rIns="45719"/>
          <a:lstStyle/>
          <a:p>
            <a:pPr>
              <a:defRPr>
                <a:solidFill>
                  <a:srgbClr val="FFFFFF"/>
                </a:solidFill>
              </a:defRPr>
            </a:pPr>
          </a:p>
        </p:txBody>
      </p:sp>
      <p:sp>
        <p:nvSpPr>
          <p:cNvPr id="884" name="Straight Arrow Connector 122"/>
          <p:cNvSpPr/>
          <p:nvPr/>
        </p:nvSpPr>
        <p:spPr>
          <a:xfrm flipH="1">
            <a:off x="3695700" y="1364812"/>
            <a:ext cx="190500" cy="354036"/>
          </a:xfrm>
          <a:prstGeom prst="line">
            <a:avLst/>
          </a:prstGeom>
          <a:ln w="12700">
            <a:solidFill>
              <a:srgbClr val="FFFFFF"/>
            </a:solidFill>
            <a:tailEnd type="triangle"/>
          </a:ln>
        </p:spPr>
        <p:txBody>
          <a:bodyPr lIns="45719" rIns="45719"/>
          <a:lstStyle/>
          <a:p>
            <a:pPr>
              <a:defRPr>
                <a:solidFill>
                  <a:srgbClr val="FFFFFF"/>
                </a:solidFill>
              </a:defRPr>
            </a:pPr>
          </a:p>
        </p:txBody>
      </p:sp>
      <p:sp>
        <p:nvSpPr>
          <p:cNvPr id="885" name="Straight Connector 124"/>
          <p:cNvSpPr/>
          <p:nvPr/>
        </p:nvSpPr>
        <p:spPr>
          <a:xfrm flipV="1">
            <a:off x="3997323" y="1343758"/>
            <a:ext cx="1" cy="1254155"/>
          </a:xfrm>
          <a:prstGeom prst="line">
            <a:avLst/>
          </a:prstGeom>
          <a:ln w="6350">
            <a:solidFill>
              <a:srgbClr val="FFFFFF"/>
            </a:solidFill>
            <a:prstDash val="dash"/>
          </a:ln>
        </p:spPr>
        <p:txBody>
          <a:bodyPr lIns="45719" rIns="45719"/>
          <a:lstStyle/>
          <a:p>
            <a:pPr>
              <a:defRPr>
                <a:solidFill>
                  <a:srgbClr val="FFFFFF"/>
                </a:solidFill>
              </a:defRPr>
            </a:pPr>
          </a:p>
        </p:txBody>
      </p:sp>
      <p:sp>
        <p:nvSpPr>
          <p:cNvPr id="886" name="Straight Arrow Connector 126"/>
          <p:cNvSpPr/>
          <p:nvPr/>
        </p:nvSpPr>
        <p:spPr>
          <a:xfrm flipH="1" flipV="1">
            <a:off x="1443032" y="3888123"/>
            <a:ext cx="3953"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887" name="Straight Arrow Connector 127"/>
          <p:cNvSpPr/>
          <p:nvPr/>
        </p:nvSpPr>
        <p:spPr>
          <a:xfrm flipV="1">
            <a:off x="1206500" y="5864150"/>
            <a:ext cx="3628420" cy="59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888" name="TextBox 128"/>
          <p:cNvSpPr txBox="1"/>
          <p:nvPr/>
        </p:nvSpPr>
        <p:spPr>
          <a:xfrm>
            <a:off x="1186563" y="3518791"/>
            <a:ext cx="512938"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889" name="TextBox 129"/>
          <p:cNvSpPr txBox="1"/>
          <p:nvPr/>
        </p:nvSpPr>
        <p:spPr>
          <a:xfrm>
            <a:off x="2011294" y="5896000"/>
            <a:ext cx="187849" cy="204287"/>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890" name="Straight Connector 132"/>
          <p:cNvSpPr/>
          <p:nvPr/>
        </p:nvSpPr>
        <p:spPr>
          <a:xfrm flipV="1">
            <a:off x="2087981" y="5767046"/>
            <a:ext cx="1" cy="177948"/>
          </a:xfrm>
          <a:prstGeom prst="line">
            <a:avLst/>
          </a:prstGeom>
          <a:ln w="12700">
            <a:solidFill>
              <a:srgbClr val="FFFFFF"/>
            </a:solidFill>
          </a:ln>
        </p:spPr>
        <p:txBody>
          <a:bodyPr lIns="45719" rIns="45719"/>
          <a:lstStyle/>
          <a:p>
            <a:pPr>
              <a:defRPr>
                <a:solidFill>
                  <a:srgbClr val="FFFFFF"/>
                </a:solidFill>
              </a:defRPr>
            </a:pPr>
          </a:p>
        </p:txBody>
      </p:sp>
      <p:sp>
        <p:nvSpPr>
          <p:cNvPr id="891" name="Freeform: Shape 133"/>
          <p:cNvSpPr/>
          <p:nvPr/>
        </p:nvSpPr>
        <p:spPr>
          <a:xfrm>
            <a:off x="1833185" y="3938922"/>
            <a:ext cx="2429959" cy="1767877"/>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892" name="TextBox 134"/>
          <p:cNvSpPr txBox="1"/>
          <p:nvPr/>
        </p:nvSpPr>
        <p:spPr>
          <a:xfrm>
            <a:off x="6117011" y="4021473"/>
            <a:ext cx="3730569" cy="7905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m:t>
                    </m:r>
                  </m:num>
                  <m:den>
                    <m:sSub>
                      <m:e>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den>
                </m:f>
                <m:r>
                  <a:rPr xmlns:a="http://schemas.openxmlformats.org/drawingml/2006/main" sz="2400" i="1">
                    <a:solidFill>
                      <a:srgbClr val="FFFFFF"/>
                    </a:solidFill>
                    <a:latin typeface="Cambria Math" panose="02040503050406030204" pitchFamily="18" charset="0"/>
                  </a:rPr>
                  <m:t>𝐽</m:t>
                </m:r>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2264"/>
          </a:p>
        </p:txBody>
      </p:sp>
      <p:sp>
        <p:nvSpPr>
          <p:cNvPr id="893" name="Straight Connector 135"/>
          <p:cNvSpPr/>
          <p:nvPr/>
        </p:nvSpPr>
        <p:spPr>
          <a:xfrm flipH="1" flipV="1">
            <a:off x="1787460" y="3938923"/>
            <a:ext cx="676341" cy="1522078"/>
          </a:xfrm>
          <a:prstGeom prst="line">
            <a:avLst/>
          </a:prstGeom>
          <a:ln w="19050">
            <a:solidFill>
              <a:srgbClr val="FF0000"/>
            </a:solidFill>
          </a:ln>
        </p:spPr>
        <p:txBody>
          <a:bodyPr lIns="45719" rIns="45719"/>
          <a:lstStyle/>
          <a:p>
            <a:pPr>
              <a:defRPr>
                <a:solidFill>
                  <a:srgbClr val="FFFFFF"/>
                </a:solidFill>
              </a:defRPr>
            </a:pPr>
          </a:p>
        </p:txBody>
      </p:sp>
      <p:sp>
        <p:nvSpPr>
          <p:cNvPr id="894" name="Oval 136"/>
          <p:cNvSpPr/>
          <p:nvPr/>
        </p:nvSpPr>
        <p:spPr>
          <a:xfrm>
            <a:off x="2055061" y="4584417"/>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895" name="Straight Connector 137"/>
          <p:cNvSpPr/>
          <p:nvPr/>
        </p:nvSpPr>
        <p:spPr>
          <a:xfrm flipV="1">
            <a:off x="1909851" y="4183812"/>
            <a:ext cx="6351" cy="926666"/>
          </a:xfrm>
          <a:prstGeom prst="line">
            <a:avLst/>
          </a:prstGeom>
          <a:ln>
            <a:solidFill>
              <a:srgbClr val="FF0000"/>
            </a:solidFill>
            <a:prstDash val="dash"/>
          </a:ln>
        </p:spPr>
        <p:txBody>
          <a:bodyPr lIns="45719" rIns="45719"/>
          <a:lstStyle/>
          <a:p>
            <a:pPr>
              <a:defRPr>
                <a:solidFill>
                  <a:srgbClr val="FFFFFF"/>
                </a:solidFill>
              </a:defRPr>
            </a:pPr>
          </a:p>
        </p:txBody>
      </p:sp>
      <p:sp>
        <p:nvSpPr>
          <p:cNvPr id="896" name="Straight Connector 138"/>
          <p:cNvSpPr/>
          <p:nvPr/>
        </p:nvSpPr>
        <p:spPr>
          <a:xfrm flipH="1">
            <a:off x="1911350" y="5104126"/>
            <a:ext cx="430302" cy="1"/>
          </a:xfrm>
          <a:prstGeom prst="line">
            <a:avLst/>
          </a:prstGeom>
          <a:ln>
            <a:solidFill>
              <a:srgbClr val="FF0000"/>
            </a:solidFill>
            <a:prstDash val="dash"/>
          </a:ln>
        </p:spPr>
        <p:txBody>
          <a:bodyPr lIns="45719" rIns="45719"/>
          <a:lstStyle/>
          <a:p>
            <a:pPr>
              <a:defRPr>
                <a:solidFill>
                  <a:srgbClr val="FFFFFF"/>
                </a:solidFill>
              </a:defRPr>
            </a:pPr>
          </a:p>
        </p:txBody>
      </p:sp>
      <p:sp>
        <p:nvSpPr>
          <p:cNvPr id="897" name="Rectangle 139"/>
          <p:cNvSpPr/>
          <p:nvPr/>
        </p:nvSpPr>
        <p:spPr>
          <a:xfrm>
            <a:off x="7647454" y="4002795"/>
            <a:ext cx="1218662" cy="795799"/>
          </a:xfrm>
          <a:prstGeom prst="rect">
            <a:avLst/>
          </a:prstGeom>
          <a:ln w="28575">
            <a:solidFill>
              <a:srgbClr val="FF0000"/>
            </a:solidFill>
          </a:ln>
        </p:spPr>
        <p:txBody>
          <a:bodyPr lIns="45719" rIns="45719" anchor="ctr"/>
          <a:lstStyle/>
          <a:p>
            <a:pPr algn="ctr">
              <a:defRPr>
                <a:solidFill>
                  <a:srgbClr val="FFFFFF"/>
                </a:solidFill>
              </a:defRPr>
            </a:pPr>
          </a:p>
        </p:txBody>
      </p:sp>
      <p:sp>
        <p:nvSpPr>
          <p:cNvPr id="898" name="TextBox 140"/>
          <p:cNvSpPr txBox="1"/>
          <p:nvPr/>
        </p:nvSpPr>
        <p:spPr>
          <a:xfrm>
            <a:off x="6162735" y="5299030"/>
            <a:ext cx="4357945"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𝑁</m:t>
                </m:r>
                <m:r>
                  <a:rPr xmlns:a="http://schemas.openxmlformats.org/drawingml/2006/main" sz="2400" i="1">
                    <a:solidFill>
                      <a:srgbClr val="FFFFFF"/>
                    </a:solidFill>
                    <a:latin typeface="Cambria Math" panose="02040503050406030204" pitchFamily="18" charset="0"/>
                  </a:rPr>
                  <m:t>𝑒</m:t>
                </m:r>
                <m:r>
                  <a:rPr xmlns:a="http://schemas.openxmlformats.org/drawingml/2006/main" sz="2400" i="1">
                    <a:solidFill>
                      <a:srgbClr val="FFFFFF"/>
                    </a:solidFill>
                    <a:latin typeface="Cambria Math" panose="02040503050406030204" pitchFamily="18" charset="0"/>
                  </a:rPr>
                  <m:t>𝑔</m:t>
                </m:r>
                <m:r>
                  <a:rPr xmlns:a="http://schemas.openxmlformats.org/drawingml/2006/main" sz="2400" i="1">
                    <a:solidFill>
                      <a:srgbClr val="FFFFFF"/>
                    </a:solidFill>
                    <a:latin typeface="Cambria Math" panose="02040503050406030204" pitchFamily="18" charset="0"/>
                  </a:rPr>
                  <m:t>𝑎</m:t>
                </m:r>
                <m:r>
                  <a:rPr xmlns:a="http://schemas.openxmlformats.org/drawingml/2006/main" sz="2400" i="1">
                    <a:solidFill>
                      <a:srgbClr val="FFFFFF"/>
                    </a:solidFill>
                    <a:latin typeface="Cambria Math" panose="02040503050406030204" pitchFamily="18" charset="0"/>
                  </a:rPr>
                  <m:t>𝑡</m:t>
                </m:r>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𝑣</m:t>
                </m:r>
                <m:r>
                  <a:rPr xmlns:a="http://schemas.openxmlformats.org/drawingml/2006/main" sz="2400" i="1">
                    <a:solidFill>
                      <a:srgbClr val="FFFFFF"/>
                    </a:solidFill>
                    <a:latin typeface="Cambria Math" panose="02040503050406030204" pitchFamily="18" charset="0"/>
                  </a:rPr>
                  <m:t>𝑒</m:t>
                </m:r>
                <m:r>
                  <a:rPr xmlns:a="http://schemas.openxmlformats.org/drawingml/2006/main" sz="2400" i="1">
                    <a:solidFill>
                      <a:srgbClr val="FFFFFF"/>
                    </a:solidFill>
                    <a:latin typeface="Cambria Math" panose="02040503050406030204" pitchFamily="18" charset="0"/>
                  </a:rPr>
                  <m:t/>
                </m:r>
                <m:r>
                  <a:rPr xmlns:a="http://schemas.openxmlformats.org/drawingml/2006/main" sz="2400" i="1">
                    <a:solidFill>
                      <a:srgbClr val="FFFFFF"/>
                    </a:solidFill>
                    <a:latin typeface="Cambria Math" panose="02040503050406030204" pitchFamily="18" charset="0"/>
                  </a:rPr>
                  <m:t>𝑣</m:t>
                </m:r>
                <m:r>
                  <a:rPr xmlns:a="http://schemas.openxmlformats.org/drawingml/2006/main" sz="2400" i="1">
                    <a:solidFill>
                      <a:srgbClr val="FFFFFF"/>
                    </a:solidFill>
                    <a:latin typeface="Cambria Math" panose="02040503050406030204" pitchFamily="18" charset="0"/>
                  </a:rPr>
                  <m:t>𝑎</m:t>
                </m:r>
                <m:r>
                  <a:rPr xmlns:a="http://schemas.openxmlformats.org/drawingml/2006/main" sz="2400" i="1">
                    <a:solidFill>
                      <a:srgbClr val="FFFFFF"/>
                    </a:solidFill>
                    <a:latin typeface="Cambria Math" panose="02040503050406030204" pitchFamily="18" charset="0"/>
                  </a:rPr>
                  <m:t>𝑙</m:t>
                </m:r>
                <m:r>
                  <a:rPr xmlns:a="http://schemas.openxmlformats.org/drawingml/2006/main" sz="2400" i="1">
                    <a:solidFill>
                      <a:srgbClr val="FFFFFF"/>
                    </a:solidFill>
                    <a:latin typeface="Cambria Math" panose="02040503050406030204" pitchFamily="18" charset="0"/>
                  </a:rPr>
                  <m:t>𝑢</m:t>
                </m:r>
                <m:r>
                  <a:rPr xmlns:a="http://schemas.openxmlformats.org/drawingml/2006/main" sz="2400" i="1">
                    <a:solidFill>
                      <a:srgbClr val="FFFFFF"/>
                    </a:solidFill>
                    <a:latin typeface="Cambria Math" panose="02040503050406030204" pitchFamily="18" charset="0"/>
                  </a:rPr>
                  <m:t>𝑒</m:t>
                </m:r>
                <m:r>
                  <a:rPr xmlns:a="http://schemas.openxmlformats.org/drawingml/2006/main" sz="2400" i="1">
                    <a:solidFill>
                      <a:srgbClr val="FFFFFF"/>
                    </a:solidFill>
                    <a:latin typeface="Cambria Math" panose="02040503050406030204" pitchFamily="18" charset="0"/>
                  </a:rPr>
                  <m:t>)</m:t>
                </m:r>
              </m:oMath>
            </a14:m>
            <a:endParaRPr sz="2264"/>
          </a:p>
        </p:txBody>
      </p:sp>
      <p:sp>
        <p:nvSpPr>
          <p:cNvPr id="899" name="TextBox 141"/>
          <p:cNvSpPr txBox="1"/>
          <p:nvPr/>
        </p:nvSpPr>
        <p:spPr>
          <a:xfrm>
            <a:off x="8240346" y="4934284"/>
            <a:ext cx="349195" cy="197867"/>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000" i="1">
                      <a:solidFill>
                        <a:srgbClr val="FF0000"/>
                      </a:solidFill>
                      <a:latin typeface="Cambria Math" panose="02040503050406030204" pitchFamily="18" charset="0"/>
                    </a:rPr>
                    <m:t>≤</m:t>
                  </m:r>
                  <m:r>
                    <a:rPr xmlns:a="http://schemas.openxmlformats.org/drawingml/2006/main" sz="2000" i="1">
                      <a:solidFill>
                        <a:srgbClr val="FF0000"/>
                      </a:solidFill>
                      <a:latin typeface="Cambria Math" panose="02040503050406030204" pitchFamily="18" charset="0"/>
                    </a:rPr>
                    <m:t>0</m:t>
                  </m:r>
                </m:oMath>
              </m:oMathPara>
            </a14:m>
            <a:endParaRPr sz="2000">
              <a:solidFill>
                <a:srgbClr val="FF0000"/>
              </a:solidFill>
            </a:endParaRPr>
          </a:p>
        </p:txBody>
      </p:sp>
      <p:sp>
        <p:nvSpPr>
          <p:cNvPr id="900" name="Oval 142"/>
          <p:cNvSpPr/>
          <p:nvPr/>
        </p:nvSpPr>
        <p:spPr>
          <a:xfrm>
            <a:off x="2286000" y="5050075"/>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01" name="Straight Arrow Connector 143"/>
          <p:cNvSpPr/>
          <p:nvPr/>
        </p:nvSpPr>
        <p:spPr>
          <a:xfrm>
            <a:off x="3041650" y="5279187"/>
            <a:ext cx="0" cy="406401"/>
          </a:xfrm>
          <a:prstGeom prst="line">
            <a:avLst/>
          </a:prstGeom>
          <a:ln w="12700">
            <a:solidFill>
              <a:srgbClr val="FFFFFF"/>
            </a:solidFill>
            <a:tailEnd type="triangle"/>
          </a:ln>
        </p:spPr>
        <p:txBody>
          <a:bodyPr lIns="45719" rIns="45719"/>
          <a:lstStyle/>
          <a:p>
            <a:pPr>
              <a:defRPr>
                <a:solidFill>
                  <a:srgbClr val="FFFFFF"/>
                </a:solidFill>
              </a:defRPr>
            </a:pPr>
          </a:p>
        </p:txBody>
      </p:sp>
      <p:sp>
        <p:nvSpPr>
          <p:cNvPr id="902" name="Straight Arrow Connector 144"/>
          <p:cNvSpPr/>
          <p:nvPr/>
        </p:nvSpPr>
        <p:spPr>
          <a:xfrm>
            <a:off x="2212196" y="4646924"/>
            <a:ext cx="156740" cy="311968"/>
          </a:xfrm>
          <a:prstGeom prst="line">
            <a:avLst/>
          </a:prstGeom>
          <a:ln w="12700">
            <a:solidFill>
              <a:srgbClr val="FFFFFF"/>
            </a:solidFill>
            <a:tailEnd type="triangle"/>
          </a:ln>
        </p:spPr>
        <p:txBody>
          <a:bodyPr lIns="45719" rIns="45719"/>
          <a:lstStyle/>
          <a:p>
            <a:pPr>
              <a:defRPr>
                <a:solidFill>
                  <a:srgbClr val="FFFFFF"/>
                </a:solidFill>
              </a:defRPr>
            </a:pPr>
          </a:p>
        </p:txBody>
      </p:sp>
      <p:sp>
        <p:nvSpPr>
          <p:cNvPr id="903" name="Straight Connector 145"/>
          <p:cNvSpPr/>
          <p:nvPr/>
        </p:nvSpPr>
        <p:spPr>
          <a:xfrm flipV="1">
            <a:off x="2092323" y="4616345"/>
            <a:ext cx="1" cy="1254155"/>
          </a:xfrm>
          <a:prstGeom prst="line">
            <a:avLst/>
          </a:prstGeom>
          <a:ln w="6350">
            <a:solidFill>
              <a:srgbClr val="FFFFFF"/>
            </a:solidFill>
            <a:prstDash val="dash"/>
          </a:ln>
        </p:spPr>
        <p:txBody>
          <a:bodyPr lIns="45719" rIns="45719"/>
          <a:lstStyle/>
          <a:p>
            <a:pPr>
              <a:defRPr>
                <a:solidFill>
                  <a:srgbClr val="FFFFFF"/>
                </a:solidFill>
              </a:defRPr>
            </a:pPr>
          </a:p>
        </p:txBody>
      </p:sp>
      <p:sp>
        <p:nvSpPr>
          <p:cNvPr id="904" name="Straight Arrow Connector 152"/>
          <p:cNvSpPr/>
          <p:nvPr/>
        </p:nvSpPr>
        <p:spPr>
          <a:xfrm>
            <a:off x="2290566" y="6080666"/>
            <a:ext cx="363734" cy="1"/>
          </a:xfrm>
          <a:prstGeom prst="line">
            <a:avLst/>
          </a:prstGeom>
          <a:ln w="12700">
            <a:solidFill>
              <a:srgbClr val="FFFFFF"/>
            </a:solidFill>
            <a:tailEnd type="triangle"/>
          </a:ln>
        </p:spPr>
        <p:txBody>
          <a:bodyPr lIns="45719" rIns="45719"/>
          <a:lstStyle/>
          <a:p>
            <a:pPr>
              <a:defRPr>
                <a:solidFill>
                  <a:srgbClr val="FFFFFF"/>
                </a:solidFill>
              </a:defRPr>
            </a:pPr>
          </a:p>
        </p:txBody>
      </p:sp>
      <p:sp>
        <p:nvSpPr>
          <p:cNvPr id="905" name="Straight Arrow Connector 154"/>
          <p:cNvSpPr/>
          <p:nvPr/>
        </p:nvSpPr>
        <p:spPr>
          <a:xfrm flipH="1">
            <a:off x="3340098" y="2803444"/>
            <a:ext cx="478914" cy="2846"/>
          </a:xfrm>
          <a:prstGeom prst="line">
            <a:avLst/>
          </a:prstGeom>
          <a:ln w="12700">
            <a:solidFill>
              <a:srgbClr val="FFFFFF"/>
            </a:solidFill>
            <a:tailEnd type="triangle"/>
          </a:ln>
        </p:spPr>
        <p:txBody>
          <a:bodyPr lIns="45719" rIns="45719"/>
          <a:lstStyle/>
          <a:p>
            <a:pPr>
              <a:defRPr>
                <a:solidFill>
                  <a:srgbClr val="FFFFFF"/>
                </a:solidFill>
              </a:defRPr>
            </a:pPr>
          </a:p>
        </p:txBody>
      </p:sp>
      <p:sp>
        <p:nvSpPr>
          <p:cNvPr id="906" name="TextBox 157"/>
          <p:cNvSpPr txBox="1"/>
          <p:nvPr/>
        </p:nvSpPr>
        <p:spPr>
          <a:xfrm>
            <a:off x="2456224" y="355558"/>
            <a:ext cx="1342072" cy="194540"/>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𝑃</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𝑠</m:t>
                  </m:r>
                  <m:r>
                    <a:rPr xmlns:a="http://schemas.openxmlformats.org/drawingml/2006/main" sz="1800" i="1">
                      <a:solidFill>
                        <a:srgbClr val="FFFFFF"/>
                      </a:solidFill>
                      <a:latin typeface="Cambria Math" panose="02040503050406030204" pitchFamily="18" charset="0"/>
                    </a:rPr>
                    <m:t>𝑖</m:t>
                  </m:r>
                  <m:r>
                    <a:rPr xmlns:a="http://schemas.openxmlformats.org/drawingml/2006/main" sz="1800" i="1">
                      <a:solidFill>
                        <a:srgbClr val="FFFFFF"/>
                      </a:solidFill>
                      <a:latin typeface="Cambria Math" panose="02040503050406030204" pitchFamily="18" charset="0"/>
                    </a:rPr>
                    <m:t>𝑡</m:t>
                  </m:r>
                  <m:r>
                    <a:rPr xmlns:a="http://schemas.openxmlformats.org/drawingml/2006/main" sz="1800" i="1">
                      <a:solidFill>
                        <a:srgbClr val="FFFFFF"/>
                      </a:solidFill>
                      <a:latin typeface="Cambria Math" panose="02040503050406030204" pitchFamily="18" charset="0"/>
                    </a:rPr>
                    <m:t>𝑖</m:t>
                  </m:r>
                  <m:r>
                    <a:rPr xmlns:a="http://schemas.openxmlformats.org/drawingml/2006/main" sz="1800" i="1">
                      <a:solidFill>
                        <a:srgbClr val="FFFFFF"/>
                      </a:solidFill>
                      <a:latin typeface="Cambria Math" panose="02040503050406030204" pitchFamily="18" charset="0"/>
                    </a:rPr>
                    <m:t>𝑣</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𝑠</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𝑝</m:t>
                  </m:r>
                  <m:r>
                    <a:rPr xmlns:a="http://schemas.openxmlformats.org/drawingml/2006/main" sz="1800" i="1">
                      <a:solidFill>
                        <a:srgbClr val="FFFFFF"/>
                      </a:solidFill>
                      <a:latin typeface="Cambria Math" panose="02040503050406030204" pitchFamily="18" charset="0"/>
                    </a:rPr>
                    <m:t>𝑒</m:t>
                  </m:r>
                </m:oMath>
              </m:oMathPara>
            </a14:m>
            <a:endParaRPr>
              <a:solidFill>
                <a:srgbClr val="FFFFFF"/>
              </a:solidFill>
            </a:endParaRPr>
          </a:p>
        </p:txBody>
      </p:sp>
      <p:sp>
        <p:nvSpPr>
          <p:cNvPr id="907" name="TextBox 158"/>
          <p:cNvSpPr txBox="1"/>
          <p:nvPr/>
        </p:nvSpPr>
        <p:spPr>
          <a:xfrm>
            <a:off x="2406632" y="3468277"/>
            <a:ext cx="1441255" cy="195454"/>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𝑁</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𝑔</m:t>
                  </m:r>
                  <m:r>
                    <a:rPr xmlns:a="http://schemas.openxmlformats.org/drawingml/2006/main" sz="1800" i="1">
                      <a:solidFill>
                        <a:srgbClr val="FFFFFF"/>
                      </a:solidFill>
                      <a:latin typeface="Cambria Math" panose="02040503050406030204" pitchFamily="18" charset="0"/>
                    </a:rPr>
                    <m:t>𝑎</m:t>
                  </m:r>
                  <m:r>
                    <a:rPr xmlns:a="http://schemas.openxmlformats.org/drawingml/2006/main" sz="1800" i="1">
                      <a:solidFill>
                        <a:srgbClr val="FFFFFF"/>
                      </a:solidFill>
                      <a:latin typeface="Cambria Math" panose="02040503050406030204" pitchFamily="18" charset="0"/>
                    </a:rPr>
                    <m:t>𝑡</m:t>
                  </m:r>
                  <m:r>
                    <a:rPr xmlns:a="http://schemas.openxmlformats.org/drawingml/2006/main" sz="1800" i="1">
                      <a:solidFill>
                        <a:srgbClr val="FFFFFF"/>
                      </a:solidFill>
                      <a:latin typeface="Cambria Math" panose="02040503050406030204" pitchFamily="18" charset="0"/>
                    </a:rPr>
                    <m:t>𝑖</m:t>
                  </m:r>
                  <m:r>
                    <a:rPr xmlns:a="http://schemas.openxmlformats.org/drawingml/2006/main" sz="1800" i="1">
                      <a:solidFill>
                        <a:srgbClr val="FFFFFF"/>
                      </a:solidFill>
                      <a:latin typeface="Cambria Math" panose="02040503050406030204" pitchFamily="18" charset="0"/>
                    </a:rPr>
                    <m:t>𝑣</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𝑠</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𝑝</m:t>
                  </m:r>
                  <m:r>
                    <a:rPr xmlns:a="http://schemas.openxmlformats.org/drawingml/2006/main" sz="1800" i="1">
                      <a:solidFill>
                        <a:srgbClr val="FFFFFF"/>
                      </a:solidFill>
                      <a:latin typeface="Cambria Math" panose="02040503050406030204" pitchFamily="18" charset="0"/>
                    </a:rPr>
                    <m:t>𝑒</m:t>
                  </m:r>
                </m:oMath>
              </m:oMathPara>
            </a14:m>
            <a:endParaRPr>
              <a:solidFill>
                <a:srgbClr val="FFFFFF"/>
              </a:solidFill>
            </a:endParaRPr>
          </a:p>
        </p:txBody>
      </p:sp>
      <p:sp>
        <p:nvSpPr>
          <p:cNvPr id="908" name="Straight Arrow Connector 159"/>
          <p:cNvSpPr/>
          <p:nvPr/>
        </p:nvSpPr>
        <p:spPr>
          <a:xfrm>
            <a:off x="3127258" y="755236"/>
            <a:ext cx="1062244" cy="102015"/>
          </a:xfrm>
          <a:prstGeom prst="line">
            <a:avLst/>
          </a:prstGeom>
          <a:ln w="12700">
            <a:solidFill>
              <a:srgbClr val="FF0000"/>
            </a:solidFill>
            <a:tailEnd type="triangle"/>
          </a:ln>
        </p:spPr>
        <p:txBody>
          <a:bodyPr lIns="45719" rIns="45719"/>
          <a:lstStyle/>
          <a:p>
            <a:pPr>
              <a:defRPr>
                <a:solidFill>
                  <a:srgbClr val="FFFFFF"/>
                </a:solidFill>
              </a:defRPr>
            </a:pPr>
          </a:p>
        </p:txBody>
      </p:sp>
      <p:sp>
        <p:nvSpPr>
          <p:cNvPr id="909" name="Straight Arrow Connector 161"/>
          <p:cNvSpPr/>
          <p:nvPr/>
        </p:nvSpPr>
        <p:spPr>
          <a:xfrm flipH="1">
            <a:off x="2023992" y="3862104"/>
            <a:ext cx="952364" cy="477257"/>
          </a:xfrm>
          <a:prstGeom prst="line">
            <a:avLst/>
          </a:prstGeom>
          <a:ln w="12700">
            <a:solidFill>
              <a:srgbClr val="FF0000"/>
            </a:solidFill>
            <a:tailEnd type="triangle"/>
          </a:ln>
        </p:spPr>
        <p:txBody>
          <a:bodyPr lIns="45719" rIns="45719"/>
          <a:lstStyle/>
          <a:p>
            <a:pPr>
              <a:defRPr>
                <a:solidFill>
                  <a:srgbClr val="FFFFFF"/>
                </a:solidFill>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869"/>
                                        </p:tgtEl>
                                        <p:attrNameLst>
                                          <p:attrName>style.visibility</p:attrName>
                                        </p:attrNameLst>
                                      </p:cBhvr>
                                      <p:to>
                                        <p:strVal val="visible"/>
                                      </p:to>
                                    </p:set>
                                    <p:animEffect filter="wipe(left)" transition="in">
                                      <p:cBhvr>
                                        <p:cTn id="7" dur="1000"/>
                                        <p:tgtEl>
                                          <p:spTgt spid="869"/>
                                        </p:tgtEl>
                                      </p:cBhvr>
                                    </p:animEffect>
                                  </p:childTnLst>
                                </p:cTn>
                              </p:par>
                            </p:childTnLst>
                          </p:cTn>
                        </p:par>
                        <p:par>
                          <p:cTn id="8" fill="hold">
                            <p:stCondLst>
                              <p:cond delay="1000"/>
                            </p:stCondLst>
                            <p:childTnLst>
                              <p:par>
                                <p:cTn id="9" presetClass="entr" nodeType="afterEffect" presetSubtype="4" presetID="22" grpId="2" fill="hold">
                                  <p:stCondLst>
                                    <p:cond delay="0"/>
                                  </p:stCondLst>
                                  <p:iterate type="el" backwards="0">
                                    <p:tmAbs val="0"/>
                                  </p:iterate>
                                  <p:childTnLst>
                                    <p:set>
                                      <p:cBhvr>
                                        <p:cTn id="10" fill="hold"/>
                                        <p:tgtEl>
                                          <p:spTgt spid="868"/>
                                        </p:tgtEl>
                                        <p:attrNameLst>
                                          <p:attrName>style.visibility</p:attrName>
                                        </p:attrNameLst>
                                      </p:cBhvr>
                                      <p:to>
                                        <p:strVal val="visible"/>
                                      </p:to>
                                    </p:set>
                                    <p:animEffect filter="wipe(down)" transition="in">
                                      <p:cBhvr>
                                        <p:cTn id="11" dur="1000"/>
                                        <p:tgtEl>
                                          <p:spTgt spid="868"/>
                                        </p:tgtEl>
                                      </p:cBhvr>
                                    </p:animEffect>
                                  </p:childTnLst>
                                </p:cTn>
                              </p:par>
                            </p:childTnLst>
                          </p:cTn>
                        </p:par>
                        <p:par>
                          <p:cTn id="12" fill="hold">
                            <p:stCondLst>
                              <p:cond delay="2000"/>
                            </p:stCondLst>
                            <p:childTnLst>
                              <p:par>
                                <p:cTn id="13" presetClass="entr" nodeType="afterEffect" presetSubtype="0" presetID="1" grpId="3" fill="hold">
                                  <p:stCondLst>
                                    <p:cond delay="0"/>
                                  </p:stCondLst>
                                  <p:iterate type="el" backwards="0">
                                    <p:tmAbs val="0"/>
                                  </p:iterate>
                                  <p:childTnLst>
                                    <p:set>
                                      <p:cBhvr>
                                        <p:cTn id="14" fill="hold"/>
                                        <p:tgtEl>
                                          <p:spTgt spid="8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2" grpId="4" fill="hold">
                                  <p:stCondLst>
                                    <p:cond delay="0"/>
                                  </p:stCondLst>
                                  <p:iterate type="el" backwards="0">
                                    <p:tmAbs val="0"/>
                                  </p:iterate>
                                  <p:childTnLst>
                                    <p:set>
                                      <p:cBhvr>
                                        <p:cTn id="18" fill="hold"/>
                                        <p:tgtEl>
                                          <p:spTgt spid="873"/>
                                        </p:tgtEl>
                                        <p:attrNameLst>
                                          <p:attrName>style.visibility</p:attrName>
                                        </p:attrNameLst>
                                      </p:cBhvr>
                                      <p:to>
                                        <p:strVal val="visible"/>
                                      </p:to>
                                    </p:set>
                                    <p:animEffect filter="wipe(left)" transition="in">
                                      <p:cBhvr>
                                        <p:cTn id="19" dur="2000"/>
                                        <p:tgtEl>
                                          <p:spTgt spid="873"/>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1" presetID="22" grpId="5" fill="hold">
                                  <p:stCondLst>
                                    <p:cond delay="0"/>
                                  </p:stCondLst>
                                  <p:iterate type="el" backwards="0">
                                    <p:tmAbs val="0"/>
                                  </p:iterate>
                                  <p:childTnLst>
                                    <p:set>
                                      <p:cBhvr>
                                        <p:cTn id="23" fill="hold"/>
                                        <p:tgtEl>
                                          <p:spTgt spid="883"/>
                                        </p:tgtEl>
                                        <p:attrNameLst>
                                          <p:attrName>style.visibility</p:attrName>
                                        </p:attrNameLst>
                                      </p:cBhvr>
                                      <p:to>
                                        <p:strVal val="visible"/>
                                      </p:to>
                                    </p:set>
                                    <p:animEffect filter="wipe(up)" transition="in">
                                      <p:cBhvr>
                                        <p:cTn id="24" dur="1000"/>
                                        <p:tgtEl>
                                          <p:spTgt spid="883"/>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6" fill="hold">
                                  <p:stCondLst>
                                    <p:cond delay="0"/>
                                  </p:stCondLst>
                                  <p:iterate type="el" backwards="0">
                                    <p:tmAbs val="0"/>
                                  </p:iterate>
                                  <p:childTnLst>
                                    <p:set>
                                      <p:cBhvr>
                                        <p:cTn id="28" fill="hold"/>
                                        <p:tgtEl>
                                          <p:spTgt spid="871"/>
                                        </p:tgtEl>
                                        <p:attrNameLst>
                                          <p:attrName>style.visibility</p:attrName>
                                        </p:attrNameLst>
                                      </p:cBhvr>
                                      <p:to>
                                        <p:strVal val="visible"/>
                                      </p:to>
                                    </p:set>
                                  </p:childTnLst>
                                </p:cTn>
                              </p:par>
                            </p:childTnLst>
                          </p:cTn>
                        </p:par>
                        <p:par>
                          <p:cTn id="29" fill="hold">
                            <p:stCondLst>
                              <p:cond delay="0"/>
                            </p:stCondLst>
                            <p:childTnLst>
                              <p:par>
                                <p:cTn id="30" presetClass="entr" nodeType="afterEffect" presetSubtype="1" presetID="22" grpId="7" fill="hold">
                                  <p:stCondLst>
                                    <p:cond delay="0"/>
                                  </p:stCondLst>
                                  <p:iterate type="el" backwards="0">
                                    <p:tmAbs val="0"/>
                                  </p:iterate>
                                  <p:childTnLst>
                                    <p:set>
                                      <p:cBhvr>
                                        <p:cTn id="31" fill="hold"/>
                                        <p:tgtEl>
                                          <p:spTgt spid="872"/>
                                        </p:tgtEl>
                                        <p:attrNameLst>
                                          <p:attrName>style.visibility</p:attrName>
                                        </p:attrNameLst>
                                      </p:cBhvr>
                                      <p:to>
                                        <p:strVal val="visible"/>
                                      </p:to>
                                    </p:set>
                                    <p:animEffect filter="wipe(up)" transition="in">
                                      <p:cBhvr>
                                        <p:cTn id="32" dur="500"/>
                                        <p:tgtEl>
                                          <p:spTgt spid="872"/>
                                        </p:tgtEl>
                                      </p:cBhvr>
                                    </p:animEffect>
                                  </p:childTnLst>
                                </p:cTn>
                              </p:par>
                            </p:childTnLst>
                          </p:cTn>
                        </p:par>
                        <p:par>
                          <p:cTn id="33" fill="hold">
                            <p:stCondLst>
                              <p:cond delay="500"/>
                            </p:stCondLst>
                            <p:childTnLst>
                              <p:par>
                                <p:cTn id="34" presetClass="entr" nodeType="afterEffect" presetSubtype="4" presetID="22" grpId="8" fill="hold">
                                  <p:stCondLst>
                                    <p:cond delay="0"/>
                                  </p:stCondLst>
                                  <p:iterate type="el" backwards="0">
                                    <p:tmAbs val="0"/>
                                  </p:iterate>
                                  <p:childTnLst>
                                    <p:set>
                                      <p:cBhvr>
                                        <p:cTn id="35" fill="hold"/>
                                        <p:tgtEl>
                                          <p:spTgt spid="885"/>
                                        </p:tgtEl>
                                        <p:attrNameLst>
                                          <p:attrName>style.visibility</p:attrName>
                                        </p:attrNameLst>
                                      </p:cBhvr>
                                      <p:to>
                                        <p:strVal val="visible"/>
                                      </p:to>
                                    </p:set>
                                    <p:animEffect filter="wipe(down)" transition="in">
                                      <p:cBhvr>
                                        <p:cTn id="36" dur="500"/>
                                        <p:tgtEl>
                                          <p:spTgt spid="885"/>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8" presetID="22" grpId="9" fill="hold">
                                  <p:stCondLst>
                                    <p:cond delay="0"/>
                                  </p:stCondLst>
                                  <p:iterate type="el" backwards="0">
                                    <p:tmAbs val="0"/>
                                  </p:iterate>
                                  <p:childTnLst>
                                    <p:set>
                                      <p:cBhvr>
                                        <p:cTn id="40" fill="hold"/>
                                        <p:tgtEl>
                                          <p:spTgt spid="874"/>
                                        </p:tgtEl>
                                        <p:attrNameLst>
                                          <p:attrName>style.visibility</p:attrName>
                                        </p:attrNameLst>
                                      </p:cBhvr>
                                      <p:to>
                                        <p:strVal val="visible"/>
                                      </p:to>
                                    </p:set>
                                    <p:animEffect filter="wipe(left)" transition="in">
                                      <p:cBhvr>
                                        <p:cTn id="41" dur="2000"/>
                                        <p:tgtEl>
                                          <p:spTgt spid="874"/>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0" presetID="1" grpId="10" fill="hold">
                                  <p:stCondLst>
                                    <p:cond delay="0"/>
                                  </p:stCondLst>
                                  <p:iterate type="el" backwards="0">
                                    <p:tmAbs val="0"/>
                                  </p:iterate>
                                  <p:childTnLst>
                                    <p:set>
                                      <p:cBhvr>
                                        <p:cTn id="45" fill="hold"/>
                                        <p:tgtEl>
                                          <p:spTgt spid="87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1" presetID="22" grpId="11" fill="hold">
                                  <p:stCondLst>
                                    <p:cond delay="0"/>
                                  </p:stCondLst>
                                  <p:iterate type="el" backwards="0">
                                    <p:tmAbs val="0"/>
                                  </p:iterate>
                                  <p:childTnLst>
                                    <p:set>
                                      <p:cBhvr>
                                        <p:cTn id="49" fill="hold"/>
                                        <p:tgtEl>
                                          <p:spTgt spid="875"/>
                                        </p:tgtEl>
                                        <p:attrNameLst>
                                          <p:attrName>style.visibility</p:attrName>
                                        </p:attrNameLst>
                                      </p:cBhvr>
                                      <p:to>
                                        <p:strVal val="visible"/>
                                      </p:to>
                                    </p:set>
                                    <p:animEffect filter="wipe(up)" transition="in">
                                      <p:cBhvr>
                                        <p:cTn id="50" dur="500"/>
                                        <p:tgtEl>
                                          <p:spTgt spid="875"/>
                                        </p:tgtEl>
                                      </p:cBhvr>
                                    </p:animEffect>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1" presetID="22" grpId="12" fill="hold">
                                  <p:stCondLst>
                                    <p:cond delay="0"/>
                                  </p:stCondLst>
                                  <p:iterate type="el" backwards="0">
                                    <p:tmAbs val="0"/>
                                  </p:iterate>
                                  <p:childTnLst>
                                    <p:set>
                                      <p:cBhvr>
                                        <p:cTn id="54" fill="hold"/>
                                        <p:tgtEl>
                                          <p:spTgt spid="877"/>
                                        </p:tgtEl>
                                        <p:attrNameLst>
                                          <p:attrName>style.visibility</p:attrName>
                                        </p:attrNameLst>
                                      </p:cBhvr>
                                      <p:to>
                                        <p:strVal val="visible"/>
                                      </p:to>
                                    </p:set>
                                    <p:animEffect filter="wipe(up)" transition="in">
                                      <p:cBhvr>
                                        <p:cTn id="55" dur="500"/>
                                        <p:tgtEl>
                                          <p:spTgt spid="877"/>
                                        </p:tgtEl>
                                      </p:cBhvr>
                                    </p:animEffect>
                                  </p:childTnLst>
                                </p:cTn>
                              </p:par>
                            </p:childTnLst>
                          </p:cTn>
                        </p:par>
                        <p:par>
                          <p:cTn id="56" fill="hold">
                            <p:stCondLst>
                              <p:cond delay="500"/>
                            </p:stCondLst>
                            <p:childTnLst>
                              <p:par>
                                <p:cTn id="57" presetClass="entr" nodeType="afterEffect" presetSubtype="1" presetID="22" grpId="13" fill="hold">
                                  <p:stCondLst>
                                    <p:cond delay="0"/>
                                  </p:stCondLst>
                                  <p:iterate type="el" backwards="0">
                                    <p:tmAbs val="0"/>
                                  </p:iterate>
                                  <p:childTnLst>
                                    <p:set>
                                      <p:cBhvr>
                                        <p:cTn id="58" fill="hold"/>
                                        <p:tgtEl>
                                          <p:spTgt spid="878"/>
                                        </p:tgtEl>
                                        <p:attrNameLst>
                                          <p:attrName>style.visibility</p:attrName>
                                        </p:attrNameLst>
                                      </p:cBhvr>
                                      <p:to>
                                        <p:strVal val="visible"/>
                                      </p:to>
                                    </p:set>
                                    <p:animEffect filter="wipe(up)" transition="in">
                                      <p:cBhvr>
                                        <p:cTn id="59" dur="500"/>
                                        <p:tgtEl>
                                          <p:spTgt spid="878"/>
                                        </p:tgtEl>
                                      </p:cBhvr>
                                    </p:animEffect>
                                  </p:childTnLst>
                                </p:cTn>
                              </p:par>
                            </p:childTnLst>
                          </p:cTn>
                        </p:par>
                      </p:childTnLst>
                    </p:cTn>
                  </p:par>
                  <p:par>
                    <p:cTn id="60" fill="hold">
                      <p:stCondLst>
                        <p:cond delay="indefinite"/>
                      </p:stCondLst>
                      <p:childTnLst>
                        <p:par>
                          <p:cTn id="61" fill="hold">
                            <p:stCondLst>
                              <p:cond delay="0"/>
                            </p:stCondLst>
                            <p:childTnLst>
                              <p:par>
                                <p:cTn id="62" presetClass="entr" nodeType="clickEffect" presetID="10" grpId="14" fill="hold">
                                  <p:stCondLst>
                                    <p:cond delay="0"/>
                                  </p:stCondLst>
                                  <p:iterate type="el" backwards="0">
                                    <p:tmAbs val="0"/>
                                  </p:iterate>
                                  <p:childTnLst>
                                    <p:set>
                                      <p:cBhvr>
                                        <p:cTn id="63" fill="hold"/>
                                        <p:tgtEl>
                                          <p:spTgt spid="879"/>
                                        </p:tgtEl>
                                        <p:attrNameLst>
                                          <p:attrName>style.visibility</p:attrName>
                                        </p:attrNameLst>
                                      </p:cBhvr>
                                      <p:to>
                                        <p:strVal val="visible"/>
                                      </p:to>
                                    </p:set>
                                    <p:animEffect filter="fade" transition="in">
                                      <p:cBhvr>
                                        <p:cTn id="64" dur="2000"/>
                                        <p:tgtEl>
                                          <p:spTgt spid="879"/>
                                        </p:tgtEl>
                                      </p:cBhvr>
                                    </p:animEffect>
                                  </p:childTnLst>
                                </p:cTn>
                              </p:par>
                            </p:childTnLst>
                          </p:cTn>
                        </p:par>
                      </p:childTnLst>
                    </p:cTn>
                  </p:par>
                  <p:par>
                    <p:cTn id="65" fill="hold">
                      <p:stCondLst>
                        <p:cond delay="indefinite"/>
                      </p:stCondLst>
                      <p:childTnLst>
                        <p:par>
                          <p:cTn id="66" fill="hold">
                            <p:stCondLst>
                              <p:cond delay="0"/>
                            </p:stCondLst>
                            <p:childTnLst>
                              <p:par>
                                <p:cTn id="67" presetClass="entr" nodeType="clickEffect" presetSubtype="8" presetID="22" grpId="15" fill="hold">
                                  <p:stCondLst>
                                    <p:cond delay="0"/>
                                  </p:stCondLst>
                                  <p:iterate type="el" backwards="0">
                                    <p:tmAbs val="0"/>
                                  </p:iterate>
                                  <p:childTnLst>
                                    <p:set>
                                      <p:cBhvr>
                                        <p:cTn id="68" fill="hold"/>
                                        <p:tgtEl>
                                          <p:spTgt spid="881"/>
                                        </p:tgtEl>
                                        <p:attrNameLst>
                                          <p:attrName>style.visibility</p:attrName>
                                        </p:attrNameLst>
                                      </p:cBhvr>
                                      <p:to>
                                        <p:strVal val="visible"/>
                                      </p:to>
                                    </p:set>
                                    <p:animEffect filter="wipe(left)" transition="in">
                                      <p:cBhvr>
                                        <p:cTn id="69" dur="1000"/>
                                        <p:tgtEl>
                                          <p:spTgt spid="881"/>
                                        </p:tgtEl>
                                      </p:cBhvr>
                                    </p:animEffect>
                                  </p:childTnLst>
                                </p:cTn>
                              </p:par>
                            </p:childTnLst>
                          </p:cTn>
                        </p:par>
                      </p:childTnLst>
                    </p:cTn>
                  </p:par>
                  <p:par>
                    <p:cTn id="70" fill="hold">
                      <p:stCondLst>
                        <p:cond delay="indefinite"/>
                      </p:stCondLst>
                      <p:childTnLst>
                        <p:par>
                          <p:cTn id="71" fill="hold">
                            <p:stCondLst>
                              <p:cond delay="0"/>
                            </p:stCondLst>
                            <p:childTnLst>
                              <p:par>
                                <p:cTn id="72" presetClass="entr" nodeType="clickEffect" presetSubtype="8" presetID="22" grpId="16" fill="hold">
                                  <p:stCondLst>
                                    <p:cond delay="0"/>
                                  </p:stCondLst>
                                  <p:iterate type="el" backwards="0">
                                    <p:tmAbs val="0"/>
                                  </p:iterate>
                                  <p:childTnLst>
                                    <p:set>
                                      <p:cBhvr>
                                        <p:cTn id="73" fill="hold"/>
                                        <p:tgtEl>
                                          <p:spTgt spid="880"/>
                                        </p:tgtEl>
                                        <p:attrNameLst>
                                          <p:attrName>style.visibility</p:attrName>
                                        </p:attrNameLst>
                                      </p:cBhvr>
                                      <p:to>
                                        <p:strVal val="visible"/>
                                      </p:to>
                                    </p:set>
                                    <p:animEffect filter="wipe(left)" transition="in">
                                      <p:cBhvr>
                                        <p:cTn id="74" dur="2000"/>
                                        <p:tgtEl>
                                          <p:spTgt spid="880"/>
                                        </p:tgtEl>
                                      </p:cBhvr>
                                    </p:animEffect>
                                  </p:childTnLst>
                                </p:cTn>
                              </p:par>
                            </p:childTnLst>
                          </p:cTn>
                        </p:par>
                      </p:childTnLst>
                    </p:cTn>
                  </p:par>
                  <p:par>
                    <p:cTn id="75" fill="hold">
                      <p:stCondLst>
                        <p:cond delay="indefinite"/>
                      </p:stCondLst>
                      <p:childTnLst>
                        <p:par>
                          <p:cTn id="76" fill="hold">
                            <p:stCondLst>
                              <p:cond delay="0"/>
                            </p:stCondLst>
                            <p:childTnLst>
                              <p:par>
                                <p:cTn id="77" presetClass="entr" nodeType="clickEffect" presetSubtype="2" presetID="22" grpId="17" fill="hold">
                                  <p:stCondLst>
                                    <p:cond delay="0"/>
                                  </p:stCondLst>
                                  <p:iterate type="el" backwards="0">
                                    <p:tmAbs val="0"/>
                                  </p:iterate>
                                  <p:childTnLst>
                                    <p:set>
                                      <p:cBhvr>
                                        <p:cTn id="78" fill="hold"/>
                                        <p:tgtEl>
                                          <p:spTgt spid="905"/>
                                        </p:tgtEl>
                                        <p:attrNameLst>
                                          <p:attrName>style.visibility</p:attrName>
                                        </p:attrNameLst>
                                      </p:cBhvr>
                                      <p:to>
                                        <p:strVal val="visible"/>
                                      </p:to>
                                    </p:set>
                                    <p:animEffect filter="wipe(right)" transition="in">
                                      <p:cBhvr>
                                        <p:cTn id="79" dur="1000"/>
                                        <p:tgtEl>
                                          <p:spTgt spid="905"/>
                                        </p:tgtEl>
                                      </p:cBhvr>
                                    </p:animEffect>
                                  </p:childTnLst>
                                </p:cTn>
                              </p:par>
                            </p:childTnLst>
                          </p:cTn>
                        </p:par>
                      </p:childTnLst>
                    </p:cTn>
                  </p:par>
                  <p:par>
                    <p:cTn id="80" fill="hold">
                      <p:stCondLst>
                        <p:cond delay="indefinite"/>
                      </p:stCondLst>
                      <p:childTnLst>
                        <p:par>
                          <p:cTn id="81" fill="hold">
                            <p:stCondLst>
                              <p:cond delay="0"/>
                            </p:stCondLst>
                            <p:childTnLst>
                              <p:par>
                                <p:cTn id="82" presetClass="entr" nodeType="clickEffect" presetSubtype="1" presetID="22" grpId="18" fill="hold">
                                  <p:stCondLst>
                                    <p:cond delay="0"/>
                                  </p:stCondLst>
                                  <p:iterate type="el" backwards="0">
                                    <p:tmAbs val="0"/>
                                  </p:iterate>
                                  <p:childTnLst>
                                    <p:set>
                                      <p:cBhvr>
                                        <p:cTn id="83" fill="hold"/>
                                        <p:tgtEl>
                                          <p:spTgt spid="884"/>
                                        </p:tgtEl>
                                        <p:attrNameLst>
                                          <p:attrName>style.visibility</p:attrName>
                                        </p:attrNameLst>
                                      </p:cBhvr>
                                      <p:to>
                                        <p:strVal val="visible"/>
                                      </p:to>
                                    </p:set>
                                    <p:animEffect filter="wipe(up)" transition="in">
                                      <p:cBhvr>
                                        <p:cTn id="84" dur="1250"/>
                                        <p:tgtEl>
                                          <p:spTgt spid="884"/>
                                        </p:tgtEl>
                                      </p:cBhvr>
                                    </p:animEffect>
                                  </p:childTnLst>
                                </p:cTn>
                              </p:par>
                            </p:childTnLst>
                          </p:cTn>
                        </p:par>
                        <p:par>
                          <p:cTn id="85" fill="hold">
                            <p:stCondLst>
                              <p:cond delay="1250"/>
                            </p:stCondLst>
                            <p:childTnLst>
                              <p:par>
                                <p:cTn id="86" presetClass="entr" nodeType="afterEffect" presetSubtype="0" presetID="1" grpId="19" fill="hold">
                                  <p:stCondLst>
                                    <p:cond delay="0"/>
                                  </p:stCondLst>
                                  <p:iterate type="el" backwards="0">
                                    <p:tmAbs val="0"/>
                                  </p:iterate>
                                  <p:childTnLst>
                                    <p:set>
                                      <p:cBhvr>
                                        <p:cTn id="87" fill="hold"/>
                                        <p:tgtEl>
                                          <p:spTgt spid="88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Class="entr" nodeType="clickEffect" presetSubtype="8" presetID="22" grpId="20" fill="hold">
                                  <p:stCondLst>
                                    <p:cond delay="0"/>
                                  </p:stCondLst>
                                  <p:iterate type="el" backwards="0">
                                    <p:tmAbs val="0"/>
                                  </p:iterate>
                                  <p:childTnLst>
                                    <p:set>
                                      <p:cBhvr>
                                        <p:cTn id="91" fill="hold"/>
                                        <p:tgtEl>
                                          <p:spTgt spid="906"/>
                                        </p:tgtEl>
                                        <p:attrNameLst>
                                          <p:attrName>style.visibility</p:attrName>
                                        </p:attrNameLst>
                                      </p:cBhvr>
                                      <p:to>
                                        <p:strVal val="visible"/>
                                      </p:to>
                                    </p:set>
                                    <p:animEffect filter="wipe(left)" transition="in">
                                      <p:cBhvr>
                                        <p:cTn id="92" dur="1250"/>
                                        <p:tgtEl>
                                          <p:spTgt spid="906"/>
                                        </p:tgtEl>
                                      </p:cBhvr>
                                    </p:animEffect>
                                  </p:childTnLst>
                                </p:cTn>
                              </p:par>
                            </p:childTnLst>
                          </p:cTn>
                        </p:par>
                        <p:par>
                          <p:cTn id="93" fill="hold">
                            <p:stCondLst>
                              <p:cond delay="1250"/>
                            </p:stCondLst>
                            <p:childTnLst>
                              <p:par>
                                <p:cTn id="94" presetClass="entr" nodeType="afterEffect" presetSubtype="1" presetID="22" grpId="21" fill="hold">
                                  <p:stCondLst>
                                    <p:cond delay="0"/>
                                  </p:stCondLst>
                                  <p:iterate type="el" backwards="0">
                                    <p:tmAbs val="0"/>
                                  </p:iterate>
                                  <p:childTnLst>
                                    <p:set>
                                      <p:cBhvr>
                                        <p:cTn id="95" fill="hold"/>
                                        <p:tgtEl>
                                          <p:spTgt spid="908"/>
                                        </p:tgtEl>
                                        <p:attrNameLst>
                                          <p:attrName>style.visibility</p:attrName>
                                        </p:attrNameLst>
                                      </p:cBhvr>
                                      <p:to>
                                        <p:strVal val="visible"/>
                                      </p:to>
                                    </p:set>
                                    <p:animEffect filter="wipe(up)" transition="in">
                                      <p:cBhvr>
                                        <p:cTn id="96" dur="1000"/>
                                        <p:tgtEl>
                                          <p:spTgt spid="908"/>
                                        </p:tgtEl>
                                      </p:cBhvr>
                                    </p:animEffect>
                                  </p:childTnLst>
                                </p:cTn>
                              </p:par>
                            </p:childTnLst>
                          </p:cTn>
                        </p:par>
                      </p:childTnLst>
                    </p:cTn>
                  </p:par>
                  <p:par>
                    <p:cTn id="97" fill="hold">
                      <p:stCondLst>
                        <p:cond delay="indefinite"/>
                      </p:stCondLst>
                      <p:childTnLst>
                        <p:par>
                          <p:cTn id="98" fill="hold">
                            <p:stCondLst>
                              <p:cond delay="0"/>
                            </p:stCondLst>
                            <p:childTnLst>
                              <p:par>
                                <p:cTn id="99" presetClass="entr" nodeType="clickEffect" presetSubtype="8" presetID="22" grpId="22" fill="hold">
                                  <p:stCondLst>
                                    <p:cond delay="0"/>
                                  </p:stCondLst>
                                  <p:iterate type="el" backwards="0">
                                    <p:tmAbs val="0"/>
                                  </p:iterate>
                                  <p:childTnLst>
                                    <p:set>
                                      <p:cBhvr>
                                        <p:cTn id="100" fill="hold"/>
                                        <p:tgtEl>
                                          <p:spTgt spid="887"/>
                                        </p:tgtEl>
                                        <p:attrNameLst>
                                          <p:attrName>style.visibility</p:attrName>
                                        </p:attrNameLst>
                                      </p:cBhvr>
                                      <p:to>
                                        <p:strVal val="visible"/>
                                      </p:to>
                                    </p:set>
                                    <p:animEffect filter="wipe(left)" transition="in">
                                      <p:cBhvr>
                                        <p:cTn id="101" dur="1000"/>
                                        <p:tgtEl>
                                          <p:spTgt spid="887"/>
                                        </p:tgtEl>
                                      </p:cBhvr>
                                    </p:animEffect>
                                  </p:childTnLst>
                                </p:cTn>
                              </p:par>
                            </p:childTnLst>
                          </p:cTn>
                        </p:par>
                        <p:par>
                          <p:cTn id="102" fill="hold">
                            <p:stCondLst>
                              <p:cond delay="1000"/>
                            </p:stCondLst>
                            <p:childTnLst>
                              <p:par>
                                <p:cTn id="103" presetClass="entr" nodeType="afterEffect" presetSubtype="4" presetID="22" grpId="23" fill="hold">
                                  <p:stCondLst>
                                    <p:cond delay="0"/>
                                  </p:stCondLst>
                                  <p:iterate type="el" backwards="0">
                                    <p:tmAbs val="0"/>
                                  </p:iterate>
                                  <p:childTnLst>
                                    <p:set>
                                      <p:cBhvr>
                                        <p:cTn id="104" fill="hold"/>
                                        <p:tgtEl>
                                          <p:spTgt spid="886"/>
                                        </p:tgtEl>
                                        <p:attrNameLst>
                                          <p:attrName>style.visibility</p:attrName>
                                        </p:attrNameLst>
                                      </p:cBhvr>
                                      <p:to>
                                        <p:strVal val="visible"/>
                                      </p:to>
                                    </p:set>
                                    <p:animEffect filter="wipe(down)" transition="in">
                                      <p:cBhvr>
                                        <p:cTn id="105" dur="1000"/>
                                        <p:tgtEl>
                                          <p:spTgt spid="886"/>
                                        </p:tgtEl>
                                      </p:cBhvr>
                                    </p:animEffect>
                                  </p:childTnLst>
                                </p:cTn>
                              </p:par>
                            </p:childTnLst>
                          </p:cTn>
                        </p:par>
                        <p:par>
                          <p:cTn id="106" fill="hold">
                            <p:stCondLst>
                              <p:cond delay="2000"/>
                            </p:stCondLst>
                            <p:childTnLst>
                              <p:par>
                                <p:cTn id="107" presetClass="entr" nodeType="afterEffect" presetSubtype="0" presetID="1" grpId="24" fill="hold">
                                  <p:stCondLst>
                                    <p:cond delay="0"/>
                                  </p:stCondLst>
                                  <p:iterate type="el" backwards="0">
                                    <p:tmAbs val="0"/>
                                  </p:iterate>
                                  <p:childTnLst>
                                    <p:set>
                                      <p:cBhvr>
                                        <p:cTn id="108" fill="hold"/>
                                        <p:tgtEl>
                                          <p:spTgt spid="888"/>
                                        </p:tgtEl>
                                        <p:attrNameLst>
                                          <p:attrName>style.visibility</p:attrName>
                                        </p:attrNameLst>
                                      </p:cBhvr>
                                      <p:to>
                                        <p:strVal val="visible"/>
                                      </p:to>
                                    </p:set>
                                  </p:childTnLst>
                                </p:cTn>
                              </p:par>
                            </p:childTnLst>
                          </p:cTn>
                        </p:par>
                        <p:par>
                          <p:cTn id="109" fill="hold">
                            <p:stCondLst>
                              <p:cond delay="2000"/>
                            </p:stCondLst>
                            <p:childTnLst>
                              <p:par>
                                <p:cTn id="110" presetClass="entr" nodeType="afterEffect" presetSubtype="8" presetID="22" grpId="25" fill="hold">
                                  <p:stCondLst>
                                    <p:cond delay="0"/>
                                  </p:stCondLst>
                                  <p:iterate type="el" backwards="0">
                                    <p:tmAbs val="0"/>
                                  </p:iterate>
                                  <p:childTnLst>
                                    <p:set>
                                      <p:cBhvr>
                                        <p:cTn id="111" fill="hold"/>
                                        <p:tgtEl>
                                          <p:spTgt spid="891"/>
                                        </p:tgtEl>
                                        <p:attrNameLst>
                                          <p:attrName>style.visibility</p:attrName>
                                        </p:attrNameLst>
                                      </p:cBhvr>
                                      <p:to>
                                        <p:strVal val="visible"/>
                                      </p:to>
                                    </p:set>
                                    <p:animEffect filter="wipe(left)" transition="in">
                                      <p:cBhvr>
                                        <p:cTn id="112" dur="2000"/>
                                        <p:tgtEl>
                                          <p:spTgt spid="891"/>
                                        </p:tgtEl>
                                      </p:cBhvr>
                                    </p:animEffect>
                                  </p:childTnLst>
                                </p:cTn>
                              </p:par>
                            </p:childTnLst>
                          </p:cTn>
                        </p:par>
                      </p:childTnLst>
                    </p:cTn>
                  </p:par>
                  <p:par>
                    <p:cTn id="113" fill="hold">
                      <p:stCondLst>
                        <p:cond delay="indefinite"/>
                      </p:stCondLst>
                      <p:childTnLst>
                        <p:par>
                          <p:cTn id="114" fill="hold">
                            <p:stCondLst>
                              <p:cond delay="0"/>
                            </p:stCondLst>
                            <p:childTnLst>
                              <p:par>
                                <p:cTn id="115" presetClass="entr" nodeType="clickEffect" presetSubtype="8" presetID="22" grpId="26" fill="hold">
                                  <p:stCondLst>
                                    <p:cond delay="0"/>
                                  </p:stCondLst>
                                  <p:iterate type="el" backwards="0">
                                    <p:tmAbs val="0"/>
                                  </p:iterate>
                                  <p:childTnLst>
                                    <p:set>
                                      <p:cBhvr>
                                        <p:cTn id="116" fill="hold"/>
                                        <p:tgtEl>
                                          <p:spTgt spid="889"/>
                                        </p:tgtEl>
                                        <p:attrNameLst>
                                          <p:attrName>style.visibility</p:attrName>
                                        </p:attrNameLst>
                                      </p:cBhvr>
                                      <p:to>
                                        <p:strVal val="visible"/>
                                      </p:to>
                                    </p:set>
                                    <p:animEffect filter="wipe(left)" transition="in">
                                      <p:cBhvr>
                                        <p:cTn id="117" dur="1000"/>
                                        <p:tgtEl>
                                          <p:spTgt spid="889"/>
                                        </p:tgtEl>
                                      </p:cBhvr>
                                    </p:animEffect>
                                  </p:childTnLst>
                                </p:cTn>
                              </p:par>
                            </p:childTnLst>
                          </p:cTn>
                        </p:par>
                      </p:childTnLst>
                    </p:cTn>
                  </p:par>
                  <p:par>
                    <p:cTn id="118" fill="hold">
                      <p:stCondLst>
                        <p:cond delay="indefinite"/>
                      </p:stCondLst>
                      <p:childTnLst>
                        <p:par>
                          <p:cTn id="119" fill="hold">
                            <p:stCondLst>
                              <p:cond delay="0"/>
                            </p:stCondLst>
                            <p:childTnLst>
                              <p:par>
                                <p:cTn id="120" presetClass="entr" nodeType="clickEffect" presetSubtype="1" presetID="22" grpId="27" fill="hold">
                                  <p:stCondLst>
                                    <p:cond delay="0"/>
                                  </p:stCondLst>
                                  <p:iterate type="el" backwards="0">
                                    <p:tmAbs val="0"/>
                                  </p:iterate>
                                  <p:childTnLst>
                                    <p:set>
                                      <p:cBhvr>
                                        <p:cTn id="121" fill="hold"/>
                                        <p:tgtEl>
                                          <p:spTgt spid="901"/>
                                        </p:tgtEl>
                                        <p:attrNameLst>
                                          <p:attrName>style.visibility</p:attrName>
                                        </p:attrNameLst>
                                      </p:cBhvr>
                                      <p:to>
                                        <p:strVal val="visible"/>
                                      </p:to>
                                    </p:set>
                                    <p:animEffect filter="wipe(up)" transition="in">
                                      <p:cBhvr>
                                        <p:cTn id="122" dur="1000"/>
                                        <p:tgtEl>
                                          <p:spTgt spid="901"/>
                                        </p:tgtEl>
                                      </p:cBhvr>
                                    </p:animEffect>
                                  </p:childTnLst>
                                </p:cTn>
                              </p:par>
                            </p:childTnLst>
                          </p:cTn>
                        </p:par>
                      </p:childTnLst>
                    </p:cTn>
                  </p:par>
                  <p:par>
                    <p:cTn id="123" fill="hold">
                      <p:stCondLst>
                        <p:cond delay="indefinite"/>
                      </p:stCondLst>
                      <p:childTnLst>
                        <p:par>
                          <p:cTn id="124" fill="hold">
                            <p:stCondLst>
                              <p:cond delay="0"/>
                            </p:stCondLst>
                            <p:childTnLst>
                              <p:par>
                                <p:cTn id="125" presetClass="entr" nodeType="clickEffect" presetSubtype="1" presetID="22" grpId="28" fill="hold">
                                  <p:stCondLst>
                                    <p:cond delay="0"/>
                                  </p:stCondLst>
                                  <p:iterate type="el" backwards="0">
                                    <p:tmAbs val="0"/>
                                  </p:iterate>
                                  <p:childTnLst>
                                    <p:set>
                                      <p:cBhvr>
                                        <p:cTn id="126" fill="hold"/>
                                        <p:tgtEl>
                                          <p:spTgt spid="890"/>
                                        </p:tgtEl>
                                        <p:attrNameLst>
                                          <p:attrName>style.visibility</p:attrName>
                                        </p:attrNameLst>
                                      </p:cBhvr>
                                      <p:to>
                                        <p:strVal val="visible"/>
                                      </p:to>
                                    </p:set>
                                    <p:animEffect filter="wipe(up)" transition="in">
                                      <p:cBhvr>
                                        <p:cTn id="127" dur="500"/>
                                        <p:tgtEl>
                                          <p:spTgt spid="890"/>
                                        </p:tgtEl>
                                      </p:cBhvr>
                                    </p:animEffect>
                                  </p:childTnLst>
                                </p:cTn>
                              </p:par>
                            </p:childTnLst>
                          </p:cTn>
                        </p:par>
                        <p:par>
                          <p:cTn id="128" fill="hold">
                            <p:stCondLst>
                              <p:cond delay="500"/>
                            </p:stCondLst>
                            <p:childTnLst>
                              <p:par>
                                <p:cTn id="129" presetClass="entr" nodeType="afterEffect" presetSubtype="1" presetID="22" grpId="29" fill="hold">
                                  <p:stCondLst>
                                    <p:cond delay="0"/>
                                  </p:stCondLst>
                                  <p:iterate type="el" backwards="0">
                                    <p:tmAbs val="0"/>
                                  </p:iterate>
                                  <p:childTnLst>
                                    <p:set>
                                      <p:cBhvr>
                                        <p:cTn id="130" fill="hold"/>
                                        <p:tgtEl>
                                          <p:spTgt spid="903"/>
                                        </p:tgtEl>
                                        <p:attrNameLst>
                                          <p:attrName>style.visibility</p:attrName>
                                        </p:attrNameLst>
                                      </p:cBhvr>
                                      <p:to>
                                        <p:strVal val="visible"/>
                                      </p:to>
                                    </p:set>
                                    <p:animEffect filter="wipe(up)" transition="in">
                                      <p:cBhvr>
                                        <p:cTn id="131" dur="500"/>
                                        <p:tgtEl>
                                          <p:spTgt spid="903"/>
                                        </p:tgtEl>
                                      </p:cBhvr>
                                    </p:animEffect>
                                  </p:childTnLst>
                                </p:cTn>
                              </p:par>
                            </p:childTnLst>
                          </p:cTn>
                        </p:par>
                      </p:childTnLst>
                    </p:cTn>
                  </p:par>
                  <p:par>
                    <p:cTn id="132" fill="hold">
                      <p:stCondLst>
                        <p:cond delay="indefinite"/>
                      </p:stCondLst>
                      <p:childTnLst>
                        <p:par>
                          <p:cTn id="133" fill="hold">
                            <p:stCondLst>
                              <p:cond delay="0"/>
                            </p:stCondLst>
                            <p:childTnLst>
                              <p:par>
                                <p:cTn id="134" presetClass="entr" nodeType="clickEffect" presetSubtype="0" presetID="1" grpId="30" fill="hold">
                                  <p:stCondLst>
                                    <p:cond delay="0"/>
                                  </p:stCondLst>
                                  <p:iterate type="el" backwards="0">
                                    <p:tmAbs val="0"/>
                                  </p:iterate>
                                  <p:childTnLst>
                                    <p:set>
                                      <p:cBhvr>
                                        <p:cTn id="135" fill="hold"/>
                                        <p:tgtEl>
                                          <p:spTgt spid="89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Class="entr" nodeType="clickEffect" presetSubtype="8" presetID="22" grpId="31" fill="hold">
                                  <p:stCondLst>
                                    <p:cond delay="0"/>
                                  </p:stCondLst>
                                  <p:iterate type="el" backwards="0">
                                    <p:tmAbs val="0"/>
                                  </p:iterate>
                                  <p:childTnLst>
                                    <p:set>
                                      <p:cBhvr>
                                        <p:cTn id="139" fill="hold"/>
                                        <p:tgtEl>
                                          <p:spTgt spid="892"/>
                                        </p:tgtEl>
                                        <p:attrNameLst>
                                          <p:attrName>style.visibility</p:attrName>
                                        </p:attrNameLst>
                                      </p:cBhvr>
                                      <p:to>
                                        <p:strVal val="visible"/>
                                      </p:to>
                                    </p:set>
                                    <p:animEffect filter="wipe(left)" transition="in">
                                      <p:cBhvr>
                                        <p:cTn id="140" dur="2000"/>
                                        <p:tgtEl>
                                          <p:spTgt spid="892"/>
                                        </p:tgtEl>
                                      </p:cBhvr>
                                    </p:animEffect>
                                  </p:childTnLst>
                                </p:cTn>
                              </p:par>
                            </p:childTnLst>
                          </p:cTn>
                        </p:par>
                      </p:childTnLst>
                    </p:cTn>
                  </p:par>
                  <p:par>
                    <p:cTn id="141" fill="hold">
                      <p:stCondLst>
                        <p:cond delay="indefinite"/>
                      </p:stCondLst>
                      <p:childTnLst>
                        <p:par>
                          <p:cTn id="142" fill="hold">
                            <p:stCondLst>
                              <p:cond delay="0"/>
                            </p:stCondLst>
                            <p:childTnLst>
                              <p:par>
                                <p:cTn id="143" presetClass="entr" nodeType="clickEffect" presetSubtype="1" presetID="22" grpId="32" fill="hold">
                                  <p:stCondLst>
                                    <p:cond delay="0"/>
                                  </p:stCondLst>
                                  <p:iterate type="el" backwards="0">
                                    <p:tmAbs val="0"/>
                                  </p:iterate>
                                  <p:childTnLst>
                                    <p:set>
                                      <p:cBhvr>
                                        <p:cTn id="144" fill="hold"/>
                                        <p:tgtEl>
                                          <p:spTgt spid="893"/>
                                        </p:tgtEl>
                                        <p:attrNameLst>
                                          <p:attrName>style.visibility</p:attrName>
                                        </p:attrNameLst>
                                      </p:cBhvr>
                                      <p:to>
                                        <p:strVal val="visible"/>
                                      </p:to>
                                    </p:set>
                                    <p:animEffect filter="wipe(up)" transition="in">
                                      <p:cBhvr>
                                        <p:cTn id="145" dur="500"/>
                                        <p:tgtEl>
                                          <p:spTgt spid="893"/>
                                        </p:tgtEl>
                                      </p:cBhvr>
                                    </p:animEffect>
                                  </p:childTnLst>
                                </p:cTn>
                              </p:par>
                            </p:childTnLst>
                          </p:cTn>
                        </p:par>
                      </p:childTnLst>
                    </p:cTn>
                  </p:par>
                  <p:par>
                    <p:cTn id="146" fill="hold">
                      <p:stCondLst>
                        <p:cond delay="indefinite"/>
                      </p:stCondLst>
                      <p:childTnLst>
                        <p:par>
                          <p:cTn id="147" fill="hold">
                            <p:stCondLst>
                              <p:cond delay="0"/>
                            </p:stCondLst>
                            <p:childTnLst>
                              <p:par>
                                <p:cTn id="148" presetClass="entr" nodeType="clickEffect" presetSubtype="8" presetID="22" grpId="33" fill="hold">
                                  <p:stCondLst>
                                    <p:cond delay="0"/>
                                  </p:stCondLst>
                                  <p:iterate type="el" backwards="0">
                                    <p:tmAbs val="0"/>
                                  </p:iterate>
                                  <p:childTnLst>
                                    <p:set>
                                      <p:cBhvr>
                                        <p:cTn id="149" fill="hold"/>
                                        <p:tgtEl>
                                          <p:spTgt spid="899"/>
                                        </p:tgtEl>
                                        <p:attrNameLst>
                                          <p:attrName>style.visibility</p:attrName>
                                        </p:attrNameLst>
                                      </p:cBhvr>
                                      <p:to>
                                        <p:strVal val="visible"/>
                                      </p:to>
                                    </p:set>
                                    <p:animEffect filter="wipe(left)" transition="in">
                                      <p:cBhvr>
                                        <p:cTn id="150" dur="1000"/>
                                        <p:tgtEl>
                                          <p:spTgt spid="899"/>
                                        </p:tgtEl>
                                      </p:cBhvr>
                                    </p:animEffect>
                                  </p:childTnLst>
                                </p:cTn>
                              </p:par>
                            </p:childTnLst>
                          </p:cTn>
                        </p:par>
                      </p:childTnLst>
                    </p:cTn>
                  </p:par>
                  <p:par>
                    <p:cTn id="151" fill="hold">
                      <p:stCondLst>
                        <p:cond delay="indefinite"/>
                      </p:stCondLst>
                      <p:childTnLst>
                        <p:par>
                          <p:cTn id="152" fill="hold">
                            <p:stCondLst>
                              <p:cond delay="0"/>
                            </p:stCondLst>
                            <p:childTnLst>
                              <p:par>
                                <p:cTn id="153" presetClass="entr" nodeType="clickEffect" presetSubtype="8" presetID="22" grpId="34" fill="hold">
                                  <p:stCondLst>
                                    <p:cond delay="0"/>
                                  </p:stCondLst>
                                  <p:iterate type="el" backwards="0">
                                    <p:tmAbs val="0"/>
                                  </p:iterate>
                                  <p:childTnLst>
                                    <p:set>
                                      <p:cBhvr>
                                        <p:cTn id="154" fill="hold"/>
                                        <p:tgtEl>
                                          <p:spTgt spid="898"/>
                                        </p:tgtEl>
                                        <p:attrNameLst>
                                          <p:attrName>style.visibility</p:attrName>
                                        </p:attrNameLst>
                                      </p:cBhvr>
                                      <p:to>
                                        <p:strVal val="visible"/>
                                      </p:to>
                                    </p:set>
                                    <p:animEffect filter="wipe(left)" transition="in">
                                      <p:cBhvr>
                                        <p:cTn id="155" dur="2000"/>
                                        <p:tgtEl>
                                          <p:spTgt spid="898"/>
                                        </p:tgtEl>
                                      </p:cBhvr>
                                    </p:animEffect>
                                  </p:childTnLst>
                                </p:cTn>
                              </p:par>
                            </p:childTnLst>
                          </p:cTn>
                        </p:par>
                      </p:childTnLst>
                    </p:cTn>
                  </p:par>
                  <p:par>
                    <p:cTn id="156" fill="hold">
                      <p:stCondLst>
                        <p:cond delay="indefinite"/>
                      </p:stCondLst>
                      <p:childTnLst>
                        <p:par>
                          <p:cTn id="157" fill="hold">
                            <p:stCondLst>
                              <p:cond delay="0"/>
                            </p:stCondLst>
                            <p:childTnLst>
                              <p:par>
                                <p:cTn id="158" presetClass="entr" nodeType="clickEffect" presetSubtype="1" presetID="22" grpId="35" fill="hold">
                                  <p:stCondLst>
                                    <p:cond delay="0"/>
                                  </p:stCondLst>
                                  <p:iterate type="el" backwards="0">
                                    <p:tmAbs val="0"/>
                                  </p:iterate>
                                  <p:childTnLst>
                                    <p:set>
                                      <p:cBhvr>
                                        <p:cTn id="159" fill="hold"/>
                                        <p:tgtEl>
                                          <p:spTgt spid="895"/>
                                        </p:tgtEl>
                                        <p:attrNameLst>
                                          <p:attrName>style.visibility</p:attrName>
                                        </p:attrNameLst>
                                      </p:cBhvr>
                                      <p:to>
                                        <p:strVal val="visible"/>
                                      </p:to>
                                    </p:set>
                                    <p:animEffect filter="wipe(up)" transition="in">
                                      <p:cBhvr>
                                        <p:cTn id="160" dur="500"/>
                                        <p:tgtEl>
                                          <p:spTgt spid="895"/>
                                        </p:tgtEl>
                                      </p:cBhvr>
                                    </p:animEffect>
                                  </p:childTnLst>
                                </p:cTn>
                              </p:par>
                            </p:childTnLst>
                          </p:cTn>
                        </p:par>
                        <p:par>
                          <p:cTn id="161" fill="hold">
                            <p:stCondLst>
                              <p:cond delay="500"/>
                            </p:stCondLst>
                            <p:childTnLst>
                              <p:par>
                                <p:cTn id="162" presetClass="entr" nodeType="afterEffect" presetSubtype="1" presetID="22" grpId="36" fill="hold">
                                  <p:stCondLst>
                                    <p:cond delay="0"/>
                                  </p:stCondLst>
                                  <p:iterate type="el" backwards="0">
                                    <p:tmAbs val="0"/>
                                  </p:iterate>
                                  <p:childTnLst>
                                    <p:set>
                                      <p:cBhvr>
                                        <p:cTn id="163" fill="hold"/>
                                        <p:tgtEl>
                                          <p:spTgt spid="896"/>
                                        </p:tgtEl>
                                        <p:attrNameLst>
                                          <p:attrName>style.visibility</p:attrName>
                                        </p:attrNameLst>
                                      </p:cBhvr>
                                      <p:to>
                                        <p:strVal val="visible"/>
                                      </p:to>
                                    </p:set>
                                    <p:animEffect filter="wipe(up)" transition="in">
                                      <p:cBhvr>
                                        <p:cTn id="164" dur="500"/>
                                        <p:tgtEl>
                                          <p:spTgt spid="896"/>
                                        </p:tgtEl>
                                      </p:cBhvr>
                                    </p:animEffect>
                                  </p:childTnLst>
                                </p:cTn>
                              </p:par>
                            </p:childTnLst>
                          </p:cTn>
                        </p:par>
                        <p:par>
                          <p:cTn id="165" fill="hold">
                            <p:stCondLst>
                              <p:cond delay="1000"/>
                            </p:stCondLst>
                            <p:childTnLst>
                              <p:par>
                                <p:cTn id="166" presetClass="entr" nodeType="afterEffect" presetID="10" grpId="37" fill="hold">
                                  <p:stCondLst>
                                    <p:cond delay="0"/>
                                  </p:stCondLst>
                                  <p:iterate type="el" backwards="0">
                                    <p:tmAbs val="0"/>
                                  </p:iterate>
                                  <p:childTnLst>
                                    <p:set>
                                      <p:cBhvr>
                                        <p:cTn id="167" fill="hold"/>
                                        <p:tgtEl>
                                          <p:spTgt spid="897"/>
                                        </p:tgtEl>
                                        <p:attrNameLst>
                                          <p:attrName>style.visibility</p:attrName>
                                        </p:attrNameLst>
                                      </p:cBhvr>
                                      <p:to>
                                        <p:strVal val="visible"/>
                                      </p:to>
                                    </p:set>
                                    <p:animEffect filter="fade" transition="in">
                                      <p:cBhvr>
                                        <p:cTn id="168" dur="2000"/>
                                        <p:tgtEl>
                                          <p:spTgt spid="897"/>
                                        </p:tgtEl>
                                      </p:cBhvr>
                                    </p:animEffect>
                                  </p:childTnLst>
                                </p:cTn>
                              </p:par>
                            </p:childTnLst>
                          </p:cTn>
                        </p:par>
                      </p:childTnLst>
                    </p:cTn>
                  </p:par>
                  <p:par>
                    <p:cTn id="169" fill="hold">
                      <p:stCondLst>
                        <p:cond delay="indefinite"/>
                      </p:stCondLst>
                      <p:childTnLst>
                        <p:par>
                          <p:cTn id="170" fill="hold">
                            <p:stCondLst>
                              <p:cond delay="0"/>
                            </p:stCondLst>
                            <p:childTnLst>
                              <p:par>
                                <p:cTn id="171" presetClass="entr" nodeType="clickEffect" presetSubtype="8" presetID="22" grpId="38" fill="hold">
                                  <p:stCondLst>
                                    <p:cond delay="0"/>
                                  </p:stCondLst>
                                  <p:iterate type="el" backwards="0">
                                    <p:tmAbs val="0"/>
                                  </p:iterate>
                                  <p:childTnLst>
                                    <p:set>
                                      <p:cBhvr>
                                        <p:cTn id="172" fill="hold"/>
                                        <p:tgtEl>
                                          <p:spTgt spid="904"/>
                                        </p:tgtEl>
                                        <p:attrNameLst>
                                          <p:attrName>style.visibility</p:attrName>
                                        </p:attrNameLst>
                                      </p:cBhvr>
                                      <p:to>
                                        <p:strVal val="visible"/>
                                      </p:to>
                                    </p:set>
                                    <p:animEffect filter="wipe(left)" transition="in">
                                      <p:cBhvr>
                                        <p:cTn id="173" dur="1000"/>
                                        <p:tgtEl>
                                          <p:spTgt spid="904"/>
                                        </p:tgtEl>
                                      </p:cBhvr>
                                    </p:animEffect>
                                  </p:childTnLst>
                                </p:cTn>
                              </p:par>
                            </p:childTnLst>
                          </p:cTn>
                        </p:par>
                      </p:childTnLst>
                    </p:cTn>
                  </p:par>
                  <p:par>
                    <p:cTn id="174" fill="hold">
                      <p:stCondLst>
                        <p:cond delay="indefinite"/>
                      </p:stCondLst>
                      <p:childTnLst>
                        <p:par>
                          <p:cTn id="175" fill="hold">
                            <p:stCondLst>
                              <p:cond delay="0"/>
                            </p:stCondLst>
                            <p:childTnLst>
                              <p:par>
                                <p:cTn id="176" presetClass="entr" nodeType="clickEffect" presetSubtype="1" presetID="22" grpId="39" fill="hold">
                                  <p:stCondLst>
                                    <p:cond delay="0"/>
                                  </p:stCondLst>
                                  <p:iterate type="el" backwards="0">
                                    <p:tmAbs val="0"/>
                                  </p:iterate>
                                  <p:childTnLst>
                                    <p:set>
                                      <p:cBhvr>
                                        <p:cTn id="177" fill="hold"/>
                                        <p:tgtEl>
                                          <p:spTgt spid="902"/>
                                        </p:tgtEl>
                                        <p:attrNameLst>
                                          <p:attrName>style.visibility</p:attrName>
                                        </p:attrNameLst>
                                      </p:cBhvr>
                                      <p:to>
                                        <p:strVal val="visible"/>
                                      </p:to>
                                    </p:set>
                                    <p:animEffect filter="wipe(up)" transition="in">
                                      <p:cBhvr>
                                        <p:cTn id="178" dur="1000"/>
                                        <p:tgtEl>
                                          <p:spTgt spid="902"/>
                                        </p:tgtEl>
                                      </p:cBhvr>
                                    </p:animEffect>
                                  </p:childTnLst>
                                </p:cTn>
                              </p:par>
                            </p:childTnLst>
                          </p:cTn>
                        </p:par>
                      </p:childTnLst>
                    </p:cTn>
                  </p:par>
                  <p:par>
                    <p:cTn id="179" fill="hold">
                      <p:stCondLst>
                        <p:cond delay="indefinite"/>
                      </p:stCondLst>
                      <p:childTnLst>
                        <p:par>
                          <p:cTn id="180" fill="hold">
                            <p:stCondLst>
                              <p:cond delay="0"/>
                            </p:stCondLst>
                            <p:childTnLst>
                              <p:par>
                                <p:cTn id="181" presetClass="entr" nodeType="clickEffect" presetSubtype="0" presetID="1" grpId="40" fill="hold">
                                  <p:stCondLst>
                                    <p:cond delay="0"/>
                                  </p:stCondLst>
                                  <p:iterate type="el" backwards="0">
                                    <p:tmAbs val="0"/>
                                  </p:iterate>
                                  <p:childTnLst>
                                    <p:set>
                                      <p:cBhvr>
                                        <p:cTn id="182" fill="hold"/>
                                        <p:tgtEl>
                                          <p:spTgt spid="90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Class="entr" nodeType="clickEffect" presetSubtype="8" presetID="22" grpId="41" fill="hold">
                                  <p:stCondLst>
                                    <p:cond delay="0"/>
                                  </p:stCondLst>
                                  <p:iterate type="el" backwards="0">
                                    <p:tmAbs val="0"/>
                                  </p:iterate>
                                  <p:childTnLst>
                                    <p:set>
                                      <p:cBhvr>
                                        <p:cTn id="186" fill="hold"/>
                                        <p:tgtEl>
                                          <p:spTgt spid="907"/>
                                        </p:tgtEl>
                                        <p:attrNameLst>
                                          <p:attrName>style.visibility</p:attrName>
                                        </p:attrNameLst>
                                      </p:cBhvr>
                                      <p:to>
                                        <p:strVal val="visible"/>
                                      </p:to>
                                    </p:set>
                                    <p:animEffect filter="wipe(left)" transition="in">
                                      <p:cBhvr>
                                        <p:cTn id="187" dur="1250"/>
                                        <p:tgtEl>
                                          <p:spTgt spid="907"/>
                                        </p:tgtEl>
                                      </p:cBhvr>
                                    </p:animEffect>
                                  </p:childTnLst>
                                </p:cTn>
                              </p:par>
                            </p:childTnLst>
                          </p:cTn>
                        </p:par>
                        <p:par>
                          <p:cTn id="188" fill="hold">
                            <p:stCondLst>
                              <p:cond delay="1250"/>
                            </p:stCondLst>
                            <p:childTnLst>
                              <p:par>
                                <p:cTn id="189" presetClass="entr" nodeType="afterEffect" presetSubtype="1" presetID="22" grpId="42" fill="hold">
                                  <p:stCondLst>
                                    <p:cond delay="0"/>
                                  </p:stCondLst>
                                  <p:iterate type="el" backwards="0">
                                    <p:tmAbs val="0"/>
                                  </p:iterate>
                                  <p:childTnLst>
                                    <p:set>
                                      <p:cBhvr>
                                        <p:cTn id="190" fill="hold"/>
                                        <p:tgtEl>
                                          <p:spTgt spid="909"/>
                                        </p:tgtEl>
                                        <p:attrNameLst>
                                          <p:attrName>style.visibility</p:attrName>
                                        </p:attrNameLst>
                                      </p:cBhvr>
                                      <p:to>
                                        <p:strVal val="visible"/>
                                      </p:to>
                                    </p:set>
                                    <p:animEffect filter="wipe(up)" transition="in">
                                      <p:cBhvr>
                                        <p:cTn id="191" dur="1000"/>
                                        <p:tgtEl>
                                          <p:spTgt spid="9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07" grpId="41"/>
      <p:bldP build="whole" bldLvl="1" animBg="1" rev="0" advAuto="0" spid="870" grpId="3"/>
      <p:bldP build="whole" bldLvl="1" animBg="1" rev="0" advAuto="0" spid="871" grpId="6"/>
      <p:bldP build="whole" bldLvl="1" animBg="1" rev="0" advAuto="0" spid="888" grpId="24"/>
      <p:bldP build="whole" bldLvl="1" animBg="1" rev="0" advAuto="0" spid="879" grpId="14"/>
      <p:bldP build="whole" bldLvl="1" animBg="1" rev="0" advAuto="0" spid="894" grpId="30"/>
      <p:bldP build="whole" bldLvl="1" animBg="1" rev="0" advAuto="0" spid="885" grpId="8"/>
      <p:bldP build="whole" bldLvl="1" animBg="1" rev="0" advAuto="0" spid="892" grpId="31"/>
      <p:bldP build="whole" bldLvl="1" animBg="1" rev="0" advAuto="0" spid="903" grpId="29"/>
      <p:bldP build="whole" bldLvl="1" animBg="1" rev="0" advAuto="0" spid="876" grpId="10"/>
      <p:bldP build="whole" bldLvl="1" animBg="1" rev="0" advAuto="0" spid="893" grpId="32"/>
      <p:bldP build="whole" bldLvl="1" animBg="1" rev="0" advAuto="0" spid="883" grpId="5"/>
      <p:bldP build="whole" bldLvl="1" animBg="1" rev="0" advAuto="0" spid="889" grpId="26"/>
      <p:bldP build="whole" bldLvl="1" animBg="1" rev="0" advAuto="0" spid="877" grpId="12"/>
      <p:bldP build="whole" bldLvl="1" animBg="1" rev="0" advAuto="0" spid="875" grpId="11"/>
      <p:bldP build="whole" bldLvl="1" animBg="1" rev="0" advAuto="0" spid="890" grpId="28"/>
      <p:bldP build="whole" bldLvl="1" animBg="1" rev="0" advAuto="0" spid="884" grpId="18"/>
      <p:bldP build="whole" bldLvl="1" animBg="1" rev="0" advAuto="0" spid="900" grpId="40"/>
      <p:bldP build="whole" bldLvl="1" animBg="1" rev="0" advAuto="0" spid="908" grpId="21"/>
      <p:bldP build="whole" bldLvl="1" animBg="1" rev="0" advAuto="0" spid="882" grpId="19"/>
      <p:bldP build="whole" bldLvl="1" animBg="1" rev="0" advAuto="0" spid="904" grpId="38"/>
      <p:bldP build="whole" bldLvl="1" animBg="1" rev="0" advAuto="0" spid="869" grpId="1"/>
      <p:bldP build="whole" bldLvl="1" animBg="1" rev="0" advAuto="0" spid="881" grpId="15"/>
      <p:bldP build="whole" bldLvl="1" animBg="1" rev="0" advAuto="0" spid="891" grpId="25"/>
      <p:bldP build="whole" bldLvl="1" animBg="1" rev="0" advAuto="0" spid="896" grpId="36"/>
      <p:bldP build="whole" bldLvl="1" animBg="1" rev="0" advAuto="0" spid="880" grpId="16"/>
      <p:bldP build="whole" bldLvl="1" animBg="1" rev="0" advAuto="0" spid="895" grpId="35"/>
      <p:bldP build="whole" bldLvl="1" animBg="1" rev="0" advAuto="0" spid="901" grpId="27"/>
      <p:bldP build="whole" bldLvl="1" animBg="1" rev="0" advAuto="0" spid="909" grpId="42"/>
      <p:bldP build="whole" bldLvl="1" animBg="1" rev="0" advAuto="0" spid="899" grpId="33"/>
      <p:bldP build="whole" bldLvl="1" animBg="1" rev="0" advAuto="0" spid="897" grpId="37"/>
      <p:bldP build="whole" bldLvl="1" animBg="1" rev="0" advAuto="0" spid="905" grpId="17"/>
      <p:bldP build="whole" bldLvl="1" animBg="1" rev="0" advAuto="0" spid="878" grpId="13"/>
      <p:bldP build="whole" bldLvl="1" animBg="1" rev="0" advAuto="0" spid="887" grpId="22"/>
      <p:bldP build="whole" bldLvl="1" animBg="1" rev="0" advAuto="0" spid="868" grpId="2"/>
      <p:bldP build="whole" bldLvl="1" animBg="1" rev="0" advAuto="0" spid="898" grpId="34"/>
      <p:bldP build="whole" bldLvl="1" animBg="1" rev="0" advAuto="0" spid="872" grpId="7"/>
      <p:bldP build="whole" bldLvl="1" animBg="1" rev="0" advAuto="0" spid="886" grpId="23"/>
      <p:bldP build="whole" bldLvl="1" animBg="1" rev="0" advAuto="0" spid="874" grpId="9"/>
      <p:bldP build="whole" bldLvl="1" animBg="1" rev="0" advAuto="0" spid="906" grpId="20"/>
      <p:bldP build="whole" bldLvl="1" animBg="1" rev="0" advAuto="0" spid="873" grpId="4"/>
      <p:bldP build="whole" bldLvl="1" animBg="1" rev="0" advAuto="0" spid="902" grpId="39"/>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1"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912" name="Straight Arrow Connector 1"/>
          <p:cNvSpPr/>
          <p:nvPr/>
        </p:nvSpPr>
        <p:spPr>
          <a:xfrm flipH="1" flipV="1">
            <a:off x="7558082" y="640935"/>
            <a:ext cx="3954"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13" name="Straight Arrow Connector 3"/>
          <p:cNvSpPr/>
          <p:nvPr/>
        </p:nvSpPr>
        <p:spPr>
          <a:xfrm flipV="1">
            <a:off x="7321550" y="2616963"/>
            <a:ext cx="3628420" cy="59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14" name="TextBox 24"/>
          <p:cNvSpPr txBox="1"/>
          <p:nvPr/>
        </p:nvSpPr>
        <p:spPr>
          <a:xfrm>
            <a:off x="7301614" y="271603"/>
            <a:ext cx="512937"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915" name="TextBox 25"/>
          <p:cNvSpPr txBox="1"/>
          <p:nvPr/>
        </p:nvSpPr>
        <p:spPr>
          <a:xfrm>
            <a:off x="9069289" y="2773997"/>
            <a:ext cx="187849" cy="204287"/>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916" name="TextBox 29"/>
          <p:cNvSpPr txBox="1"/>
          <p:nvPr/>
        </p:nvSpPr>
        <p:spPr>
          <a:xfrm>
            <a:off x="7470389" y="2775512"/>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917" name="Freeform: Shape 47"/>
          <p:cNvSpPr/>
          <p:nvPr/>
        </p:nvSpPr>
        <p:spPr>
          <a:xfrm>
            <a:off x="7948235" y="691735"/>
            <a:ext cx="2429959" cy="1767877"/>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918" name="Oval 98"/>
          <p:cNvSpPr/>
          <p:nvPr/>
        </p:nvSpPr>
        <p:spPr>
          <a:xfrm>
            <a:off x="10196314" y="974927"/>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19" name="Oval 119"/>
          <p:cNvSpPr/>
          <p:nvPr/>
        </p:nvSpPr>
        <p:spPr>
          <a:xfrm>
            <a:off x="10090150" y="1232065"/>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20" name="Straight Arrow Connector 122"/>
          <p:cNvSpPr/>
          <p:nvPr/>
        </p:nvSpPr>
        <p:spPr>
          <a:xfrm flipH="1">
            <a:off x="10147300" y="1064358"/>
            <a:ext cx="82551" cy="155871"/>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21" name="Straight Arrow Connector 126"/>
          <p:cNvSpPr/>
          <p:nvPr/>
        </p:nvSpPr>
        <p:spPr>
          <a:xfrm flipH="1" flipV="1">
            <a:off x="7558082" y="3753170"/>
            <a:ext cx="3954"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22" name="Straight Arrow Connector 127"/>
          <p:cNvSpPr/>
          <p:nvPr/>
        </p:nvSpPr>
        <p:spPr>
          <a:xfrm flipV="1">
            <a:off x="7321550" y="5729197"/>
            <a:ext cx="3628420" cy="59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23" name="TextBox 128"/>
          <p:cNvSpPr txBox="1"/>
          <p:nvPr/>
        </p:nvSpPr>
        <p:spPr>
          <a:xfrm>
            <a:off x="7301614" y="3383838"/>
            <a:ext cx="512937"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924" name="TextBox 129"/>
          <p:cNvSpPr txBox="1"/>
          <p:nvPr/>
        </p:nvSpPr>
        <p:spPr>
          <a:xfrm>
            <a:off x="9069289" y="5868549"/>
            <a:ext cx="187849" cy="204286"/>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925" name="TextBox 130"/>
          <p:cNvSpPr txBox="1"/>
          <p:nvPr/>
        </p:nvSpPr>
        <p:spPr>
          <a:xfrm>
            <a:off x="7470389" y="5887746"/>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926" name="Freeform: Shape 133"/>
          <p:cNvSpPr/>
          <p:nvPr/>
        </p:nvSpPr>
        <p:spPr>
          <a:xfrm>
            <a:off x="7948235" y="3803969"/>
            <a:ext cx="2429959" cy="1767877"/>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927" name="Oval 142"/>
          <p:cNvSpPr/>
          <p:nvPr/>
        </p:nvSpPr>
        <p:spPr>
          <a:xfrm>
            <a:off x="8686800" y="5334222"/>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28" name="TextBox 2"/>
          <p:cNvSpPr txBox="1"/>
          <p:nvPr/>
        </p:nvSpPr>
        <p:spPr>
          <a:xfrm>
            <a:off x="887201" y="683649"/>
            <a:ext cx="3730570" cy="7905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m:t>
                    </m:r>
                  </m:num>
                  <m:den>
                    <m:sSub>
                      <m:e>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den>
                </m:f>
                <m:r>
                  <a:rPr xmlns:a="http://schemas.openxmlformats.org/drawingml/2006/main" sz="2400" i="1">
                    <a:solidFill>
                      <a:srgbClr val="FFFFFF"/>
                    </a:solidFill>
                    <a:latin typeface="Cambria Math" panose="02040503050406030204" pitchFamily="18" charset="0"/>
                  </a:rPr>
                  <m:t>𝐽</m:t>
                </m:r>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2264"/>
          </a:p>
        </p:txBody>
      </p:sp>
      <p:sp>
        <p:nvSpPr>
          <p:cNvPr id="929" name="TextBox 5"/>
          <p:cNvSpPr txBox="1"/>
          <p:nvPr/>
        </p:nvSpPr>
        <p:spPr>
          <a:xfrm>
            <a:off x="820426" y="1738639"/>
            <a:ext cx="4357946" cy="81964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defRPr>
            </a:pPr>
            <a:r>
              <a:t>If </a:t>
            </a:r>
            <a14:m>
              <m:oMath>
                <m:r>
                  <a:rPr xmlns:a="http://schemas.openxmlformats.org/drawingml/2006/main" sz="2400" i="1">
                    <a:solidFill>
                      <a:srgbClr val="FFFF00"/>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
                </m:r>
              </m:oMath>
            </a14:m>
            <a:r>
              <a:t>is too small, gradient descent </a:t>
            </a:r>
            <a:r>
              <a:rPr i="1"/>
              <a:t>can be slow.</a:t>
            </a:r>
            <a:endParaRPr sz="2264"/>
          </a:p>
        </p:txBody>
      </p:sp>
      <p:sp>
        <p:nvSpPr>
          <p:cNvPr id="930" name="TextBox 7"/>
          <p:cNvSpPr txBox="1"/>
          <p:nvPr/>
        </p:nvSpPr>
        <p:spPr>
          <a:xfrm>
            <a:off x="820426" y="4312487"/>
            <a:ext cx="4357946" cy="155624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defRPr>
            </a:pPr>
            <a:r>
              <a:t>If </a:t>
            </a:r>
            <a14:m>
              <m:oMath>
                <m:r>
                  <a:rPr xmlns:a="http://schemas.openxmlformats.org/drawingml/2006/main" sz="2400" i="1">
                    <a:solidFill>
                      <a:srgbClr val="FFFF00"/>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
                </m:r>
              </m:oMath>
            </a14:m>
            <a:r>
              <a:t>is too large, gradient descent can overshoot the minimum. It may fail to converge, or even diverge.</a:t>
            </a:r>
            <a:endParaRPr sz="2264"/>
          </a:p>
        </p:txBody>
      </p:sp>
      <p:sp>
        <p:nvSpPr>
          <p:cNvPr id="931" name="Oval 9"/>
          <p:cNvSpPr/>
          <p:nvPr/>
        </p:nvSpPr>
        <p:spPr>
          <a:xfrm>
            <a:off x="9963150" y="1498765"/>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32" name="Straight Arrow Connector 10"/>
          <p:cNvSpPr/>
          <p:nvPr/>
        </p:nvSpPr>
        <p:spPr>
          <a:xfrm flipH="1">
            <a:off x="10020300" y="1331058"/>
            <a:ext cx="82551" cy="155871"/>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33" name="Oval 11"/>
          <p:cNvSpPr/>
          <p:nvPr/>
        </p:nvSpPr>
        <p:spPr>
          <a:xfrm>
            <a:off x="9836150" y="1759116"/>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34" name="Straight Arrow Connector 12"/>
          <p:cNvSpPr/>
          <p:nvPr/>
        </p:nvSpPr>
        <p:spPr>
          <a:xfrm flipH="1">
            <a:off x="9893300" y="1591409"/>
            <a:ext cx="82551" cy="155871"/>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35" name="Oval 13"/>
          <p:cNvSpPr/>
          <p:nvPr/>
        </p:nvSpPr>
        <p:spPr>
          <a:xfrm>
            <a:off x="9696450" y="2000416"/>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36" name="Straight Arrow Connector 14"/>
          <p:cNvSpPr/>
          <p:nvPr/>
        </p:nvSpPr>
        <p:spPr>
          <a:xfrm flipH="1">
            <a:off x="9766300" y="1845409"/>
            <a:ext cx="82551" cy="155871"/>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37" name="Oval 15"/>
          <p:cNvSpPr/>
          <p:nvPr/>
        </p:nvSpPr>
        <p:spPr>
          <a:xfrm>
            <a:off x="9525000" y="2197266"/>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38" name="Straight Arrow Connector 17"/>
          <p:cNvSpPr/>
          <p:nvPr/>
        </p:nvSpPr>
        <p:spPr>
          <a:xfrm flipH="1">
            <a:off x="9606299" y="2074009"/>
            <a:ext cx="90151" cy="136288"/>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39" name="Oval 18"/>
          <p:cNvSpPr/>
          <p:nvPr/>
        </p:nvSpPr>
        <p:spPr>
          <a:xfrm>
            <a:off x="9353550" y="2343316"/>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40" name="Straight Arrow Connector 19"/>
          <p:cNvSpPr/>
          <p:nvPr/>
        </p:nvSpPr>
        <p:spPr>
          <a:xfrm flipH="1">
            <a:off x="9434849" y="2277209"/>
            <a:ext cx="90151" cy="79138"/>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41" name="Oval 23"/>
          <p:cNvSpPr/>
          <p:nvPr/>
        </p:nvSpPr>
        <p:spPr>
          <a:xfrm>
            <a:off x="9131300" y="2406816"/>
            <a:ext cx="95250"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cxnSp>
        <p:nvCxnSpPr>
          <p:cNvPr id="942" name="Straight Arrow Connector 26"/>
          <p:cNvCxnSpPr>
            <a:stCxn id="939" idx="0"/>
            <a:endCxn id="941" idx="0"/>
          </p:cNvCxnSpPr>
          <p:nvPr/>
        </p:nvCxnSpPr>
        <p:spPr>
          <a:xfrm flipH="1">
            <a:off x="9178925" y="2387803"/>
            <a:ext cx="222250" cy="63501"/>
          </a:xfrm>
          <a:prstGeom prst="straightConnector1">
            <a:avLst/>
          </a:prstGeom>
          <a:ln w="28575">
            <a:solidFill>
              <a:srgbClr val="FF99FF"/>
            </a:solidFill>
            <a:tailEnd type="triangle"/>
          </a:ln>
        </p:spPr>
      </p:cxnSp>
      <p:sp>
        <p:nvSpPr>
          <p:cNvPr id="943" name="Oval 30"/>
          <p:cNvSpPr/>
          <p:nvPr/>
        </p:nvSpPr>
        <p:spPr>
          <a:xfrm>
            <a:off x="9620249" y="5215335"/>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cxnSp>
        <p:nvCxnSpPr>
          <p:cNvPr id="944" name="Straight Arrow Connector 31"/>
          <p:cNvCxnSpPr>
            <a:stCxn id="927" idx="0"/>
            <a:endCxn id="943" idx="0"/>
          </p:cNvCxnSpPr>
          <p:nvPr/>
        </p:nvCxnSpPr>
        <p:spPr>
          <a:xfrm flipV="1">
            <a:off x="8734425" y="5259822"/>
            <a:ext cx="933450" cy="118888"/>
          </a:xfrm>
          <a:prstGeom prst="straightConnector1">
            <a:avLst/>
          </a:prstGeom>
          <a:ln w="28575">
            <a:solidFill>
              <a:srgbClr val="FF99FF"/>
            </a:solidFill>
            <a:tailEnd type="triangle"/>
          </a:ln>
        </p:spPr>
      </p:cxnSp>
      <p:sp>
        <p:nvSpPr>
          <p:cNvPr id="945" name="Oval 34"/>
          <p:cNvSpPr/>
          <p:nvPr/>
        </p:nvSpPr>
        <p:spPr>
          <a:xfrm>
            <a:off x="8381999" y="4885135"/>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cxnSp>
        <p:nvCxnSpPr>
          <p:cNvPr id="946" name="Straight Arrow Connector 35"/>
          <p:cNvCxnSpPr>
            <a:stCxn id="943" idx="0"/>
            <a:endCxn id="945" idx="0"/>
          </p:cNvCxnSpPr>
          <p:nvPr/>
        </p:nvCxnSpPr>
        <p:spPr>
          <a:xfrm flipH="1" flipV="1">
            <a:off x="8429624" y="4929622"/>
            <a:ext cx="1238251" cy="330201"/>
          </a:xfrm>
          <a:prstGeom prst="straightConnector1">
            <a:avLst/>
          </a:prstGeom>
          <a:ln w="28575">
            <a:solidFill>
              <a:srgbClr val="FF99FF"/>
            </a:solidFill>
            <a:tailEnd type="triangle"/>
          </a:ln>
        </p:spPr>
      </p:cxnSp>
      <p:sp>
        <p:nvSpPr>
          <p:cNvPr id="947" name="Oval 38"/>
          <p:cNvSpPr/>
          <p:nvPr/>
        </p:nvSpPr>
        <p:spPr>
          <a:xfrm>
            <a:off x="9994900" y="4554077"/>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cxnSp>
        <p:nvCxnSpPr>
          <p:cNvPr id="948" name="Straight Arrow Connector 41"/>
          <p:cNvCxnSpPr>
            <a:stCxn id="945" idx="0"/>
            <a:endCxn id="947" idx="0"/>
          </p:cNvCxnSpPr>
          <p:nvPr/>
        </p:nvCxnSpPr>
        <p:spPr>
          <a:xfrm flipV="1">
            <a:off x="8429624" y="4598564"/>
            <a:ext cx="1612902" cy="331059"/>
          </a:xfrm>
          <a:prstGeom prst="straightConnector1">
            <a:avLst/>
          </a:prstGeom>
          <a:ln w="28575">
            <a:solidFill>
              <a:srgbClr val="FF99FF"/>
            </a:solidFill>
            <a:tailEnd type="triangle"/>
          </a:ln>
        </p:spPr>
      </p:cxnSp>
      <p:sp>
        <p:nvSpPr>
          <p:cNvPr id="949" name="Oval 44"/>
          <p:cNvSpPr/>
          <p:nvPr/>
        </p:nvSpPr>
        <p:spPr>
          <a:xfrm>
            <a:off x="8032750" y="4109577"/>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cxnSp>
        <p:nvCxnSpPr>
          <p:cNvPr id="950" name="Straight Arrow Connector 45"/>
          <p:cNvCxnSpPr>
            <a:stCxn id="947" idx="0"/>
            <a:endCxn id="949" idx="0"/>
          </p:cNvCxnSpPr>
          <p:nvPr/>
        </p:nvCxnSpPr>
        <p:spPr>
          <a:xfrm flipH="1" flipV="1">
            <a:off x="8080375" y="4154064"/>
            <a:ext cx="1962151" cy="444501"/>
          </a:xfrm>
          <a:prstGeom prst="straightConnector1">
            <a:avLst/>
          </a:prstGeom>
          <a:ln w="28575">
            <a:solidFill>
              <a:srgbClr val="FF99FF"/>
            </a:solidFill>
            <a:tailEnd type="triangle"/>
          </a:ln>
        </p:spPr>
      </p:cxn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928"/>
                                        </p:tgtEl>
                                        <p:attrNameLst>
                                          <p:attrName>style.visibility</p:attrName>
                                        </p:attrNameLst>
                                      </p:cBhvr>
                                      <p:to>
                                        <p:strVal val="visible"/>
                                      </p:to>
                                    </p:set>
                                    <p:animEffect filter="wipe(left)" transition="in">
                                      <p:cBhvr>
                                        <p:cTn id="7" dur="1750"/>
                                        <p:tgtEl>
                                          <p:spTgt spid="92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929"/>
                                        </p:tgtEl>
                                        <p:attrNameLst>
                                          <p:attrName>style.visibility</p:attrName>
                                        </p:attrNameLst>
                                      </p:cBhvr>
                                      <p:to>
                                        <p:strVal val="visible"/>
                                      </p:to>
                                    </p:set>
                                    <p:animEffect filter="wipe(left)" transition="in">
                                      <p:cBhvr>
                                        <p:cTn id="12" dur="2000"/>
                                        <p:tgtEl>
                                          <p:spTgt spid="92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913"/>
                                        </p:tgtEl>
                                        <p:attrNameLst>
                                          <p:attrName>style.visibility</p:attrName>
                                        </p:attrNameLst>
                                      </p:cBhvr>
                                      <p:to>
                                        <p:strVal val="visible"/>
                                      </p:to>
                                    </p:set>
                                    <p:animEffect filter="wipe(left)" transition="in">
                                      <p:cBhvr>
                                        <p:cTn id="17" dur="1000"/>
                                        <p:tgtEl>
                                          <p:spTgt spid="913"/>
                                        </p:tgtEl>
                                      </p:cBhvr>
                                    </p:animEffect>
                                  </p:childTnLst>
                                </p:cTn>
                              </p:par>
                            </p:childTnLst>
                          </p:cTn>
                        </p:par>
                        <p:par>
                          <p:cTn id="18" fill="hold">
                            <p:stCondLst>
                              <p:cond delay="1000"/>
                            </p:stCondLst>
                            <p:childTnLst>
                              <p:par>
                                <p:cTn id="19" presetClass="entr" nodeType="afterEffect" presetSubtype="4" presetID="22" grpId="4" fill="hold">
                                  <p:stCondLst>
                                    <p:cond delay="0"/>
                                  </p:stCondLst>
                                  <p:iterate type="el" backwards="0">
                                    <p:tmAbs val="0"/>
                                  </p:iterate>
                                  <p:childTnLst>
                                    <p:set>
                                      <p:cBhvr>
                                        <p:cTn id="20" fill="hold"/>
                                        <p:tgtEl>
                                          <p:spTgt spid="912"/>
                                        </p:tgtEl>
                                        <p:attrNameLst>
                                          <p:attrName>style.visibility</p:attrName>
                                        </p:attrNameLst>
                                      </p:cBhvr>
                                      <p:to>
                                        <p:strVal val="visible"/>
                                      </p:to>
                                    </p:set>
                                    <p:animEffect filter="wipe(down)" transition="in">
                                      <p:cBhvr>
                                        <p:cTn id="21" dur="1000"/>
                                        <p:tgtEl>
                                          <p:spTgt spid="912"/>
                                        </p:tgtEl>
                                      </p:cBhvr>
                                    </p:animEffect>
                                  </p:childTnLst>
                                </p:cTn>
                              </p:par>
                            </p:childTnLst>
                          </p:cTn>
                        </p:par>
                        <p:par>
                          <p:cTn id="22" fill="hold">
                            <p:stCondLst>
                              <p:cond delay="2000"/>
                            </p:stCondLst>
                            <p:childTnLst>
                              <p:par>
                                <p:cTn id="23" presetClass="entr" nodeType="afterEffect" presetID="10" grpId="5" fill="hold">
                                  <p:stCondLst>
                                    <p:cond delay="0"/>
                                  </p:stCondLst>
                                  <p:iterate type="el" backwards="0">
                                    <p:tmAbs val="0"/>
                                  </p:iterate>
                                  <p:childTnLst>
                                    <p:set>
                                      <p:cBhvr>
                                        <p:cTn id="24" fill="hold"/>
                                        <p:tgtEl>
                                          <p:spTgt spid="916"/>
                                        </p:tgtEl>
                                        <p:attrNameLst>
                                          <p:attrName>style.visibility</p:attrName>
                                        </p:attrNameLst>
                                      </p:cBhvr>
                                      <p:to>
                                        <p:strVal val="visible"/>
                                      </p:to>
                                    </p:set>
                                    <p:animEffect filter="fade" transition="in">
                                      <p:cBhvr>
                                        <p:cTn id="25" dur="500"/>
                                        <p:tgtEl>
                                          <p:spTgt spid="916"/>
                                        </p:tgtEl>
                                      </p:cBhvr>
                                    </p:animEffect>
                                  </p:childTnLst>
                                </p:cTn>
                              </p:par>
                            </p:childTnLst>
                          </p:cTn>
                        </p:par>
                        <p:par>
                          <p:cTn id="26" fill="hold">
                            <p:stCondLst>
                              <p:cond delay="2500"/>
                            </p:stCondLst>
                            <p:childTnLst>
                              <p:par>
                                <p:cTn id="27" presetClass="entr" nodeType="afterEffect" presetSubtype="0" presetID="1" grpId="6" fill="hold">
                                  <p:stCondLst>
                                    <p:cond delay="0"/>
                                  </p:stCondLst>
                                  <p:iterate type="el" backwards="0">
                                    <p:tmAbs val="0"/>
                                  </p:iterate>
                                  <p:childTnLst>
                                    <p:set>
                                      <p:cBhvr>
                                        <p:cTn id="28" fill="hold"/>
                                        <p:tgtEl>
                                          <p:spTgt spid="915"/>
                                        </p:tgtEl>
                                        <p:attrNameLst>
                                          <p:attrName>style.visibility</p:attrName>
                                        </p:attrNameLst>
                                      </p:cBhvr>
                                      <p:to>
                                        <p:strVal val="visible"/>
                                      </p:to>
                                    </p:set>
                                  </p:childTnLst>
                                </p:cTn>
                              </p:par>
                            </p:childTnLst>
                          </p:cTn>
                        </p:par>
                        <p:par>
                          <p:cTn id="29" fill="hold">
                            <p:stCondLst>
                              <p:cond delay="2500"/>
                            </p:stCondLst>
                            <p:childTnLst>
                              <p:par>
                                <p:cTn id="30" presetClass="entr" nodeType="afterEffect" presetSubtype="0" presetID="1" grpId="7" fill="hold">
                                  <p:stCondLst>
                                    <p:cond delay="0"/>
                                  </p:stCondLst>
                                  <p:iterate type="el" backwards="0">
                                    <p:tmAbs val="0"/>
                                  </p:iterate>
                                  <p:childTnLst>
                                    <p:set>
                                      <p:cBhvr>
                                        <p:cTn id="31" fill="hold"/>
                                        <p:tgtEl>
                                          <p:spTgt spid="9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8" fill="hold">
                                  <p:stCondLst>
                                    <p:cond delay="0"/>
                                  </p:stCondLst>
                                  <p:iterate type="el" backwards="0">
                                    <p:tmAbs val="0"/>
                                  </p:iterate>
                                  <p:childTnLst>
                                    <p:set>
                                      <p:cBhvr>
                                        <p:cTn id="35" fill="hold"/>
                                        <p:tgtEl>
                                          <p:spTgt spid="917"/>
                                        </p:tgtEl>
                                        <p:attrNameLst>
                                          <p:attrName>style.visibility</p:attrName>
                                        </p:attrNameLst>
                                      </p:cBhvr>
                                      <p:to>
                                        <p:strVal val="visible"/>
                                      </p:to>
                                    </p:set>
                                    <p:animEffect filter="wipe(left)" transition="in">
                                      <p:cBhvr>
                                        <p:cTn id="36" dur="2000"/>
                                        <p:tgtEl>
                                          <p:spTgt spid="917"/>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32" presetID="4" grpId="9" fill="hold">
                                  <p:stCondLst>
                                    <p:cond delay="0"/>
                                  </p:stCondLst>
                                  <p:iterate type="el" backwards="0">
                                    <p:tmAbs val="0"/>
                                  </p:iterate>
                                  <p:childTnLst>
                                    <p:set>
                                      <p:cBhvr>
                                        <p:cTn id="40" fill="hold"/>
                                        <p:tgtEl>
                                          <p:spTgt spid="918"/>
                                        </p:tgtEl>
                                        <p:attrNameLst>
                                          <p:attrName>style.visibility</p:attrName>
                                        </p:attrNameLst>
                                      </p:cBhvr>
                                      <p:to>
                                        <p:strVal val="visible"/>
                                      </p:to>
                                    </p:set>
                                    <p:animEffect filter="box(out)" transition="in">
                                      <p:cBhvr>
                                        <p:cTn id="41" dur="2000"/>
                                        <p:tgtEl>
                                          <p:spTgt spid="918"/>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1" presetID="22" grpId="10" fill="hold">
                                  <p:stCondLst>
                                    <p:cond delay="0"/>
                                  </p:stCondLst>
                                  <p:iterate type="el" backwards="0">
                                    <p:tmAbs val="0"/>
                                  </p:iterate>
                                  <p:childTnLst>
                                    <p:set>
                                      <p:cBhvr>
                                        <p:cTn id="45" fill="hold"/>
                                        <p:tgtEl>
                                          <p:spTgt spid="920"/>
                                        </p:tgtEl>
                                        <p:attrNameLst>
                                          <p:attrName>style.visibility</p:attrName>
                                        </p:attrNameLst>
                                      </p:cBhvr>
                                      <p:to>
                                        <p:strVal val="visible"/>
                                      </p:to>
                                    </p:set>
                                    <p:animEffect filter="wipe(up)" transition="in">
                                      <p:cBhvr>
                                        <p:cTn id="46" dur="500"/>
                                        <p:tgtEl>
                                          <p:spTgt spid="920"/>
                                        </p:tgtEl>
                                      </p:cBhvr>
                                    </p:animEffect>
                                  </p:childTnLst>
                                </p:cTn>
                              </p:par>
                            </p:childTnLst>
                          </p:cTn>
                        </p:par>
                        <p:par>
                          <p:cTn id="47" fill="hold">
                            <p:stCondLst>
                              <p:cond delay="500"/>
                            </p:stCondLst>
                            <p:childTnLst>
                              <p:par>
                                <p:cTn id="48" presetClass="entr" nodeType="afterEffect" presetSubtype="0" presetID="1" grpId="11" fill="hold">
                                  <p:stCondLst>
                                    <p:cond delay="0"/>
                                  </p:stCondLst>
                                  <p:iterate type="el" backwards="0">
                                    <p:tmAbs val="0"/>
                                  </p:iterate>
                                  <p:childTnLst>
                                    <p:set>
                                      <p:cBhvr>
                                        <p:cTn id="49" fill="hold"/>
                                        <p:tgtEl>
                                          <p:spTgt spid="91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Class="entr" nodeType="clickEffect" presetSubtype="1" presetID="22" grpId="12" fill="hold">
                                  <p:stCondLst>
                                    <p:cond delay="0"/>
                                  </p:stCondLst>
                                  <p:iterate type="el" backwards="0">
                                    <p:tmAbs val="0"/>
                                  </p:iterate>
                                  <p:childTnLst>
                                    <p:set>
                                      <p:cBhvr>
                                        <p:cTn id="53" fill="hold"/>
                                        <p:tgtEl>
                                          <p:spTgt spid="932"/>
                                        </p:tgtEl>
                                        <p:attrNameLst>
                                          <p:attrName>style.visibility</p:attrName>
                                        </p:attrNameLst>
                                      </p:cBhvr>
                                      <p:to>
                                        <p:strVal val="visible"/>
                                      </p:to>
                                    </p:set>
                                    <p:animEffect filter="wipe(up)" transition="in">
                                      <p:cBhvr>
                                        <p:cTn id="54" dur="500"/>
                                        <p:tgtEl>
                                          <p:spTgt spid="932"/>
                                        </p:tgtEl>
                                      </p:cBhvr>
                                    </p:animEffect>
                                  </p:childTnLst>
                                </p:cTn>
                              </p:par>
                            </p:childTnLst>
                          </p:cTn>
                        </p:par>
                        <p:par>
                          <p:cTn id="55" fill="hold">
                            <p:stCondLst>
                              <p:cond delay="500"/>
                            </p:stCondLst>
                            <p:childTnLst>
                              <p:par>
                                <p:cTn id="56" presetClass="entr" nodeType="afterEffect" presetSubtype="0" presetID="1" grpId="13" fill="hold">
                                  <p:stCondLst>
                                    <p:cond delay="0"/>
                                  </p:stCondLst>
                                  <p:iterate type="el" backwards="0">
                                    <p:tmAbs val="0"/>
                                  </p:iterate>
                                  <p:childTnLst>
                                    <p:set>
                                      <p:cBhvr>
                                        <p:cTn id="57" fill="hold"/>
                                        <p:tgtEl>
                                          <p:spTgt spid="93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1" presetID="22" grpId="14" fill="hold">
                                  <p:stCondLst>
                                    <p:cond delay="0"/>
                                  </p:stCondLst>
                                  <p:iterate type="el" backwards="0">
                                    <p:tmAbs val="0"/>
                                  </p:iterate>
                                  <p:childTnLst>
                                    <p:set>
                                      <p:cBhvr>
                                        <p:cTn id="61" fill="hold"/>
                                        <p:tgtEl>
                                          <p:spTgt spid="934"/>
                                        </p:tgtEl>
                                        <p:attrNameLst>
                                          <p:attrName>style.visibility</p:attrName>
                                        </p:attrNameLst>
                                      </p:cBhvr>
                                      <p:to>
                                        <p:strVal val="visible"/>
                                      </p:to>
                                    </p:set>
                                    <p:animEffect filter="wipe(up)" transition="in">
                                      <p:cBhvr>
                                        <p:cTn id="62" dur="500"/>
                                        <p:tgtEl>
                                          <p:spTgt spid="934"/>
                                        </p:tgtEl>
                                      </p:cBhvr>
                                    </p:animEffect>
                                  </p:childTnLst>
                                </p:cTn>
                              </p:par>
                            </p:childTnLst>
                          </p:cTn>
                        </p:par>
                        <p:par>
                          <p:cTn id="63" fill="hold">
                            <p:stCondLst>
                              <p:cond delay="500"/>
                            </p:stCondLst>
                            <p:childTnLst>
                              <p:par>
                                <p:cTn id="64" presetClass="entr" nodeType="afterEffect" presetSubtype="0" presetID="1" grpId="15" fill="hold">
                                  <p:stCondLst>
                                    <p:cond delay="0"/>
                                  </p:stCondLst>
                                  <p:iterate type="el" backwards="0">
                                    <p:tmAbs val="0"/>
                                  </p:iterate>
                                  <p:childTnLst>
                                    <p:set>
                                      <p:cBhvr>
                                        <p:cTn id="65" fill="hold"/>
                                        <p:tgtEl>
                                          <p:spTgt spid="933"/>
                                        </p:tgtEl>
                                        <p:attrNameLst>
                                          <p:attrName>style.visibility</p:attrName>
                                        </p:attrNameLst>
                                      </p:cBhvr>
                                      <p:to>
                                        <p:strVal val="visible"/>
                                      </p:to>
                                    </p:set>
                                  </p:childTnLst>
                                </p:cTn>
                              </p:par>
                            </p:childTnLst>
                          </p:cTn>
                        </p:par>
                        <p:par>
                          <p:cTn id="66" fill="hold">
                            <p:stCondLst>
                              <p:cond delay="500"/>
                            </p:stCondLst>
                            <p:childTnLst>
                              <p:par>
                                <p:cTn id="67" presetClass="entr" nodeType="afterEffect" presetSubtype="1" presetID="22" grpId="16" fill="hold">
                                  <p:stCondLst>
                                    <p:cond delay="0"/>
                                  </p:stCondLst>
                                  <p:iterate type="el" backwards="0">
                                    <p:tmAbs val="0"/>
                                  </p:iterate>
                                  <p:childTnLst>
                                    <p:set>
                                      <p:cBhvr>
                                        <p:cTn id="68" fill="hold"/>
                                        <p:tgtEl>
                                          <p:spTgt spid="936"/>
                                        </p:tgtEl>
                                        <p:attrNameLst>
                                          <p:attrName>style.visibility</p:attrName>
                                        </p:attrNameLst>
                                      </p:cBhvr>
                                      <p:to>
                                        <p:strVal val="visible"/>
                                      </p:to>
                                    </p:set>
                                    <p:animEffect filter="wipe(up)" transition="in">
                                      <p:cBhvr>
                                        <p:cTn id="69" dur="500"/>
                                        <p:tgtEl>
                                          <p:spTgt spid="936"/>
                                        </p:tgtEl>
                                      </p:cBhvr>
                                    </p:animEffect>
                                  </p:childTnLst>
                                </p:cTn>
                              </p:par>
                            </p:childTnLst>
                          </p:cTn>
                        </p:par>
                        <p:par>
                          <p:cTn id="70" fill="hold">
                            <p:stCondLst>
                              <p:cond delay="1000"/>
                            </p:stCondLst>
                            <p:childTnLst>
                              <p:par>
                                <p:cTn id="71" presetClass="entr" nodeType="afterEffect" presetSubtype="0" presetID="1" grpId="17" fill="hold">
                                  <p:stCondLst>
                                    <p:cond delay="0"/>
                                  </p:stCondLst>
                                  <p:iterate type="el" backwards="0">
                                    <p:tmAbs val="0"/>
                                  </p:iterate>
                                  <p:childTnLst>
                                    <p:set>
                                      <p:cBhvr>
                                        <p:cTn id="72" fill="hold"/>
                                        <p:tgtEl>
                                          <p:spTgt spid="935"/>
                                        </p:tgtEl>
                                        <p:attrNameLst>
                                          <p:attrName>style.visibility</p:attrName>
                                        </p:attrNameLst>
                                      </p:cBhvr>
                                      <p:to>
                                        <p:strVal val="visible"/>
                                      </p:to>
                                    </p:set>
                                  </p:childTnLst>
                                </p:cTn>
                              </p:par>
                            </p:childTnLst>
                          </p:cTn>
                        </p:par>
                        <p:par>
                          <p:cTn id="73" fill="hold">
                            <p:stCondLst>
                              <p:cond delay="1000"/>
                            </p:stCondLst>
                            <p:childTnLst>
                              <p:par>
                                <p:cTn id="74" presetClass="entr" nodeType="afterEffect" presetSubtype="1" presetID="22" grpId="18" fill="hold">
                                  <p:stCondLst>
                                    <p:cond delay="0"/>
                                  </p:stCondLst>
                                  <p:iterate type="el" backwards="0">
                                    <p:tmAbs val="0"/>
                                  </p:iterate>
                                  <p:childTnLst>
                                    <p:set>
                                      <p:cBhvr>
                                        <p:cTn id="75" fill="hold"/>
                                        <p:tgtEl>
                                          <p:spTgt spid="938"/>
                                        </p:tgtEl>
                                        <p:attrNameLst>
                                          <p:attrName>style.visibility</p:attrName>
                                        </p:attrNameLst>
                                      </p:cBhvr>
                                      <p:to>
                                        <p:strVal val="visible"/>
                                      </p:to>
                                    </p:set>
                                    <p:animEffect filter="wipe(up)" transition="in">
                                      <p:cBhvr>
                                        <p:cTn id="76" dur="500"/>
                                        <p:tgtEl>
                                          <p:spTgt spid="938"/>
                                        </p:tgtEl>
                                      </p:cBhvr>
                                    </p:animEffect>
                                  </p:childTnLst>
                                </p:cTn>
                              </p:par>
                            </p:childTnLst>
                          </p:cTn>
                        </p:par>
                        <p:par>
                          <p:cTn id="77" fill="hold">
                            <p:stCondLst>
                              <p:cond delay="1500"/>
                            </p:stCondLst>
                            <p:childTnLst>
                              <p:par>
                                <p:cTn id="78" presetClass="entr" nodeType="afterEffect" presetSubtype="0" presetID="1" grpId="19" fill="hold">
                                  <p:stCondLst>
                                    <p:cond delay="0"/>
                                  </p:stCondLst>
                                  <p:iterate type="el" backwards="0">
                                    <p:tmAbs val="0"/>
                                  </p:iterate>
                                  <p:childTnLst>
                                    <p:set>
                                      <p:cBhvr>
                                        <p:cTn id="79" fill="hold"/>
                                        <p:tgtEl>
                                          <p:spTgt spid="937"/>
                                        </p:tgtEl>
                                        <p:attrNameLst>
                                          <p:attrName>style.visibility</p:attrName>
                                        </p:attrNameLst>
                                      </p:cBhvr>
                                      <p:to>
                                        <p:strVal val="visible"/>
                                      </p:to>
                                    </p:set>
                                  </p:childTnLst>
                                </p:cTn>
                              </p:par>
                            </p:childTnLst>
                          </p:cTn>
                        </p:par>
                        <p:par>
                          <p:cTn id="80" fill="hold">
                            <p:stCondLst>
                              <p:cond delay="1500"/>
                            </p:stCondLst>
                            <p:childTnLst>
                              <p:par>
                                <p:cTn id="81" presetClass="entr" nodeType="afterEffect" presetSubtype="1" presetID="22" grpId="20" fill="hold">
                                  <p:stCondLst>
                                    <p:cond delay="0"/>
                                  </p:stCondLst>
                                  <p:iterate type="el" backwards="0">
                                    <p:tmAbs val="0"/>
                                  </p:iterate>
                                  <p:childTnLst>
                                    <p:set>
                                      <p:cBhvr>
                                        <p:cTn id="82" fill="hold"/>
                                        <p:tgtEl>
                                          <p:spTgt spid="940"/>
                                        </p:tgtEl>
                                        <p:attrNameLst>
                                          <p:attrName>style.visibility</p:attrName>
                                        </p:attrNameLst>
                                      </p:cBhvr>
                                      <p:to>
                                        <p:strVal val="visible"/>
                                      </p:to>
                                    </p:set>
                                    <p:animEffect filter="wipe(up)" transition="in">
                                      <p:cBhvr>
                                        <p:cTn id="83" dur="500"/>
                                        <p:tgtEl>
                                          <p:spTgt spid="940"/>
                                        </p:tgtEl>
                                      </p:cBhvr>
                                    </p:animEffect>
                                  </p:childTnLst>
                                </p:cTn>
                              </p:par>
                            </p:childTnLst>
                          </p:cTn>
                        </p:par>
                        <p:par>
                          <p:cTn id="84" fill="hold">
                            <p:stCondLst>
                              <p:cond delay="2000"/>
                            </p:stCondLst>
                            <p:childTnLst>
                              <p:par>
                                <p:cTn id="85" presetClass="entr" nodeType="afterEffect" presetSubtype="0" presetID="1" grpId="21" fill="hold">
                                  <p:stCondLst>
                                    <p:cond delay="0"/>
                                  </p:stCondLst>
                                  <p:iterate type="el" backwards="0">
                                    <p:tmAbs val="0"/>
                                  </p:iterate>
                                  <p:childTnLst>
                                    <p:set>
                                      <p:cBhvr>
                                        <p:cTn id="86" fill="hold"/>
                                        <p:tgtEl>
                                          <p:spTgt spid="939"/>
                                        </p:tgtEl>
                                        <p:attrNameLst>
                                          <p:attrName>style.visibility</p:attrName>
                                        </p:attrNameLst>
                                      </p:cBhvr>
                                      <p:to>
                                        <p:strVal val="visible"/>
                                      </p:to>
                                    </p:set>
                                  </p:childTnLst>
                                </p:cTn>
                              </p:par>
                            </p:childTnLst>
                          </p:cTn>
                        </p:par>
                        <p:par>
                          <p:cTn id="87" fill="hold">
                            <p:stCondLst>
                              <p:cond delay="2000"/>
                            </p:stCondLst>
                            <p:childTnLst>
                              <p:par>
                                <p:cTn id="88" presetClass="entr" nodeType="afterEffect" presetSubtype="1" presetID="22" grpId="22" fill="hold">
                                  <p:stCondLst>
                                    <p:cond delay="0"/>
                                  </p:stCondLst>
                                  <p:iterate type="el" backwards="0">
                                    <p:tmAbs val="0"/>
                                  </p:iterate>
                                  <p:childTnLst>
                                    <p:set>
                                      <p:cBhvr>
                                        <p:cTn id="89" fill="hold"/>
                                        <p:tgtEl>
                                          <p:spTgt spid="942"/>
                                        </p:tgtEl>
                                        <p:attrNameLst>
                                          <p:attrName>style.visibility</p:attrName>
                                        </p:attrNameLst>
                                      </p:cBhvr>
                                      <p:to>
                                        <p:strVal val="visible"/>
                                      </p:to>
                                    </p:set>
                                    <p:animEffect filter="wipe(up)" transition="in">
                                      <p:cBhvr>
                                        <p:cTn id="90" dur="500"/>
                                        <p:tgtEl>
                                          <p:spTgt spid="942"/>
                                        </p:tgtEl>
                                      </p:cBhvr>
                                    </p:animEffect>
                                  </p:childTnLst>
                                </p:cTn>
                              </p:par>
                            </p:childTnLst>
                          </p:cTn>
                        </p:par>
                        <p:par>
                          <p:cTn id="91" fill="hold">
                            <p:stCondLst>
                              <p:cond delay="2500"/>
                            </p:stCondLst>
                            <p:childTnLst>
                              <p:par>
                                <p:cTn id="92" presetClass="entr" nodeType="afterEffect" presetSubtype="0" presetID="1" grpId="23" fill="hold">
                                  <p:stCondLst>
                                    <p:cond delay="0"/>
                                  </p:stCondLst>
                                  <p:iterate type="el" backwards="0">
                                    <p:tmAbs val="0"/>
                                  </p:iterate>
                                  <p:childTnLst>
                                    <p:set>
                                      <p:cBhvr>
                                        <p:cTn id="93" fill="hold"/>
                                        <p:tgtEl>
                                          <p:spTgt spid="941"/>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Class="entr" nodeType="clickEffect" presetSubtype="8" presetID="22" grpId="24" fill="hold">
                                  <p:stCondLst>
                                    <p:cond delay="0"/>
                                  </p:stCondLst>
                                  <p:iterate type="el" backwards="0">
                                    <p:tmAbs val="0"/>
                                  </p:iterate>
                                  <p:childTnLst>
                                    <p:set>
                                      <p:cBhvr>
                                        <p:cTn id="97" fill="hold"/>
                                        <p:tgtEl>
                                          <p:spTgt spid="930"/>
                                        </p:tgtEl>
                                        <p:attrNameLst>
                                          <p:attrName>style.visibility</p:attrName>
                                        </p:attrNameLst>
                                      </p:cBhvr>
                                      <p:to>
                                        <p:strVal val="visible"/>
                                      </p:to>
                                    </p:set>
                                    <p:animEffect filter="wipe(left)" transition="in">
                                      <p:cBhvr>
                                        <p:cTn id="98" dur="2000"/>
                                        <p:tgtEl>
                                          <p:spTgt spid="930"/>
                                        </p:tgtEl>
                                      </p:cBhvr>
                                    </p:animEffect>
                                  </p:childTnLst>
                                </p:cTn>
                              </p:par>
                            </p:childTnLst>
                          </p:cTn>
                        </p:par>
                      </p:childTnLst>
                    </p:cTn>
                  </p:par>
                  <p:par>
                    <p:cTn id="99" fill="hold">
                      <p:stCondLst>
                        <p:cond delay="indefinite"/>
                      </p:stCondLst>
                      <p:childTnLst>
                        <p:par>
                          <p:cTn id="100" fill="hold">
                            <p:stCondLst>
                              <p:cond delay="0"/>
                            </p:stCondLst>
                            <p:childTnLst>
                              <p:par>
                                <p:cTn id="101" presetClass="entr" nodeType="clickEffect" presetSubtype="8" presetID="22" grpId="25" fill="hold">
                                  <p:stCondLst>
                                    <p:cond delay="0"/>
                                  </p:stCondLst>
                                  <p:iterate type="el" backwards="0">
                                    <p:tmAbs val="0"/>
                                  </p:iterate>
                                  <p:childTnLst>
                                    <p:set>
                                      <p:cBhvr>
                                        <p:cTn id="102" fill="hold"/>
                                        <p:tgtEl>
                                          <p:spTgt spid="922"/>
                                        </p:tgtEl>
                                        <p:attrNameLst>
                                          <p:attrName>style.visibility</p:attrName>
                                        </p:attrNameLst>
                                      </p:cBhvr>
                                      <p:to>
                                        <p:strVal val="visible"/>
                                      </p:to>
                                    </p:set>
                                    <p:animEffect filter="wipe(left)" transition="in">
                                      <p:cBhvr>
                                        <p:cTn id="103" dur="1000"/>
                                        <p:tgtEl>
                                          <p:spTgt spid="922"/>
                                        </p:tgtEl>
                                      </p:cBhvr>
                                    </p:animEffect>
                                  </p:childTnLst>
                                </p:cTn>
                              </p:par>
                            </p:childTnLst>
                          </p:cTn>
                        </p:par>
                        <p:par>
                          <p:cTn id="104" fill="hold">
                            <p:stCondLst>
                              <p:cond delay="1000"/>
                            </p:stCondLst>
                            <p:childTnLst>
                              <p:par>
                                <p:cTn id="105" presetClass="entr" nodeType="afterEffect" presetSubtype="4" presetID="22" grpId="26" fill="hold">
                                  <p:stCondLst>
                                    <p:cond delay="0"/>
                                  </p:stCondLst>
                                  <p:iterate type="el" backwards="0">
                                    <p:tmAbs val="0"/>
                                  </p:iterate>
                                  <p:childTnLst>
                                    <p:set>
                                      <p:cBhvr>
                                        <p:cTn id="106" fill="hold"/>
                                        <p:tgtEl>
                                          <p:spTgt spid="921"/>
                                        </p:tgtEl>
                                        <p:attrNameLst>
                                          <p:attrName>style.visibility</p:attrName>
                                        </p:attrNameLst>
                                      </p:cBhvr>
                                      <p:to>
                                        <p:strVal val="visible"/>
                                      </p:to>
                                    </p:set>
                                    <p:animEffect filter="wipe(down)" transition="in">
                                      <p:cBhvr>
                                        <p:cTn id="107" dur="1000"/>
                                        <p:tgtEl>
                                          <p:spTgt spid="921"/>
                                        </p:tgtEl>
                                      </p:cBhvr>
                                    </p:animEffect>
                                  </p:childTnLst>
                                </p:cTn>
                              </p:par>
                            </p:childTnLst>
                          </p:cTn>
                        </p:par>
                        <p:par>
                          <p:cTn id="108" fill="hold">
                            <p:stCondLst>
                              <p:cond delay="2000"/>
                            </p:stCondLst>
                            <p:childTnLst>
                              <p:par>
                                <p:cTn id="109" presetClass="entr" nodeType="afterEffect" presetID="10" grpId="27" fill="hold">
                                  <p:stCondLst>
                                    <p:cond delay="0"/>
                                  </p:stCondLst>
                                  <p:iterate type="el" backwards="0">
                                    <p:tmAbs val="0"/>
                                  </p:iterate>
                                  <p:childTnLst>
                                    <p:set>
                                      <p:cBhvr>
                                        <p:cTn id="110" fill="hold"/>
                                        <p:tgtEl>
                                          <p:spTgt spid="925"/>
                                        </p:tgtEl>
                                        <p:attrNameLst>
                                          <p:attrName>style.visibility</p:attrName>
                                        </p:attrNameLst>
                                      </p:cBhvr>
                                      <p:to>
                                        <p:strVal val="visible"/>
                                      </p:to>
                                    </p:set>
                                    <p:animEffect filter="fade" transition="in">
                                      <p:cBhvr>
                                        <p:cTn id="111" dur="500"/>
                                        <p:tgtEl>
                                          <p:spTgt spid="925"/>
                                        </p:tgtEl>
                                      </p:cBhvr>
                                    </p:animEffect>
                                  </p:childTnLst>
                                </p:cTn>
                              </p:par>
                            </p:childTnLst>
                          </p:cTn>
                        </p:par>
                        <p:par>
                          <p:cTn id="112" fill="hold">
                            <p:stCondLst>
                              <p:cond delay="2500"/>
                            </p:stCondLst>
                            <p:childTnLst>
                              <p:par>
                                <p:cTn id="113" presetClass="entr" nodeType="afterEffect" presetSubtype="0" presetID="1" grpId="28" fill="hold">
                                  <p:stCondLst>
                                    <p:cond delay="0"/>
                                  </p:stCondLst>
                                  <p:iterate type="el" backwards="0">
                                    <p:tmAbs val="0"/>
                                  </p:iterate>
                                  <p:childTnLst>
                                    <p:set>
                                      <p:cBhvr>
                                        <p:cTn id="114" fill="hold"/>
                                        <p:tgtEl>
                                          <p:spTgt spid="924"/>
                                        </p:tgtEl>
                                        <p:attrNameLst>
                                          <p:attrName>style.visibility</p:attrName>
                                        </p:attrNameLst>
                                      </p:cBhvr>
                                      <p:to>
                                        <p:strVal val="visible"/>
                                      </p:to>
                                    </p:set>
                                  </p:childTnLst>
                                </p:cTn>
                              </p:par>
                            </p:childTnLst>
                          </p:cTn>
                        </p:par>
                        <p:par>
                          <p:cTn id="115" fill="hold">
                            <p:stCondLst>
                              <p:cond delay="2500"/>
                            </p:stCondLst>
                            <p:childTnLst>
                              <p:par>
                                <p:cTn id="116" presetClass="entr" nodeType="afterEffect" presetSubtype="0" presetID="1" grpId="29" fill="hold">
                                  <p:stCondLst>
                                    <p:cond delay="0"/>
                                  </p:stCondLst>
                                  <p:iterate type="el" backwards="0">
                                    <p:tmAbs val="0"/>
                                  </p:iterate>
                                  <p:childTnLst>
                                    <p:set>
                                      <p:cBhvr>
                                        <p:cTn id="117" fill="hold"/>
                                        <p:tgtEl>
                                          <p:spTgt spid="923"/>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Class="entr" nodeType="clickEffect" presetSubtype="8" presetID="22" grpId="30" fill="hold">
                                  <p:stCondLst>
                                    <p:cond delay="0"/>
                                  </p:stCondLst>
                                  <p:iterate type="el" backwards="0">
                                    <p:tmAbs val="0"/>
                                  </p:iterate>
                                  <p:childTnLst>
                                    <p:set>
                                      <p:cBhvr>
                                        <p:cTn id="121" fill="hold"/>
                                        <p:tgtEl>
                                          <p:spTgt spid="926"/>
                                        </p:tgtEl>
                                        <p:attrNameLst>
                                          <p:attrName>style.visibility</p:attrName>
                                        </p:attrNameLst>
                                      </p:cBhvr>
                                      <p:to>
                                        <p:strVal val="visible"/>
                                      </p:to>
                                    </p:set>
                                    <p:animEffect filter="wipe(left)" transition="in">
                                      <p:cBhvr>
                                        <p:cTn id="122" dur="2000"/>
                                        <p:tgtEl>
                                          <p:spTgt spid="926"/>
                                        </p:tgtEl>
                                      </p:cBhvr>
                                    </p:animEffect>
                                  </p:childTnLst>
                                </p:cTn>
                              </p:par>
                            </p:childTnLst>
                          </p:cTn>
                        </p:par>
                      </p:childTnLst>
                    </p:cTn>
                  </p:par>
                  <p:par>
                    <p:cTn id="123" fill="hold">
                      <p:stCondLst>
                        <p:cond delay="indefinite"/>
                      </p:stCondLst>
                      <p:childTnLst>
                        <p:par>
                          <p:cTn id="124" fill="hold">
                            <p:stCondLst>
                              <p:cond delay="0"/>
                            </p:stCondLst>
                            <p:childTnLst>
                              <p:par>
                                <p:cTn id="125" presetClass="entr" nodeType="clickEffect" presetSubtype="0" presetID="1" grpId="31" fill="hold">
                                  <p:stCondLst>
                                    <p:cond delay="0"/>
                                  </p:stCondLst>
                                  <p:iterate type="el" backwards="0">
                                    <p:tmAbs val="0"/>
                                  </p:iterate>
                                  <p:childTnLst>
                                    <p:set>
                                      <p:cBhvr>
                                        <p:cTn id="126" fill="hold"/>
                                        <p:tgtEl>
                                          <p:spTgt spid="92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Class="entr" nodeType="clickEffect" presetSubtype="8" presetID="22" grpId="32" fill="hold">
                                  <p:stCondLst>
                                    <p:cond delay="0"/>
                                  </p:stCondLst>
                                  <p:iterate type="el" backwards="0">
                                    <p:tmAbs val="0"/>
                                  </p:iterate>
                                  <p:childTnLst>
                                    <p:set>
                                      <p:cBhvr>
                                        <p:cTn id="130" fill="hold"/>
                                        <p:tgtEl>
                                          <p:spTgt spid="944"/>
                                        </p:tgtEl>
                                        <p:attrNameLst>
                                          <p:attrName>style.visibility</p:attrName>
                                        </p:attrNameLst>
                                      </p:cBhvr>
                                      <p:to>
                                        <p:strVal val="visible"/>
                                      </p:to>
                                    </p:set>
                                    <p:animEffect filter="wipe(left)" transition="in">
                                      <p:cBhvr>
                                        <p:cTn id="131" dur="1000"/>
                                        <p:tgtEl>
                                          <p:spTgt spid="944"/>
                                        </p:tgtEl>
                                      </p:cBhvr>
                                    </p:animEffect>
                                  </p:childTnLst>
                                </p:cTn>
                              </p:par>
                            </p:childTnLst>
                          </p:cTn>
                        </p:par>
                        <p:par>
                          <p:cTn id="132" fill="hold">
                            <p:stCondLst>
                              <p:cond delay="1000"/>
                            </p:stCondLst>
                            <p:childTnLst>
                              <p:par>
                                <p:cTn id="133" presetClass="entr" nodeType="afterEffect" presetSubtype="0" presetID="1" grpId="33" fill="hold">
                                  <p:stCondLst>
                                    <p:cond delay="0"/>
                                  </p:stCondLst>
                                  <p:iterate type="el" backwards="0">
                                    <p:tmAbs val="0"/>
                                  </p:iterate>
                                  <p:childTnLst>
                                    <p:set>
                                      <p:cBhvr>
                                        <p:cTn id="134" fill="hold"/>
                                        <p:tgtEl>
                                          <p:spTgt spid="94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Class="entr" nodeType="clickEffect" presetSubtype="2" presetID="22" grpId="34" fill="hold">
                                  <p:stCondLst>
                                    <p:cond delay="0"/>
                                  </p:stCondLst>
                                  <p:iterate type="el" backwards="0">
                                    <p:tmAbs val="0"/>
                                  </p:iterate>
                                  <p:childTnLst>
                                    <p:set>
                                      <p:cBhvr>
                                        <p:cTn id="138" fill="hold"/>
                                        <p:tgtEl>
                                          <p:spTgt spid="946"/>
                                        </p:tgtEl>
                                        <p:attrNameLst>
                                          <p:attrName>style.visibility</p:attrName>
                                        </p:attrNameLst>
                                      </p:cBhvr>
                                      <p:to>
                                        <p:strVal val="visible"/>
                                      </p:to>
                                    </p:set>
                                    <p:animEffect filter="wipe(right)" transition="in">
                                      <p:cBhvr>
                                        <p:cTn id="139" dur="1000"/>
                                        <p:tgtEl>
                                          <p:spTgt spid="946"/>
                                        </p:tgtEl>
                                      </p:cBhvr>
                                    </p:animEffect>
                                  </p:childTnLst>
                                </p:cTn>
                              </p:par>
                            </p:childTnLst>
                          </p:cTn>
                        </p:par>
                        <p:par>
                          <p:cTn id="140" fill="hold">
                            <p:stCondLst>
                              <p:cond delay="1000"/>
                            </p:stCondLst>
                            <p:childTnLst>
                              <p:par>
                                <p:cTn id="141" presetClass="entr" nodeType="afterEffect" presetSubtype="0" presetID="1" grpId="35" fill="hold">
                                  <p:stCondLst>
                                    <p:cond delay="0"/>
                                  </p:stCondLst>
                                  <p:iterate type="el" backwards="0">
                                    <p:tmAbs val="0"/>
                                  </p:iterate>
                                  <p:childTnLst>
                                    <p:set>
                                      <p:cBhvr>
                                        <p:cTn id="142" fill="hold"/>
                                        <p:tgtEl>
                                          <p:spTgt spid="94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Class="entr" nodeType="clickEffect" presetSubtype="8" presetID="22" grpId="36" fill="hold">
                                  <p:stCondLst>
                                    <p:cond delay="0"/>
                                  </p:stCondLst>
                                  <p:iterate type="el" backwards="0">
                                    <p:tmAbs val="0"/>
                                  </p:iterate>
                                  <p:childTnLst>
                                    <p:set>
                                      <p:cBhvr>
                                        <p:cTn id="146" fill="hold"/>
                                        <p:tgtEl>
                                          <p:spTgt spid="948"/>
                                        </p:tgtEl>
                                        <p:attrNameLst>
                                          <p:attrName>style.visibility</p:attrName>
                                        </p:attrNameLst>
                                      </p:cBhvr>
                                      <p:to>
                                        <p:strVal val="visible"/>
                                      </p:to>
                                    </p:set>
                                    <p:animEffect filter="wipe(left)" transition="in">
                                      <p:cBhvr>
                                        <p:cTn id="147" dur="1000"/>
                                        <p:tgtEl>
                                          <p:spTgt spid="948"/>
                                        </p:tgtEl>
                                      </p:cBhvr>
                                    </p:animEffect>
                                  </p:childTnLst>
                                </p:cTn>
                              </p:par>
                            </p:childTnLst>
                          </p:cTn>
                        </p:par>
                        <p:par>
                          <p:cTn id="148" fill="hold">
                            <p:stCondLst>
                              <p:cond delay="1000"/>
                            </p:stCondLst>
                            <p:childTnLst>
                              <p:par>
                                <p:cTn id="149" presetClass="entr" nodeType="afterEffect" presetSubtype="0" presetID="1" grpId="37" fill="hold">
                                  <p:stCondLst>
                                    <p:cond delay="0"/>
                                  </p:stCondLst>
                                  <p:iterate type="el" backwards="0">
                                    <p:tmAbs val="0"/>
                                  </p:iterate>
                                  <p:childTnLst>
                                    <p:set>
                                      <p:cBhvr>
                                        <p:cTn id="150" fill="hold"/>
                                        <p:tgtEl>
                                          <p:spTgt spid="94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Class="entr" nodeType="clickEffect" presetSubtype="2" presetID="22" grpId="38" fill="hold">
                                  <p:stCondLst>
                                    <p:cond delay="0"/>
                                  </p:stCondLst>
                                  <p:iterate type="el" backwards="0">
                                    <p:tmAbs val="0"/>
                                  </p:iterate>
                                  <p:childTnLst>
                                    <p:set>
                                      <p:cBhvr>
                                        <p:cTn id="154" fill="hold"/>
                                        <p:tgtEl>
                                          <p:spTgt spid="950"/>
                                        </p:tgtEl>
                                        <p:attrNameLst>
                                          <p:attrName>style.visibility</p:attrName>
                                        </p:attrNameLst>
                                      </p:cBhvr>
                                      <p:to>
                                        <p:strVal val="visible"/>
                                      </p:to>
                                    </p:set>
                                    <p:animEffect filter="wipe(right)" transition="in">
                                      <p:cBhvr>
                                        <p:cTn id="155" dur="1000"/>
                                        <p:tgtEl>
                                          <p:spTgt spid="950"/>
                                        </p:tgtEl>
                                      </p:cBhvr>
                                    </p:animEffect>
                                  </p:childTnLst>
                                </p:cTn>
                              </p:par>
                            </p:childTnLst>
                          </p:cTn>
                        </p:par>
                        <p:par>
                          <p:cTn id="156" fill="hold">
                            <p:stCondLst>
                              <p:cond delay="1000"/>
                            </p:stCondLst>
                            <p:childTnLst>
                              <p:par>
                                <p:cTn id="157" presetClass="entr" nodeType="afterEffect" presetSubtype="0" presetID="1" grpId="39" fill="hold">
                                  <p:stCondLst>
                                    <p:cond delay="0"/>
                                  </p:stCondLst>
                                  <p:iterate type="el" backwards="0">
                                    <p:tmAbs val="0"/>
                                  </p:iterate>
                                  <p:childTnLst>
                                    <p:set>
                                      <p:cBhvr>
                                        <p:cTn id="158" fill="hold"/>
                                        <p:tgtEl>
                                          <p:spTgt spid="9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24" grpId="28"/>
      <p:bldP build="whole" bldLvl="1" animBg="1" rev="0" advAuto="0" spid="912" grpId="4"/>
      <p:bldP build="whole" bldLvl="1" animBg="1" rev="0" advAuto="0" spid="946" grpId="34"/>
      <p:bldP build="whole" bldLvl="1" animBg="1" rev="0" advAuto="0" spid="922" grpId="25"/>
      <p:bldP build="whole" bldLvl="1" animBg="1" rev="0" advAuto="0" spid="918" grpId="9"/>
      <p:bldP build="whole" bldLvl="1" animBg="1" rev="0" advAuto="0" spid="921" grpId="26"/>
      <p:bldP build="whole" bldLvl="1" animBg="1" rev="0" advAuto="0" spid="925" grpId="27"/>
      <p:bldP build="whole" bldLvl="1" animBg="1" rev="0" advAuto="0" spid="931" grpId="13"/>
      <p:bldP build="whole" bldLvl="1" animBg="1" rev="0" advAuto="0" spid="936" grpId="16"/>
      <p:bldP build="whole" bldLvl="1" animBg="1" rev="0" advAuto="0" spid="915" grpId="6"/>
      <p:bldP build="whole" bldLvl="1" animBg="1" rev="0" advAuto="0" spid="938" grpId="18"/>
      <p:bldP build="whole" bldLvl="1" animBg="1" rev="0" advAuto="0" spid="933" grpId="15"/>
      <p:bldP build="whole" bldLvl="1" animBg="1" rev="0" advAuto="0" spid="935" grpId="17"/>
      <p:bldP build="whole" bldLvl="1" animBg="1" rev="0" advAuto="0" spid="945" grpId="35"/>
      <p:bldP build="whole" bldLvl="1" animBg="1" rev="0" advAuto="0" spid="932" grpId="12"/>
      <p:bldP build="whole" bldLvl="1" animBg="1" rev="0" advAuto="0" spid="934" grpId="14"/>
      <p:bldP build="whole" bldLvl="1" animBg="1" rev="0" advAuto="0" spid="917" grpId="8"/>
      <p:bldP build="whole" bldLvl="1" animBg="1" rev="0" advAuto="0" spid="941" grpId="23"/>
      <p:bldP build="whole" bldLvl="1" animBg="1" rev="0" advAuto="0" spid="914" grpId="7"/>
      <p:bldP build="whole" bldLvl="1" animBg="1" rev="0" advAuto="0" spid="942" grpId="22"/>
      <p:bldP build="whole" bldLvl="1" animBg="1" rev="0" advAuto="0" spid="937" grpId="19"/>
      <p:bldP build="whole" bldLvl="1" animBg="1" rev="0" advAuto="0" spid="926" grpId="30"/>
      <p:bldP build="whole" bldLvl="1" animBg="1" rev="0" advAuto="0" spid="913" grpId="3"/>
      <p:bldP build="whole" bldLvl="1" animBg="1" rev="0" advAuto="0" spid="929" grpId="2"/>
      <p:bldP build="whole" bldLvl="1" animBg="1" rev="0" advAuto="0" spid="947" grpId="37"/>
      <p:bldP build="whole" bldLvl="1" animBg="1" rev="0" advAuto="0" spid="919" grpId="11"/>
      <p:bldP build="whole" bldLvl="1" animBg="1" rev="0" advAuto="0" spid="949" grpId="39"/>
      <p:bldP build="whole" bldLvl="1" animBg="1" rev="0" advAuto="0" spid="944" grpId="32"/>
      <p:bldP build="whole" bldLvl="1" animBg="1" rev="0" advAuto="0" spid="948" grpId="36"/>
      <p:bldP build="whole" bldLvl="1" animBg="1" rev="0" advAuto="0" spid="939" grpId="21"/>
      <p:bldP build="whole" bldLvl="1" animBg="1" rev="0" advAuto="0" spid="927" grpId="31"/>
      <p:bldP build="whole" bldLvl="1" animBg="1" rev="0" advAuto="0" spid="943" grpId="33"/>
      <p:bldP build="whole" bldLvl="1" animBg="1" rev="0" advAuto="0" spid="916" grpId="5"/>
      <p:bldP build="whole" bldLvl="1" animBg="1" rev="0" advAuto="0" spid="923" grpId="29"/>
      <p:bldP build="whole" bldLvl="1" animBg="1" rev="0" advAuto="0" spid="930" grpId="24"/>
      <p:bldP build="whole" bldLvl="1" animBg="1" rev="0" advAuto="0" spid="920" grpId="10"/>
      <p:bldP build="whole" bldLvl="1" animBg="1" rev="0" advAuto="0" spid="940" grpId="20"/>
      <p:bldP build="whole" bldLvl="1" animBg="1" rev="0" advAuto="0" spid="928" grpId="1"/>
      <p:bldP build="whole" bldLvl="1" animBg="1" rev="0" advAuto="0" spid="950" grpId="38"/>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2"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953" name="Straight Arrow Connector 1"/>
          <p:cNvSpPr/>
          <p:nvPr/>
        </p:nvSpPr>
        <p:spPr>
          <a:xfrm flipH="1" flipV="1">
            <a:off x="1743294" y="875885"/>
            <a:ext cx="3953"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54" name="Straight Arrow Connector 3"/>
          <p:cNvSpPr/>
          <p:nvPr/>
        </p:nvSpPr>
        <p:spPr>
          <a:xfrm flipV="1">
            <a:off x="1506761" y="2840521"/>
            <a:ext cx="2952752" cy="11992"/>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55" name="TextBox 24"/>
          <p:cNvSpPr txBox="1"/>
          <p:nvPr/>
        </p:nvSpPr>
        <p:spPr>
          <a:xfrm>
            <a:off x="1486825" y="506554"/>
            <a:ext cx="512938"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956" name="TextBox 25"/>
          <p:cNvSpPr txBox="1"/>
          <p:nvPr/>
        </p:nvSpPr>
        <p:spPr>
          <a:xfrm>
            <a:off x="3648201" y="3010462"/>
            <a:ext cx="187849" cy="204287"/>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957" name="TextBox 2"/>
          <p:cNvSpPr txBox="1"/>
          <p:nvPr/>
        </p:nvSpPr>
        <p:spPr>
          <a:xfrm>
            <a:off x="6048898" y="3583690"/>
            <a:ext cx="3730570" cy="7905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m:t>
                    </m:r>
                  </m:num>
                  <m:den>
                    <m:sSub>
                      <m:e>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den>
                </m:f>
                <m:r>
                  <a:rPr xmlns:a="http://schemas.openxmlformats.org/drawingml/2006/main" sz="2400" i="1">
                    <a:solidFill>
                      <a:srgbClr val="FFFFFF"/>
                    </a:solidFill>
                    <a:latin typeface="Cambria Math" panose="02040503050406030204" pitchFamily="18" charset="0"/>
                  </a:rPr>
                  <m:t>𝐽</m:t>
                </m:r>
                <m:r>
                  <a:rPr xmlns:a="http://schemas.openxmlformats.org/drawingml/2006/main" sz="2400" i="1">
                    <a:solidFill>
                      <a:srgbClr val="FFFFFF"/>
                    </a:solidFill>
                    <a:latin typeface="Cambria Math" panose="02040503050406030204" pitchFamily="18" charset="0"/>
                  </a:rPr>
                  <m:t>(</m:t>
                </m:r>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2264"/>
          </a:p>
        </p:txBody>
      </p:sp>
      <p:sp>
        <p:nvSpPr>
          <p:cNvPr id="958" name="Freeform: Shape 4"/>
          <p:cNvSpPr/>
          <p:nvPr/>
        </p:nvSpPr>
        <p:spPr>
          <a:xfrm>
            <a:off x="1602012" y="1111140"/>
            <a:ext cx="2590801" cy="1392615"/>
          </a:xfrm>
          <a:custGeom>
            <a:avLst/>
            <a:gdLst/>
            <a:ahLst/>
            <a:cxnLst>
              <a:cxn ang="0">
                <a:pos x="wd2" y="hd2"/>
              </a:cxn>
              <a:cxn ang="5400000">
                <a:pos x="wd2" y="hd2"/>
              </a:cxn>
              <a:cxn ang="10800000">
                <a:pos x="wd2" y="hd2"/>
              </a:cxn>
              <a:cxn ang="16200000">
                <a:pos x="wd2" y="hd2"/>
              </a:cxn>
            </a:cxnLst>
            <a:rect l="0" t="0" r="r" b="b"/>
            <a:pathLst>
              <a:path w="21600" h="20671" fill="norm" stroke="1" extrusionOk="0">
                <a:moveTo>
                  <a:pt x="0" y="9238"/>
                </a:moveTo>
                <a:cubicBezTo>
                  <a:pt x="944" y="5931"/>
                  <a:pt x="1888" y="2625"/>
                  <a:pt x="3176" y="4525"/>
                </a:cubicBezTo>
                <a:cubicBezTo>
                  <a:pt x="4465" y="6426"/>
                  <a:pt x="5974" y="21397"/>
                  <a:pt x="7729" y="20643"/>
                </a:cubicBezTo>
                <a:cubicBezTo>
                  <a:pt x="9485" y="19889"/>
                  <a:pt x="12079" y="205"/>
                  <a:pt x="13712" y="1"/>
                </a:cubicBezTo>
                <a:cubicBezTo>
                  <a:pt x="15344" y="-203"/>
                  <a:pt x="16209" y="18899"/>
                  <a:pt x="17524" y="19418"/>
                </a:cubicBezTo>
                <a:cubicBezTo>
                  <a:pt x="18838" y="19936"/>
                  <a:pt x="20219" y="11524"/>
                  <a:pt x="21600" y="3112"/>
                </a:cubicBezTo>
              </a:path>
            </a:pathLst>
          </a:custGeom>
          <a:ln w="15875">
            <a:solidFill>
              <a:srgbClr val="FFFF00"/>
            </a:solidFill>
          </a:ln>
        </p:spPr>
        <p:txBody>
          <a:bodyPr lIns="45719" rIns="45719" anchor="ctr"/>
          <a:lstStyle/>
          <a:p>
            <a:pPr algn="ctr">
              <a:defRPr>
                <a:solidFill>
                  <a:srgbClr val="FFFFFF"/>
                </a:solidFill>
              </a:defRPr>
            </a:pPr>
          </a:p>
        </p:txBody>
      </p:sp>
      <p:sp>
        <p:nvSpPr>
          <p:cNvPr id="959" name="Straight Connector 6"/>
          <p:cNvSpPr/>
          <p:nvPr/>
        </p:nvSpPr>
        <p:spPr>
          <a:xfrm flipV="1">
            <a:off x="3709397" y="2762940"/>
            <a:ext cx="1" cy="177948"/>
          </a:xfrm>
          <a:prstGeom prst="line">
            <a:avLst/>
          </a:prstGeom>
          <a:ln w="12700">
            <a:solidFill>
              <a:srgbClr val="FFFFFF"/>
            </a:solidFill>
          </a:ln>
        </p:spPr>
        <p:txBody>
          <a:bodyPr lIns="45719" rIns="45719"/>
          <a:lstStyle/>
          <a:p>
            <a:pPr>
              <a:defRPr>
                <a:solidFill>
                  <a:srgbClr val="FFFFFF"/>
                </a:solidFill>
              </a:defRPr>
            </a:pPr>
          </a:p>
        </p:txBody>
      </p:sp>
      <p:sp>
        <p:nvSpPr>
          <p:cNvPr id="960" name="TextBox 8"/>
          <p:cNvSpPr txBox="1"/>
          <p:nvPr/>
        </p:nvSpPr>
        <p:spPr>
          <a:xfrm>
            <a:off x="1156875" y="4262849"/>
            <a:ext cx="1861694" cy="208284"/>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𝐶</m:t>
                  </m:r>
                  <m:r>
                    <a:rPr xmlns:a="http://schemas.openxmlformats.org/drawingml/2006/main" sz="1800" i="1">
                      <a:solidFill>
                        <a:srgbClr val="FFFFFF"/>
                      </a:solidFill>
                      <a:latin typeface="Cambria Math" panose="02040503050406030204" pitchFamily="18" charset="0"/>
                    </a:rPr>
                    <m:t>𝑢</m:t>
                  </m:r>
                  <m:r>
                    <a:rPr xmlns:a="http://schemas.openxmlformats.org/drawingml/2006/main" sz="1800" i="1">
                      <a:solidFill>
                        <a:srgbClr val="FFFFFF"/>
                      </a:solidFill>
                      <a:latin typeface="Cambria Math" panose="02040503050406030204" pitchFamily="18" charset="0"/>
                    </a:rPr>
                    <m:t>𝑟</m:t>
                  </m:r>
                  <m:r>
                    <a:rPr xmlns:a="http://schemas.openxmlformats.org/drawingml/2006/main" sz="1800" i="1">
                      <a:solidFill>
                        <a:srgbClr val="FFFFFF"/>
                      </a:solidFill>
                      <a:latin typeface="Cambria Math" panose="02040503050406030204" pitchFamily="18" charset="0"/>
                    </a:rPr>
                    <m:t>𝑟</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𝑛</m:t>
                  </m:r>
                  <m:r>
                    <a:rPr xmlns:a="http://schemas.openxmlformats.org/drawingml/2006/main" sz="1800" i="1">
                      <a:solidFill>
                        <a:srgbClr val="FFFFFF"/>
                      </a:solidFill>
                      <a:latin typeface="Cambria Math" panose="02040503050406030204" pitchFamily="18" charset="0"/>
                    </a:rPr>
                    <m:t>𝑡</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𝑣</m:t>
                  </m:r>
                  <m:r>
                    <a:rPr xmlns:a="http://schemas.openxmlformats.org/drawingml/2006/main" sz="1800" i="1">
                      <a:solidFill>
                        <a:srgbClr val="FFFFFF"/>
                      </a:solidFill>
                      <a:latin typeface="Cambria Math" panose="02040503050406030204" pitchFamily="18" charset="0"/>
                    </a:rPr>
                    <m:t>𝑎</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𝑢</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𝑓</m:t>
                  </m:r>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FF"/>
              </a:solidFill>
            </a:endParaRPr>
          </a:p>
        </p:txBody>
      </p:sp>
      <p:sp>
        <p:nvSpPr>
          <p:cNvPr id="961" name="Straight Arrow Connector 20"/>
          <p:cNvSpPr/>
          <p:nvPr/>
        </p:nvSpPr>
        <p:spPr>
          <a:xfrm flipV="1">
            <a:off x="2087722" y="2868055"/>
            <a:ext cx="1621677" cy="1394796"/>
          </a:xfrm>
          <a:prstGeom prst="line">
            <a:avLst/>
          </a:prstGeom>
          <a:ln w="12700">
            <a:solidFill>
              <a:srgbClr val="FF0000"/>
            </a:solidFill>
            <a:tailEnd type="triangle"/>
          </a:ln>
        </p:spPr>
        <p:txBody>
          <a:bodyPr lIns="45719" rIns="45719"/>
          <a:lstStyle/>
          <a:p>
            <a:pPr>
              <a:defRPr>
                <a:solidFill>
                  <a:srgbClr val="FFFFFF"/>
                </a:solidFill>
              </a:defRPr>
            </a:pPr>
          </a:p>
        </p:txBody>
      </p:sp>
      <p:sp>
        <p:nvSpPr>
          <p:cNvPr id="962" name="Oval 98"/>
          <p:cNvSpPr/>
          <p:nvPr/>
        </p:nvSpPr>
        <p:spPr>
          <a:xfrm>
            <a:off x="3668123" y="2371803"/>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63" name="TextBox 28"/>
          <p:cNvSpPr txBox="1"/>
          <p:nvPr/>
        </p:nvSpPr>
        <p:spPr>
          <a:xfrm>
            <a:off x="5642393" y="2576842"/>
            <a:ext cx="1696798" cy="207369"/>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r>
                    <a:rPr xmlns:a="http://schemas.openxmlformats.org/drawingml/2006/main" sz="1800" i="1">
                      <a:solidFill>
                        <a:srgbClr val="FFFF00"/>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𝑎</m:t>
                  </m:r>
                  <m:r>
                    <a:rPr xmlns:a="http://schemas.openxmlformats.org/drawingml/2006/main" sz="1800" i="1">
                      <a:solidFill>
                        <a:srgbClr val="FFFFFF"/>
                      </a:solidFill>
                      <a:latin typeface="Cambria Math" panose="02040503050406030204" pitchFamily="18" charset="0"/>
                    </a:rPr>
                    <m:t>𝑡</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𝑐</m:t>
                  </m:r>
                  <m:r>
                    <a:rPr xmlns:a="http://schemas.openxmlformats.org/drawingml/2006/main" sz="1800" i="1">
                      <a:solidFill>
                        <a:srgbClr val="FFFFFF"/>
                      </a:solidFill>
                      <a:latin typeface="Cambria Math" panose="02040503050406030204" pitchFamily="18" charset="0"/>
                    </a:rPr>
                    <m:t>𝑎</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𝑝</m:t>
                  </m:r>
                  <m:r>
                    <a:rPr xmlns:a="http://schemas.openxmlformats.org/drawingml/2006/main" sz="1800" i="1">
                      <a:solidFill>
                        <a:srgbClr val="FFFFFF"/>
                      </a:solidFill>
                      <a:latin typeface="Cambria Math" panose="02040503050406030204" pitchFamily="18" charset="0"/>
                    </a:rPr>
                    <m:t>𝑡</m:t>
                  </m:r>
                  <m:r>
                    <a:rPr xmlns:a="http://schemas.openxmlformats.org/drawingml/2006/main" sz="1800" i="1">
                      <a:solidFill>
                        <a:srgbClr val="FFFFFF"/>
                      </a:solidFill>
                      <a:latin typeface="Cambria Math" panose="02040503050406030204" pitchFamily="18" charset="0"/>
                    </a:rPr>
                    <m:t>𝑖</m:t>
                  </m:r>
                  <m:r>
                    <a:rPr xmlns:a="http://schemas.openxmlformats.org/drawingml/2006/main" sz="1800" i="1">
                      <a:solidFill>
                        <a:srgbClr val="FFFFFF"/>
                      </a:solidFill>
                      <a:latin typeface="Cambria Math" panose="02040503050406030204" pitchFamily="18" charset="0"/>
                    </a:rPr>
                    <m:t>𝑚</m:t>
                  </m:r>
                  <m:r>
                    <a:rPr xmlns:a="http://schemas.openxmlformats.org/drawingml/2006/main" sz="1800" i="1">
                      <a:solidFill>
                        <a:srgbClr val="FFFFFF"/>
                      </a:solidFill>
                      <a:latin typeface="Cambria Math" panose="02040503050406030204" pitchFamily="18" charset="0"/>
                    </a:rPr>
                    <m:t>𝑎</m:t>
                  </m:r>
                </m:oMath>
              </m:oMathPara>
            </a14:m>
            <a:endParaRPr>
              <a:solidFill>
                <a:srgbClr val="FFFF00"/>
              </a:solidFill>
            </a:endParaRPr>
          </a:p>
        </p:txBody>
      </p:sp>
      <p:sp>
        <p:nvSpPr>
          <p:cNvPr id="964" name="Straight Arrow Connector 32"/>
          <p:cNvSpPr/>
          <p:nvPr/>
        </p:nvSpPr>
        <p:spPr>
          <a:xfrm flipH="1" flipV="1">
            <a:off x="3837212" y="2502171"/>
            <a:ext cx="1285183" cy="259338"/>
          </a:xfrm>
          <a:prstGeom prst="line">
            <a:avLst/>
          </a:prstGeom>
          <a:ln w="12700">
            <a:solidFill>
              <a:srgbClr val="FF0000"/>
            </a:solidFill>
            <a:tailEnd type="triangle"/>
          </a:ln>
        </p:spPr>
        <p:txBody>
          <a:bodyPr lIns="45719" rIns="45719"/>
          <a:lstStyle/>
          <a:p>
            <a:pPr>
              <a:defRPr>
                <a:solidFill>
                  <a:srgbClr val="FFFFFF"/>
                </a:solidFill>
              </a:defRPr>
            </a:pPr>
          </a:p>
        </p:txBody>
      </p:sp>
      <p:sp>
        <p:nvSpPr>
          <p:cNvPr id="965" name="Straight Connector 40"/>
          <p:cNvSpPr/>
          <p:nvPr/>
        </p:nvSpPr>
        <p:spPr>
          <a:xfrm>
            <a:off x="2787113" y="2419437"/>
            <a:ext cx="1965219" cy="1"/>
          </a:xfrm>
          <a:prstGeom prst="line">
            <a:avLst/>
          </a:prstGeom>
          <a:ln w="19050">
            <a:solidFill>
              <a:srgbClr val="FF0000"/>
            </a:solidFill>
          </a:ln>
        </p:spPr>
        <p:txBody>
          <a:bodyPr lIns="45719" rIns="45719"/>
          <a:lstStyle/>
          <a:p>
            <a:pPr>
              <a:defRPr>
                <a:solidFill>
                  <a:srgbClr val="FFFFFF"/>
                </a:solidFill>
              </a:defRPr>
            </a:pPr>
          </a:p>
        </p:txBody>
      </p:sp>
      <p:sp>
        <p:nvSpPr>
          <p:cNvPr id="966" name="TextBox 43"/>
          <p:cNvSpPr txBox="1"/>
          <p:nvPr/>
        </p:nvSpPr>
        <p:spPr>
          <a:xfrm>
            <a:off x="5241410" y="1498069"/>
            <a:ext cx="888923" cy="19636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𝑠</m:t>
                  </m:r>
                  <m:r>
                    <a:rPr xmlns:a="http://schemas.openxmlformats.org/drawingml/2006/main" sz="1800" i="1">
                      <a:solidFill>
                        <a:srgbClr val="FFFFFF"/>
                      </a:solidFill>
                      <a:latin typeface="Cambria Math" panose="02040503050406030204" pitchFamily="18" charset="0"/>
                    </a:rPr>
                    <m:t>𝑙</m:t>
                  </m:r>
                  <m:r>
                    <a:rPr xmlns:a="http://schemas.openxmlformats.org/drawingml/2006/main" sz="1800" i="1">
                      <a:solidFill>
                        <a:srgbClr val="FFFFFF"/>
                      </a:solidFill>
                      <a:latin typeface="Cambria Math" panose="02040503050406030204" pitchFamily="18" charset="0"/>
                    </a:rPr>
                    <m:t>𝑜</m:t>
                  </m:r>
                  <m:r>
                    <a:rPr xmlns:a="http://schemas.openxmlformats.org/drawingml/2006/main" sz="1800" i="1">
                      <a:solidFill>
                        <a:srgbClr val="FFFFFF"/>
                      </a:solidFill>
                      <a:latin typeface="Cambria Math" panose="02040503050406030204" pitchFamily="18" charset="0"/>
                    </a:rPr>
                    <m:t>𝑝</m:t>
                  </m:r>
                  <m:r>
                    <a:rPr xmlns:a="http://schemas.openxmlformats.org/drawingml/2006/main" sz="1800" i="1">
                      <a:solidFill>
                        <a:srgbClr val="FFFFFF"/>
                      </a:solidFill>
                      <a:latin typeface="Cambria Math" panose="02040503050406030204" pitchFamily="18" charset="0"/>
                    </a:rPr>
                    <m:t>𝑒</m:t>
                  </m:r>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0</m:t>
                  </m:r>
                </m:oMath>
              </m:oMathPara>
            </a14:m>
            <a:endParaRPr>
              <a:solidFill>
                <a:srgbClr val="FFFFFF"/>
              </a:solidFill>
            </a:endParaRPr>
          </a:p>
        </p:txBody>
      </p:sp>
      <p:sp>
        <p:nvSpPr>
          <p:cNvPr id="967" name="Straight Arrow Connector 46"/>
          <p:cNvSpPr/>
          <p:nvPr/>
        </p:nvSpPr>
        <p:spPr>
          <a:xfrm flipH="1">
            <a:off x="4434518" y="1860281"/>
            <a:ext cx="687876" cy="498733"/>
          </a:xfrm>
          <a:prstGeom prst="line">
            <a:avLst/>
          </a:prstGeom>
          <a:ln w="12700">
            <a:solidFill>
              <a:srgbClr val="FF0000"/>
            </a:solidFill>
            <a:tailEnd type="triangle"/>
          </a:ln>
        </p:spPr>
        <p:txBody>
          <a:bodyPr lIns="45719" rIns="45719"/>
          <a:lstStyle/>
          <a:p>
            <a:pPr>
              <a:defRPr>
                <a:solidFill>
                  <a:srgbClr val="FFFFFF"/>
                </a:solidFill>
              </a:defRPr>
            </a:pPr>
          </a:p>
        </p:txBody>
      </p:sp>
      <p:sp>
        <p:nvSpPr>
          <p:cNvPr id="968" name="Straight Arrow Connector 51"/>
          <p:cNvSpPr/>
          <p:nvPr/>
        </p:nvSpPr>
        <p:spPr>
          <a:xfrm>
            <a:off x="3715748" y="1889114"/>
            <a:ext cx="1" cy="406401"/>
          </a:xfrm>
          <a:prstGeom prst="line">
            <a:avLst/>
          </a:prstGeom>
          <a:ln w="12700">
            <a:solidFill>
              <a:srgbClr val="FFFFFF"/>
            </a:solidFill>
            <a:tailEnd type="triangle"/>
          </a:ln>
        </p:spPr>
        <p:txBody>
          <a:bodyPr lIns="45719" rIns="45719"/>
          <a:lstStyle/>
          <a:p>
            <a:pPr>
              <a:defRPr>
                <a:solidFill>
                  <a:srgbClr val="FFFFFF"/>
                </a:solidFill>
              </a:defRPr>
            </a:pPr>
          </a:p>
        </p:txBody>
      </p:sp>
      <p:sp>
        <p:nvSpPr>
          <p:cNvPr id="969" name="Rectangle 52"/>
          <p:cNvSpPr/>
          <p:nvPr/>
        </p:nvSpPr>
        <p:spPr>
          <a:xfrm>
            <a:off x="7571757" y="3564033"/>
            <a:ext cx="1205253" cy="801665"/>
          </a:xfrm>
          <a:prstGeom prst="rect">
            <a:avLst/>
          </a:prstGeom>
          <a:ln w="28575">
            <a:solidFill>
              <a:srgbClr val="FF0000"/>
            </a:solidFill>
          </a:ln>
        </p:spPr>
        <p:txBody>
          <a:bodyPr lIns="45719" rIns="45719" anchor="ctr"/>
          <a:lstStyle/>
          <a:p>
            <a:pPr algn="ctr">
              <a:defRPr>
                <a:solidFill>
                  <a:srgbClr val="FFFFFF"/>
                </a:solidFill>
              </a:defRPr>
            </a:pPr>
          </a:p>
        </p:txBody>
      </p:sp>
      <p:sp>
        <p:nvSpPr>
          <p:cNvPr id="970" name="TextBox 53"/>
          <p:cNvSpPr txBox="1"/>
          <p:nvPr/>
        </p:nvSpPr>
        <p:spPr>
          <a:xfrm>
            <a:off x="8126442" y="4465492"/>
            <a:ext cx="353259" cy="175261"/>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2000" i="1">
                      <a:solidFill>
                        <a:srgbClr val="FF0000"/>
                      </a:solidFill>
                      <a:latin typeface="Cambria Math" panose="02040503050406030204" pitchFamily="18" charset="0"/>
                    </a:rPr>
                    <m:t>=</m:t>
                  </m:r>
                  <m:r>
                    <a:rPr xmlns:a="http://schemas.openxmlformats.org/drawingml/2006/main" sz="2000" i="1">
                      <a:solidFill>
                        <a:srgbClr val="FF0000"/>
                      </a:solidFill>
                      <a:latin typeface="Cambria Math" panose="02040503050406030204" pitchFamily="18" charset="0"/>
                    </a:rPr>
                    <m:t>0</m:t>
                  </m:r>
                </m:oMath>
              </m:oMathPara>
            </a14:m>
            <a:endParaRPr sz="2000">
              <a:solidFill>
                <a:srgbClr val="FF0000"/>
              </a:solidFill>
            </a:endParaRPr>
          </a:p>
        </p:txBody>
      </p:sp>
      <p:sp>
        <p:nvSpPr>
          <p:cNvPr id="971" name="TextBox 54"/>
          <p:cNvSpPr txBox="1"/>
          <p:nvPr/>
        </p:nvSpPr>
        <p:spPr>
          <a:xfrm>
            <a:off x="5993906" y="4925869"/>
            <a:ext cx="2062975"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0</m:t>
                </m:r>
              </m:oMath>
            </a14:m>
            <a:endParaRPr sz="2264"/>
          </a:p>
        </p:txBody>
      </p:sp>
      <p:sp>
        <p:nvSpPr>
          <p:cNvPr id="972" name="TextBox 57"/>
          <p:cNvSpPr txBox="1"/>
          <p:nvPr/>
        </p:nvSpPr>
        <p:spPr>
          <a:xfrm>
            <a:off x="5993906" y="5503719"/>
            <a:ext cx="2062975"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endParaRPr sz="2264"/>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954"/>
                                        </p:tgtEl>
                                        <p:attrNameLst>
                                          <p:attrName>style.visibility</p:attrName>
                                        </p:attrNameLst>
                                      </p:cBhvr>
                                      <p:to>
                                        <p:strVal val="visible"/>
                                      </p:to>
                                    </p:set>
                                    <p:animEffect filter="wipe(left)" transition="in">
                                      <p:cBhvr>
                                        <p:cTn id="7" dur="1000"/>
                                        <p:tgtEl>
                                          <p:spTgt spid="954"/>
                                        </p:tgtEl>
                                      </p:cBhvr>
                                    </p:animEffect>
                                  </p:childTnLst>
                                </p:cTn>
                              </p:par>
                            </p:childTnLst>
                          </p:cTn>
                        </p:par>
                        <p:par>
                          <p:cTn id="8" fill="hold">
                            <p:stCondLst>
                              <p:cond delay="1000"/>
                            </p:stCondLst>
                            <p:childTnLst>
                              <p:par>
                                <p:cTn id="9" presetClass="entr" nodeType="afterEffect" presetSubtype="4" presetID="22" grpId="2" fill="hold">
                                  <p:stCondLst>
                                    <p:cond delay="0"/>
                                  </p:stCondLst>
                                  <p:iterate type="el" backwards="0">
                                    <p:tmAbs val="0"/>
                                  </p:iterate>
                                  <p:childTnLst>
                                    <p:set>
                                      <p:cBhvr>
                                        <p:cTn id="10" fill="hold"/>
                                        <p:tgtEl>
                                          <p:spTgt spid="953"/>
                                        </p:tgtEl>
                                        <p:attrNameLst>
                                          <p:attrName>style.visibility</p:attrName>
                                        </p:attrNameLst>
                                      </p:cBhvr>
                                      <p:to>
                                        <p:strVal val="visible"/>
                                      </p:to>
                                    </p:set>
                                    <p:animEffect filter="wipe(down)" transition="in">
                                      <p:cBhvr>
                                        <p:cTn id="11" dur="1000"/>
                                        <p:tgtEl>
                                          <p:spTgt spid="95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958"/>
                                        </p:tgtEl>
                                        <p:attrNameLst>
                                          <p:attrName>style.visibility</p:attrName>
                                        </p:attrNameLst>
                                      </p:cBhvr>
                                      <p:to>
                                        <p:strVal val="visible"/>
                                      </p:to>
                                    </p:set>
                                    <p:animEffect filter="wipe(left)" transition="in">
                                      <p:cBhvr>
                                        <p:cTn id="16" dur="2000"/>
                                        <p:tgtEl>
                                          <p:spTgt spid="958"/>
                                        </p:tgtEl>
                                      </p:cBhvr>
                                    </p:animEffect>
                                  </p:childTnLst>
                                </p:cTn>
                              </p:par>
                            </p:childTnLst>
                          </p:cTn>
                        </p:par>
                        <p:par>
                          <p:cTn id="17" fill="hold">
                            <p:stCondLst>
                              <p:cond delay="2000"/>
                            </p:stCondLst>
                            <p:childTnLst>
                              <p:par>
                                <p:cTn id="18" presetClass="entr" nodeType="afterEffect" presetSubtype="0" presetID="1" grpId="4" fill="hold">
                                  <p:stCondLst>
                                    <p:cond delay="0"/>
                                  </p:stCondLst>
                                  <p:iterate type="el" backwards="0">
                                    <p:tmAbs val="0"/>
                                  </p:iterate>
                                  <p:childTnLst>
                                    <p:set>
                                      <p:cBhvr>
                                        <p:cTn id="19" fill="hold"/>
                                        <p:tgtEl>
                                          <p:spTgt spid="95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Class="entr" nodeType="clickEffect" presetSubtype="0" presetID="1" grpId="5" fill="hold">
                                  <p:stCondLst>
                                    <p:cond delay="0"/>
                                  </p:stCondLst>
                                  <p:iterate type="el" backwards="0">
                                    <p:tmAbs val="0"/>
                                  </p:iterate>
                                  <p:childTnLst>
                                    <p:set>
                                      <p:cBhvr>
                                        <p:cTn id="23" fill="hold"/>
                                        <p:tgtEl>
                                          <p:spTgt spid="956"/>
                                        </p:tgtEl>
                                        <p:attrNameLst>
                                          <p:attrName>style.visibility</p:attrName>
                                        </p:attrNameLst>
                                      </p:cBhvr>
                                      <p:to>
                                        <p:strVal val="visible"/>
                                      </p:to>
                                    </p:set>
                                  </p:childTnLst>
                                </p:cTn>
                              </p:par>
                            </p:childTnLst>
                          </p:cTn>
                        </p:par>
                        <p:par>
                          <p:cTn id="24" fill="hold">
                            <p:stCondLst>
                              <p:cond delay="0"/>
                            </p:stCondLst>
                            <p:childTnLst>
                              <p:par>
                                <p:cTn id="25" presetClass="entr" nodeType="afterEffect" presetSubtype="1" presetID="22" grpId="6" fill="hold">
                                  <p:stCondLst>
                                    <p:cond delay="0"/>
                                  </p:stCondLst>
                                  <p:iterate type="el" backwards="0">
                                    <p:tmAbs val="0"/>
                                  </p:iterate>
                                  <p:childTnLst>
                                    <p:set>
                                      <p:cBhvr>
                                        <p:cTn id="26" fill="hold"/>
                                        <p:tgtEl>
                                          <p:spTgt spid="959"/>
                                        </p:tgtEl>
                                        <p:attrNameLst>
                                          <p:attrName>style.visibility</p:attrName>
                                        </p:attrNameLst>
                                      </p:cBhvr>
                                      <p:to>
                                        <p:strVal val="visible"/>
                                      </p:to>
                                    </p:set>
                                    <p:animEffect filter="wipe(up)" transition="in">
                                      <p:cBhvr>
                                        <p:cTn id="27" dur="500"/>
                                        <p:tgtEl>
                                          <p:spTgt spid="959"/>
                                        </p:tgtEl>
                                      </p:cBhvr>
                                    </p:animEffect>
                                  </p:childTnLst>
                                </p:cTn>
                              </p:par>
                            </p:childTnLst>
                          </p:cTn>
                        </p:par>
                        <p:par>
                          <p:cTn id="28" fill="hold">
                            <p:stCondLst>
                              <p:cond delay="500"/>
                            </p:stCondLst>
                            <p:childTnLst>
                              <p:par>
                                <p:cTn id="29" presetClass="entr" nodeType="afterEffect" presetSubtype="0" presetID="1" grpId="7" fill="hold">
                                  <p:stCondLst>
                                    <p:cond delay="0"/>
                                  </p:stCondLst>
                                  <p:iterate type="el" backwards="0">
                                    <p:tmAbs val="0"/>
                                  </p:iterate>
                                  <p:childTnLst>
                                    <p:set>
                                      <p:cBhvr>
                                        <p:cTn id="30" fill="hold"/>
                                        <p:tgtEl>
                                          <p:spTgt spid="962"/>
                                        </p:tgtEl>
                                        <p:attrNameLst>
                                          <p:attrName>style.visibility</p:attrName>
                                        </p:attrNameLst>
                                      </p:cBhvr>
                                      <p:to>
                                        <p:strVal val="visible"/>
                                      </p:to>
                                    </p:set>
                                  </p:childTnLst>
                                </p:cTn>
                              </p:par>
                            </p:childTnLst>
                          </p:cTn>
                        </p:par>
                        <p:par>
                          <p:cTn id="31" fill="hold">
                            <p:stCondLst>
                              <p:cond delay="500"/>
                            </p:stCondLst>
                            <p:childTnLst>
                              <p:par>
                                <p:cTn id="32" presetClass="entr" nodeType="afterEffect" presetSubtype="1" presetID="22" grpId="8" fill="hold">
                                  <p:stCondLst>
                                    <p:cond delay="0"/>
                                  </p:stCondLst>
                                  <p:iterate type="el" backwards="0">
                                    <p:tmAbs val="0"/>
                                  </p:iterate>
                                  <p:childTnLst>
                                    <p:set>
                                      <p:cBhvr>
                                        <p:cTn id="33" fill="hold"/>
                                        <p:tgtEl>
                                          <p:spTgt spid="968"/>
                                        </p:tgtEl>
                                        <p:attrNameLst>
                                          <p:attrName>style.visibility</p:attrName>
                                        </p:attrNameLst>
                                      </p:cBhvr>
                                      <p:to>
                                        <p:strVal val="visible"/>
                                      </p:to>
                                    </p:set>
                                    <p:animEffect filter="wipe(up)" transition="in">
                                      <p:cBhvr>
                                        <p:cTn id="34" dur="500"/>
                                        <p:tgtEl>
                                          <p:spTgt spid="968"/>
                                        </p:tgtEl>
                                      </p:cBhvr>
                                    </p:animEffect>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8" presetID="22" grpId="9" fill="hold">
                                  <p:stCondLst>
                                    <p:cond delay="0"/>
                                  </p:stCondLst>
                                  <p:iterate type="el" backwards="0">
                                    <p:tmAbs val="0"/>
                                  </p:iterate>
                                  <p:childTnLst>
                                    <p:set>
                                      <p:cBhvr>
                                        <p:cTn id="38" fill="hold"/>
                                        <p:tgtEl>
                                          <p:spTgt spid="965"/>
                                        </p:tgtEl>
                                        <p:attrNameLst>
                                          <p:attrName>style.visibility</p:attrName>
                                        </p:attrNameLst>
                                      </p:cBhvr>
                                      <p:to>
                                        <p:strVal val="visible"/>
                                      </p:to>
                                    </p:set>
                                    <p:animEffect filter="wipe(left)" transition="in">
                                      <p:cBhvr>
                                        <p:cTn id="39" dur="500"/>
                                        <p:tgtEl>
                                          <p:spTgt spid="965"/>
                                        </p:tgtEl>
                                      </p:cBhvr>
                                    </p:animEffect>
                                  </p:childTnLst>
                                </p:cTn>
                              </p:par>
                            </p:childTnLst>
                          </p:cTn>
                        </p:par>
                      </p:childTnLst>
                    </p:cTn>
                  </p:par>
                  <p:par>
                    <p:cTn id="40" fill="hold">
                      <p:stCondLst>
                        <p:cond delay="indefinite"/>
                      </p:stCondLst>
                      <p:childTnLst>
                        <p:par>
                          <p:cTn id="41" fill="hold">
                            <p:stCondLst>
                              <p:cond delay="0"/>
                            </p:stCondLst>
                            <p:childTnLst>
                              <p:par>
                                <p:cTn id="42" presetClass="entr" nodeType="clickEffect" presetSubtype="8" presetID="22" grpId="10" fill="hold">
                                  <p:stCondLst>
                                    <p:cond delay="0"/>
                                  </p:stCondLst>
                                  <p:iterate type="el" backwards="0">
                                    <p:tmAbs val="0"/>
                                  </p:iterate>
                                  <p:childTnLst>
                                    <p:set>
                                      <p:cBhvr>
                                        <p:cTn id="43" fill="hold"/>
                                        <p:tgtEl>
                                          <p:spTgt spid="960"/>
                                        </p:tgtEl>
                                        <p:attrNameLst>
                                          <p:attrName>style.visibility</p:attrName>
                                        </p:attrNameLst>
                                      </p:cBhvr>
                                      <p:to>
                                        <p:strVal val="visible"/>
                                      </p:to>
                                    </p:set>
                                    <p:animEffect filter="wipe(left)" transition="in">
                                      <p:cBhvr>
                                        <p:cTn id="44" dur="1000"/>
                                        <p:tgtEl>
                                          <p:spTgt spid="960"/>
                                        </p:tgtEl>
                                      </p:cBhvr>
                                    </p:animEffect>
                                  </p:childTnLst>
                                </p:cTn>
                              </p:par>
                            </p:childTnLst>
                          </p:cTn>
                        </p:par>
                        <p:par>
                          <p:cTn id="45" fill="hold">
                            <p:stCondLst>
                              <p:cond delay="1000"/>
                            </p:stCondLst>
                            <p:childTnLst>
                              <p:par>
                                <p:cTn id="46" presetClass="entr" nodeType="afterEffect" presetSubtype="4" presetID="22" grpId="11" fill="hold">
                                  <p:stCondLst>
                                    <p:cond delay="0"/>
                                  </p:stCondLst>
                                  <p:iterate type="el" backwards="0">
                                    <p:tmAbs val="0"/>
                                  </p:iterate>
                                  <p:childTnLst>
                                    <p:set>
                                      <p:cBhvr>
                                        <p:cTn id="47" fill="hold"/>
                                        <p:tgtEl>
                                          <p:spTgt spid="961"/>
                                        </p:tgtEl>
                                        <p:attrNameLst>
                                          <p:attrName>style.visibility</p:attrName>
                                        </p:attrNameLst>
                                      </p:cBhvr>
                                      <p:to>
                                        <p:strVal val="visible"/>
                                      </p:to>
                                    </p:set>
                                    <p:animEffect filter="wipe(down)" transition="in">
                                      <p:cBhvr>
                                        <p:cTn id="48" dur="500"/>
                                        <p:tgtEl>
                                          <p:spTgt spid="961"/>
                                        </p:tgtEl>
                                      </p:cBhvr>
                                    </p:animEffect>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8" presetID="22" grpId="12" fill="hold">
                                  <p:stCondLst>
                                    <p:cond delay="0"/>
                                  </p:stCondLst>
                                  <p:iterate type="el" backwards="0">
                                    <p:tmAbs val="0"/>
                                  </p:iterate>
                                  <p:childTnLst>
                                    <p:set>
                                      <p:cBhvr>
                                        <p:cTn id="52" fill="hold"/>
                                        <p:tgtEl>
                                          <p:spTgt spid="963"/>
                                        </p:tgtEl>
                                        <p:attrNameLst>
                                          <p:attrName>style.visibility</p:attrName>
                                        </p:attrNameLst>
                                      </p:cBhvr>
                                      <p:to>
                                        <p:strVal val="visible"/>
                                      </p:to>
                                    </p:set>
                                    <p:animEffect filter="wipe(left)" transition="in">
                                      <p:cBhvr>
                                        <p:cTn id="53" dur="1000"/>
                                        <p:tgtEl>
                                          <p:spTgt spid="963"/>
                                        </p:tgtEl>
                                      </p:cBhvr>
                                    </p:animEffect>
                                  </p:childTnLst>
                                </p:cTn>
                              </p:par>
                            </p:childTnLst>
                          </p:cTn>
                        </p:par>
                        <p:par>
                          <p:cTn id="54" fill="hold">
                            <p:stCondLst>
                              <p:cond delay="1000"/>
                            </p:stCondLst>
                            <p:childTnLst>
                              <p:par>
                                <p:cTn id="55" presetClass="entr" nodeType="afterEffect" presetSubtype="2" presetID="22" grpId="13" fill="hold">
                                  <p:stCondLst>
                                    <p:cond delay="0"/>
                                  </p:stCondLst>
                                  <p:iterate type="el" backwards="0">
                                    <p:tmAbs val="0"/>
                                  </p:iterate>
                                  <p:childTnLst>
                                    <p:set>
                                      <p:cBhvr>
                                        <p:cTn id="56" fill="hold"/>
                                        <p:tgtEl>
                                          <p:spTgt spid="964"/>
                                        </p:tgtEl>
                                        <p:attrNameLst>
                                          <p:attrName>style.visibility</p:attrName>
                                        </p:attrNameLst>
                                      </p:cBhvr>
                                      <p:to>
                                        <p:strVal val="visible"/>
                                      </p:to>
                                    </p:set>
                                    <p:animEffect filter="wipe(right)" transition="in">
                                      <p:cBhvr>
                                        <p:cTn id="57" dur="500"/>
                                        <p:tgtEl>
                                          <p:spTgt spid="964"/>
                                        </p:tgtEl>
                                      </p:cBhvr>
                                    </p:animEffect>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8" presetID="22" grpId="14" fill="hold">
                                  <p:stCondLst>
                                    <p:cond delay="0"/>
                                  </p:stCondLst>
                                  <p:iterate type="el" backwards="0">
                                    <p:tmAbs val="0"/>
                                  </p:iterate>
                                  <p:childTnLst>
                                    <p:set>
                                      <p:cBhvr>
                                        <p:cTn id="61" fill="hold"/>
                                        <p:tgtEl>
                                          <p:spTgt spid="966"/>
                                        </p:tgtEl>
                                        <p:attrNameLst>
                                          <p:attrName>style.visibility</p:attrName>
                                        </p:attrNameLst>
                                      </p:cBhvr>
                                      <p:to>
                                        <p:strVal val="visible"/>
                                      </p:to>
                                    </p:set>
                                    <p:animEffect filter="wipe(left)" transition="in">
                                      <p:cBhvr>
                                        <p:cTn id="62" dur="1000"/>
                                        <p:tgtEl>
                                          <p:spTgt spid="966"/>
                                        </p:tgtEl>
                                      </p:cBhvr>
                                    </p:animEffect>
                                  </p:childTnLst>
                                </p:cTn>
                              </p:par>
                            </p:childTnLst>
                          </p:cTn>
                        </p:par>
                        <p:par>
                          <p:cTn id="63" fill="hold">
                            <p:stCondLst>
                              <p:cond delay="1000"/>
                            </p:stCondLst>
                            <p:childTnLst>
                              <p:par>
                                <p:cTn id="64" presetClass="entr" nodeType="afterEffect" presetSubtype="1" presetID="22" grpId="15" fill="hold">
                                  <p:stCondLst>
                                    <p:cond delay="0"/>
                                  </p:stCondLst>
                                  <p:iterate type="el" backwards="0">
                                    <p:tmAbs val="0"/>
                                  </p:iterate>
                                  <p:childTnLst>
                                    <p:set>
                                      <p:cBhvr>
                                        <p:cTn id="65" fill="hold"/>
                                        <p:tgtEl>
                                          <p:spTgt spid="967"/>
                                        </p:tgtEl>
                                        <p:attrNameLst>
                                          <p:attrName>style.visibility</p:attrName>
                                        </p:attrNameLst>
                                      </p:cBhvr>
                                      <p:to>
                                        <p:strVal val="visible"/>
                                      </p:to>
                                    </p:set>
                                    <p:animEffect filter="wipe(up)" transition="in">
                                      <p:cBhvr>
                                        <p:cTn id="66" dur="500"/>
                                        <p:tgtEl>
                                          <p:spTgt spid="967"/>
                                        </p:tgtEl>
                                      </p:cBhvr>
                                    </p:animEffect>
                                  </p:childTnLst>
                                </p:cTn>
                              </p:par>
                            </p:childTnLst>
                          </p:cTn>
                        </p:par>
                      </p:childTnLst>
                    </p:cTn>
                  </p:par>
                  <p:par>
                    <p:cTn id="67" fill="hold">
                      <p:stCondLst>
                        <p:cond delay="indefinite"/>
                      </p:stCondLst>
                      <p:childTnLst>
                        <p:par>
                          <p:cTn id="68" fill="hold">
                            <p:stCondLst>
                              <p:cond delay="0"/>
                            </p:stCondLst>
                            <p:childTnLst>
                              <p:par>
                                <p:cTn id="69" presetClass="entr" nodeType="clickEffect" presetSubtype="8" presetID="22" grpId="16" fill="hold">
                                  <p:stCondLst>
                                    <p:cond delay="0"/>
                                  </p:stCondLst>
                                  <p:iterate type="el" backwards="0">
                                    <p:tmAbs val="0"/>
                                  </p:iterate>
                                  <p:childTnLst>
                                    <p:set>
                                      <p:cBhvr>
                                        <p:cTn id="70" fill="hold"/>
                                        <p:tgtEl>
                                          <p:spTgt spid="957"/>
                                        </p:tgtEl>
                                        <p:attrNameLst>
                                          <p:attrName>style.visibility</p:attrName>
                                        </p:attrNameLst>
                                      </p:cBhvr>
                                      <p:to>
                                        <p:strVal val="visible"/>
                                      </p:to>
                                    </p:set>
                                    <p:animEffect filter="wipe(left)" transition="in">
                                      <p:cBhvr>
                                        <p:cTn id="71" dur="1000"/>
                                        <p:tgtEl>
                                          <p:spTgt spid="957"/>
                                        </p:tgtEl>
                                      </p:cBhvr>
                                    </p:animEffect>
                                  </p:childTnLst>
                                </p:cTn>
                              </p:par>
                            </p:childTnLst>
                          </p:cTn>
                        </p:par>
                      </p:childTnLst>
                    </p:cTn>
                  </p:par>
                  <p:par>
                    <p:cTn id="72" fill="hold">
                      <p:stCondLst>
                        <p:cond delay="indefinite"/>
                      </p:stCondLst>
                      <p:childTnLst>
                        <p:par>
                          <p:cTn id="73" fill="hold">
                            <p:stCondLst>
                              <p:cond delay="0"/>
                            </p:stCondLst>
                            <p:childTnLst>
                              <p:par>
                                <p:cTn id="74" presetClass="entr" nodeType="clickEffect" presetID="10" grpId="17" fill="hold">
                                  <p:stCondLst>
                                    <p:cond delay="0"/>
                                  </p:stCondLst>
                                  <p:iterate type="el" backwards="0">
                                    <p:tmAbs val="0"/>
                                  </p:iterate>
                                  <p:childTnLst>
                                    <p:set>
                                      <p:cBhvr>
                                        <p:cTn id="75" fill="hold"/>
                                        <p:tgtEl>
                                          <p:spTgt spid="969"/>
                                        </p:tgtEl>
                                        <p:attrNameLst>
                                          <p:attrName>style.visibility</p:attrName>
                                        </p:attrNameLst>
                                      </p:cBhvr>
                                      <p:to>
                                        <p:strVal val="visible"/>
                                      </p:to>
                                    </p:set>
                                    <p:animEffect filter="fade" transition="in">
                                      <p:cBhvr>
                                        <p:cTn id="76" dur="2000"/>
                                        <p:tgtEl>
                                          <p:spTgt spid="969"/>
                                        </p:tgtEl>
                                      </p:cBhvr>
                                    </p:animEffect>
                                  </p:childTnLst>
                                </p:cTn>
                              </p:par>
                            </p:childTnLst>
                          </p:cTn>
                        </p:par>
                        <p:par>
                          <p:cTn id="77" fill="hold">
                            <p:stCondLst>
                              <p:cond delay="2000"/>
                            </p:stCondLst>
                            <p:childTnLst>
                              <p:par>
                                <p:cTn id="78" presetClass="entr" nodeType="afterEffect" presetSubtype="8" presetID="22" grpId="18" fill="hold">
                                  <p:stCondLst>
                                    <p:cond delay="0"/>
                                  </p:stCondLst>
                                  <p:iterate type="el" backwards="0">
                                    <p:tmAbs val="0"/>
                                  </p:iterate>
                                  <p:childTnLst>
                                    <p:set>
                                      <p:cBhvr>
                                        <p:cTn id="79" fill="hold"/>
                                        <p:tgtEl>
                                          <p:spTgt spid="970"/>
                                        </p:tgtEl>
                                        <p:attrNameLst>
                                          <p:attrName>style.visibility</p:attrName>
                                        </p:attrNameLst>
                                      </p:cBhvr>
                                      <p:to>
                                        <p:strVal val="visible"/>
                                      </p:to>
                                    </p:set>
                                    <p:animEffect filter="wipe(left)" transition="in">
                                      <p:cBhvr>
                                        <p:cTn id="80" dur="1000"/>
                                        <p:tgtEl>
                                          <p:spTgt spid="970"/>
                                        </p:tgtEl>
                                      </p:cBhvr>
                                    </p:animEffect>
                                  </p:childTnLst>
                                </p:cTn>
                              </p:par>
                            </p:childTnLst>
                          </p:cTn>
                        </p:par>
                      </p:childTnLst>
                    </p:cTn>
                  </p:par>
                  <p:par>
                    <p:cTn id="81" fill="hold">
                      <p:stCondLst>
                        <p:cond delay="indefinite"/>
                      </p:stCondLst>
                      <p:childTnLst>
                        <p:par>
                          <p:cTn id="82" fill="hold">
                            <p:stCondLst>
                              <p:cond delay="0"/>
                            </p:stCondLst>
                            <p:childTnLst>
                              <p:par>
                                <p:cTn id="83" presetClass="entr" nodeType="clickEffect" presetSubtype="8" presetID="22" grpId="19" fill="hold">
                                  <p:stCondLst>
                                    <p:cond delay="0"/>
                                  </p:stCondLst>
                                  <p:iterate type="el" backwards="0">
                                    <p:tmAbs val="0"/>
                                  </p:iterate>
                                  <p:childTnLst>
                                    <p:set>
                                      <p:cBhvr>
                                        <p:cTn id="84" fill="hold"/>
                                        <p:tgtEl>
                                          <p:spTgt spid="971"/>
                                        </p:tgtEl>
                                        <p:attrNameLst>
                                          <p:attrName>style.visibility</p:attrName>
                                        </p:attrNameLst>
                                      </p:cBhvr>
                                      <p:to>
                                        <p:strVal val="visible"/>
                                      </p:to>
                                    </p:set>
                                    <p:animEffect filter="wipe(left)" transition="in">
                                      <p:cBhvr>
                                        <p:cTn id="85" dur="1000"/>
                                        <p:tgtEl>
                                          <p:spTgt spid="971"/>
                                        </p:tgtEl>
                                      </p:cBhvr>
                                    </p:animEffect>
                                  </p:childTnLst>
                                </p:cTn>
                              </p:par>
                            </p:childTnLst>
                          </p:cTn>
                        </p:par>
                        <p:par>
                          <p:cTn id="86" fill="hold">
                            <p:stCondLst>
                              <p:cond delay="1000"/>
                            </p:stCondLst>
                            <p:childTnLst>
                              <p:par>
                                <p:cTn id="87" presetClass="entr" nodeType="afterEffect" presetSubtype="8" presetID="22" grpId="20" fill="hold">
                                  <p:stCondLst>
                                    <p:cond delay="0"/>
                                  </p:stCondLst>
                                  <p:iterate type="el" backwards="0">
                                    <p:tmAbs val="0"/>
                                  </p:iterate>
                                  <p:childTnLst>
                                    <p:set>
                                      <p:cBhvr>
                                        <p:cTn id="88" fill="hold"/>
                                        <p:tgtEl>
                                          <p:spTgt spid="972"/>
                                        </p:tgtEl>
                                        <p:attrNameLst>
                                          <p:attrName>style.visibility</p:attrName>
                                        </p:attrNameLst>
                                      </p:cBhvr>
                                      <p:to>
                                        <p:strVal val="visible"/>
                                      </p:to>
                                    </p:set>
                                    <p:animEffect filter="wipe(left)" transition="in">
                                      <p:cBhvr>
                                        <p:cTn id="89" dur="1000"/>
                                        <p:tgtEl>
                                          <p:spTgt spid="9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64" grpId="13"/>
      <p:bldP build="whole" bldLvl="1" animBg="1" rev="0" advAuto="0" spid="959" grpId="6"/>
      <p:bldP build="whole" bldLvl="1" animBg="1" rev="0" advAuto="0" spid="965" grpId="9"/>
      <p:bldP build="whole" bldLvl="1" animBg="1" rev="0" advAuto="0" spid="957" grpId="16"/>
      <p:bldP build="whole" bldLvl="1" animBg="1" rev="0" advAuto="0" spid="955" grpId="4"/>
      <p:bldP build="whole" bldLvl="1" animBg="1" rev="0" advAuto="0" spid="961" grpId="11"/>
      <p:bldP build="whole" bldLvl="1" animBg="1" rev="0" advAuto="0" spid="962" grpId="7"/>
      <p:bldP build="whole" bldLvl="1" animBg="1" rev="0" advAuto="0" spid="954" grpId="1"/>
      <p:bldP build="whole" bldLvl="1" animBg="1" rev="0" advAuto="0" spid="960" grpId="10"/>
      <p:bldP build="whole" bldLvl="1" animBg="1" rev="0" advAuto="0" spid="958" grpId="3"/>
      <p:bldP build="whole" bldLvl="1" animBg="1" rev="0" advAuto="0" spid="968" grpId="8"/>
      <p:bldP build="whole" bldLvl="1" animBg="1" rev="0" advAuto="0" spid="963" grpId="12"/>
      <p:bldP build="whole" bldLvl="1" animBg="1" rev="0" advAuto="0" spid="971" grpId="19"/>
      <p:bldP build="whole" bldLvl="1" animBg="1" rev="0" advAuto="0" spid="970" grpId="18"/>
      <p:bldP build="whole" bldLvl="1" animBg="1" rev="0" advAuto="0" spid="969" grpId="17"/>
      <p:bldP build="whole" bldLvl="1" animBg="1" rev="0" advAuto="0" spid="972" grpId="20"/>
      <p:bldP build="whole" bldLvl="1" animBg="1" rev="0" advAuto="0" spid="967" grpId="15"/>
      <p:bldP build="whole" bldLvl="1" animBg="1" rev="0" advAuto="0" spid="953" grpId="2"/>
      <p:bldP build="whole" bldLvl="1" animBg="1" rev="0" advAuto="0" spid="966" grpId="14"/>
      <p:bldP build="whole" bldLvl="1" animBg="1" rev="0" advAuto="0" spid="956" grpId="5"/>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4"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975" name="Straight Arrow Connector 1"/>
          <p:cNvSpPr/>
          <p:nvPr/>
        </p:nvSpPr>
        <p:spPr>
          <a:xfrm flipH="1" flipV="1">
            <a:off x="8174118" y="2073771"/>
            <a:ext cx="3954"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76" name="Straight Arrow Connector 3"/>
          <p:cNvSpPr/>
          <p:nvPr/>
        </p:nvSpPr>
        <p:spPr>
          <a:xfrm>
            <a:off x="7937586" y="4050398"/>
            <a:ext cx="2997201"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977" name="TextBox 24"/>
          <p:cNvSpPr txBox="1"/>
          <p:nvPr/>
        </p:nvSpPr>
        <p:spPr>
          <a:xfrm>
            <a:off x="7963375" y="1625465"/>
            <a:ext cx="512938"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978" name="TextBox 25"/>
          <p:cNvSpPr txBox="1"/>
          <p:nvPr/>
        </p:nvSpPr>
        <p:spPr>
          <a:xfrm>
            <a:off x="9685326" y="4206833"/>
            <a:ext cx="187849" cy="204287"/>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979" name="TextBox 29"/>
          <p:cNvSpPr txBox="1"/>
          <p:nvPr/>
        </p:nvSpPr>
        <p:spPr>
          <a:xfrm>
            <a:off x="8086426" y="4208348"/>
            <a:ext cx="22000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980" name="TextBox 2"/>
          <p:cNvSpPr txBox="1"/>
          <p:nvPr/>
        </p:nvSpPr>
        <p:spPr>
          <a:xfrm>
            <a:off x="1366856" y="2484557"/>
            <a:ext cx="3730569" cy="7905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14:m>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oMath>
            </a14:m>
            <a:r>
              <a:t> = </a:t>
            </a:r>
            <a14:m>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r>
                  <a:rPr xmlns:a="http://schemas.openxmlformats.org/drawingml/2006/main" sz="2400" i="1">
                    <a:solidFill>
                      <a:srgbClr val="FFFF00"/>
                    </a:solidFill>
                    <a:latin typeface="Cambria Math" panose="02040503050406030204" pitchFamily="18" charset="0"/>
                  </a:rPr>
                  <m:t>−</m:t>
                </m:r>
              </m:oMath>
            </a14:m>
            <a:r>
              <a:t> </a:t>
            </a:r>
            <a14:m>
              <m:oMath>
                <m:r>
                  <a:rPr xmlns:a="http://schemas.openxmlformats.org/drawingml/2006/main" sz="2400" i="1">
                    <a:solidFill>
                      <a:srgbClr val="FFFF00"/>
                    </a:solidFill>
                    <a:latin typeface="Cambria Math" panose="02040503050406030204" pitchFamily="18" charset="0"/>
                  </a:rPr>
                  <m:t>𝛼</m:t>
                </m:r>
                <m:r>
                  <a:rPr xmlns:a="http://schemas.openxmlformats.org/drawingml/2006/main" sz="2400" i="1">
                    <a:solidFill>
                      <a:srgbClr val="FFFF00"/>
                    </a:solidFill>
                    <a:latin typeface="Cambria Math" panose="02040503050406030204" pitchFamily="18" charset="0"/>
                  </a:rPr>
                  <m:t>∙</m:t>
                </m:r>
                <m:f>
                  <m:fPr>
                    <m:ctrlPr>
                      <a:rPr xmlns:a="http://schemas.openxmlformats.org/drawingml/2006/main" sz="2400" i="1">
                        <a:solidFill>
                          <a:srgbClr val="FFFF00"/>
                        </a:solidFill>
                        <a:latin typeface="Cambria Math" panose="02040503050406030204" pitchFamily="18" charset="0"/>
                      </a:rPr>
                    </m:ctrlPr>
                    <m:type m:val="bar"/>
                  </m:fPr>
                  <m:num>
                    <m:r>
                      <a:rPr xmlns:a="http://schemas.openxmlformats.org/drawingml/2006/main" sz="2400" i="1">
                        <a:solidFill>
                          <a:srgbClr val="FFFF00"/>
                        </a:solidFill>
                        <a:latin typeface="Cambria Math" panose="02040503050406030204" pitchFamily="18" charset="0"/>
                      </a:rPr>
                      <m:t>𝜕</m:t>
                    </m:r>
                  </m:num>
                  <m:den>
                    <m:sSub>
                      <m:e>
                        <m:r>
                          <a:rPr xmlns:a="http://schemas.openxmlformats.org/drawingml/2006/main" sz="2400" i="1">
                            <a:solidFill>
                              <a:srgbClr val="FFFF00"/>
                            </a:solidFill>
                            <a:latin typeface="Cambria Math" panose="02040503050406030204" pitchFamily="18" charset="0"/>
                          </a:rPr>
                          <m:t>𝜕</m:t>
                        </m:r>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den>
                </m:f>
                <m:r>
                  <a:rPr xmlns:a="http://schemas.openxmlformats.org/drawingml/2006/main" sz="2400" i="1">
                    <a:solidFill>
                      <a:srgbClr val="FFFF00"/>
                    </a:solidFill>
                    <a:latin typeface="Cambria Math" panose="02040503050406030204" pitchFamily="18" charset="0"/>
                  </a:rPr>
                  <m:t>𝐽</m:t>
                </m:r>
                <m:r>
                  <a:rPr xmlns:a="http://schemas.openxmlformats.org/drawingml/2006/main" sz="2400" i="1">
                    <a:solidFill>
                      <a:srgbClr val="FFFF00"/>
                    </a:solidFill>
                    <a:latin typeface="Cambria Math" panose="02040503050406030204" pitchFamily="18" charset="0"/>
                  </a:rPr>
                  <m:t>(</m:t>
                </m:r>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r>
                  <a:rPr xmlns:a="http://schemas.openxmlformats.org/drawingml/2006/main" sz="2400" i="1">
                    <a:solidFill>
                      <a:srgbClr val="FFFF00"/>
                    </a:solidFill>
                    <a:latin typeface="Cambria Math" panose="02040503050406030204" pitchFamily="18" charset="0"/>
                  </a:rPr>
                  <m:t>)</m:t>
                </m:r>
              </m:oMath>
            </a14:m>
            <a:r>
              <a:rPr>
                <a:latin typeface="Times New Roman"/>
                <a:ea typeface="Times New Roman"/>
                <a:cs typeface="Times New Roman"/>
                <a:sym typeface="Times New Roman"/>
              </a:rPr>
              <a:t> </a:t>
            </a:r>
            <a:endParaRPr sz="2264"/>
          </a:p>
        </p:txBody>
      </p:sp>
      <p:sp>
        <p:nvSpPr>
          <p:cNvPr id="981" name="TextBox 5"/>
          <p:cNvSpPr txBox="1"/>
          <p:nvPr/>
        </p:nvSpPr>
        <p:spPr>
          <a:xfrm>
            <a:off x="1017661" y="525863"/>
            <a:ext cx="5032619" cy="118794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defRPr>
            </a:pPr>
            <a:r>
              <a:t>Gradient descent can converge to a local minimum, even with the learning rate </a:t>
            </a:r>
            <a14:m>
              <m:oMath>
                <m:r>
                  <a:rPr xmlns:a="http://schemas.openxmlformats.org/drawingml/2006/main" sz="2400" i="1">
                    <a:solidFill>
                      <a:srgbClr val="FFFF00"/>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
                </m:r>
              </m:oMath>
            </a14:m>
            <a:r>
              <a:t>fixed.</a:t>
            </a:r>
            <a:endParaRPr sz="2264"/>
          </a:p>
        </p:txBody>
      </p:sp>
      <p:sp>
        <p:nvSpPr>
          <p:cNvPr id="982" name="TextBox 7"/>
          <p:cNvSpPr txBox="1"/>
          <p:nvPr/>
        </p:nvSpPr>
        <p:spPr>
          <a:xfrm>
            <a:off x="1017660" y="3563451"/>
            <a:ext cx="4917333" cy="155624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defRPr>
            </a:pPr>
            <a:r>
              <a:t>As we approach a local minimum, gradient descent will automatically take a smaller steps. So, no need to decrease </a:t>
            </a:r>
            <a14:m>
              <m:oMath>
                <m:r>
                  <a:rPr xmlns:a="http://schemas.openxmlformats.org/drawingml/2006/main" sz="2400" i="1">
                    <a:solidFill>
                      <a:srgbClr val="FFFF00"/>
                    </a:solidFill>
                    <a:latin typeface="Cambria Math" panose="02040503050406030204" pitchFamily="18" charset="0"/>
                  </a:rPr>
                  <m:t>𝛼</m:t>
                </m:r>
              </m:oMath>
            </a14:m>
            <a:r>
              <a:t> over time.</a:t>
            </a:r>
            <a:endParaRPr sz="2264"/>
          </a:p>
        </p:txBody>
      </p:sp>
      <p:sp>
        <p:nvSpPr>
          <p:cNvPr id="983" name="Freeform: Shape 4"/>
          <p:cNvSpPr/>
          <p:nvPr/>
        </p:nvSpPr>
        <p:spPr>
          <a:xfrm>
            <a:off x="8318586" y="2366285"/>
            <a:ext cx="2381251" cy="1422416"/>
          </a:xfrm>
          <a:custGeom>
            <a:avLst/>
            <a:gdLst/>
            <a:ahLst/>
            <a:cxnLst>
              <a:cxn ang="0">
                <a:pos x="wd2" y="hd2"/>
              </a:cxn>
              <a:cxn ang="5400000">
                <a:pos x="wd2" y="hd2"/>
              </a:cxn>
              <a:cxn ang="10800000">
                <a:pos x="wd2" y="hd2"/>
              </a:cxn>
              <a:cxn ang="16200000">
                <a:pos x="wd2" y="hd2"/>
              </a:cxn>
            </a:cxnLst>
            <a:rect l="0" t="0" r="r" b="b"/>
            <a:pathLst>
              <a:path w="21600" h="21568" fill="norm" stroke="1" extrusionOk="0">
                <a:moveTo>
                  <a:pt x="0" y="14635"/>
                </a:moveTo>
                <a:cubicBezTo>
                  <a:pt x="2261" y="18118"/>
                  <a:pt x="4522" y="21600"/>
                  <a:pt x="6912" y="21568"/>
                </a:cubicBezTo>
                <a:cubicBezTo>
                  <a:pt x="9302" y="21536"/>
                  <a:pt x="11894" y="18037"/>
                  <a:pt x="14342" y="14443"/>
                </a:cubicBezTo>
                <a:cubicBezTo>
                  <a:pt x="16790" y="10848"/>
                  <a:pt x="20266" y="2792"/>
                  <a:pt x="21600" y="0"/>
                </a:cubicBezTo>
              </a:path>
            </a:pathLst>
          </a:custGeom>
          <a:ln w="15875">
            <a:solidFill>
              <a:srgbClr val="FFFF00"/>
            </a:solidFill>
          </a:ln>
        </p:spPr>
        <p:txBody>
          <a:bodyPr lIns="45719" rIns="45719" anchor="ctr"/>
          <a:lstStyle/>
          <a:p>
            <a:pPr algn="ctr">
              <a:defRPr>
                <a:solidFill>
                  <a:srgbClr val="FFFFFF"/>
                </a:solidFill>
              </a:defRPr>
            </a:pPr>
          </a:p>
        </p:txBody>
      </p:sp>
      <p:sp>
        <p:nvSpPr>
          <p:cNvPr id="984" name="Oval 8"/>
          <p:cNvSpPr/>
          <p:nvPr/>
        </p:nvSpPr>
        <p:spPr>
          <a:xfrm>
            <a:off x="10539301" y="2464912"/>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985" name="Straight Arrow Connector 20"/>
          <p:cNvSpPr/>
          <p:nvPr/>
        </p:nvSpPr>
        <p:spPr>
          <a:xfrm flipH="1">
            <a:off x="10153736" y="2547995"/>
            <a:ext cx="400051" cy="510442"/>
          </a:xfrm>
          <a:prstGeom prst="line">
            <a:avLst/>
          </a:prstGeom>
          <a:ln w="28575">
            <a:solidFill>
              <a:srgbClr val="FF0000"/>
            </a:solidFill>
            <a:tailEnd type="triangle"/>
          </a:ln>
        </p:spPr>
        <p:txBody>
          <a:bodyPr lIns="45719" rIns="45719"/>
          <a:lstStyle/>
          <a:p>
            <a:pPr>
              <a:defRPr>
                <a:solidFill>
                  <a:srgbClr val="FFFFFF"/>
                </a:solidFill>
              </a:defRPr>
            </a:pPr>
          </a:p>
        </p:txBody>
      </p:sp>
      <p:sp>
        <p:nvSpPr>
          <p:cNvPr id="986" name="Oval 27"/>
          <p:cNvSpPr/>
          <p:nvPr/>
        </p:nvSpPr>
        <p:spPr>
          <a:xfrm>
            <a:off x="10061663" y="3043723"/>
            <a:ext cx="95251" cy="88975"/>
          </a:xfrm>
          <a:prstGeom prst="ellipse">
            <a:avLst/>
          </a:prstGeom>
          <a:solidFill>
            <a:srgbClr val="FF99FF"/>
          </a:solidFill>
          <a:ln w="15875">
            <a:solidFill>
              <a:srgbClr val="FF99FF"/>
            </a:solidFill>
          </a:ln>
        </p:spPr>
        <p:txBody>
          <a:bodyPr lIns="45719" rIns="45719" anchor="ctr"/>
          <a:lstStyle/>
          <a:p>
            <a:pPr algn="ctr">
              <a:defRPr>
                <a:solidFill>
                  <a:srgbClr val="FFFFFF"/>
                </a:solidFill>
              </a:defRPr>
            </a:pPr>
          </a:p>
        </p:txBody>
      </p:sp>
      <p:sp>
        <p:nvSpPr>
          <p:cNvPr id="987" name="Straight Arrow Connector 28"/>
          <p:cNvSpPr/>
          <p:nvPr/>
        </p:nvSpPr>
        <p:spPr>
          <a:xfrm flipH="1">
            <a:off x="9740986" y="3126805"/>
            <a:ext cx="335162" cy="331681"/>
          </a:xfrm>
          <a:prstGeom prst="line">
            <a:avLst/>
          </a:prstGeom>
          <a:ln w="28575">
            <a:solidFill>
              <a:srgbClr val="FF99FF"/>
            </a:solidFill>
            <a:tailEnd type="triangle"/>
          </a:ln>
        </p:spPr>
        <p:txBody>
          <a:bodyPr lIns="45719" rIns="45719"/>
          <a:lstStyle/>
          <a:p>
            <a:pPr>
              <a:defRPr>
                <a:solidFill>
                  <a:srgbClr val="FFFFFF"/>
                </a:solidFill>
              </a:defRPr>
            </a:pPr>
          </a:p>
        </p:txBody>
      </p:sp>
      <p:sp>
        <p:nvSpPr>
          <p:cNvPr id="988" name="Oval 39"/>
          <p:cNvSpPr/>
          <p:nvPr/>
        </p:nvSpPr>
        <p:spPr>
          <a:xfrm>
            <a:off x="9678668" y="3427912"/>
            <a:ext cx="95251" cy="88975"/>
          </a:xfrm>
          <a:prstGeom prst="ellipse">
            <a:avLst/>
          </a:prstGeom>
          <a:solidFill>
            <a:srgbClr val="00FFFF"/>
          </a:solidFill>
          <a:ln w="15875">
            <a:solidFill>
              <a:srgbClr val="00FFFF"/>
            </a:solidFill>
          </a:ln>
        </p:spPr>
        <p:txBody>
          <a:bodyPr lIns="45719" rIns="45719" anchor="ctr"/>
          <a:lstStyle/>
          <a:p>
            <a:pPr algn="ctr">
              <a:defRPr>
                <a:solidFill>
                  <a:srgbClr val="FFFFFF"/>
                </a:solidFill>
              </a:defRPr>
            </a:pPr>
          </a:p>
        </p:txBody>
      </p:sp>
      <p:sp>
        <p:nvSpPr>
          <p:cNvPr id="989" name="Straight Arrow Connector 40"/>
          <p:cNvSpPr/>
          <p:nvPr/>
        </p:nvSpPr>
        <p:spPr>
          <a:xfrm flipH="1">
            <a:off x="9493336" y="3498294"/>
            <a:ext cx="180767" cy="142980"/>
          </a:xfrm>
          <a:prstGeom prst="line">
            <a:avLst/>
          </a:prstGeom>
          <a:ln w="28575">
            <a:solidFill>
              <a:srgbClr val="00FFFF"/>
            </a:solidFill>
            <a:tailEnd type="triangle"/>
          </a:ln>
        </p:spPr>
        <p:txBody>
          <a:bodyPr lIns="45719" rIns="45719"/>
          <a:lstStyle/>
          <a:p>
            <a:pPr>
              <a:defRPr>
                <a:solidFill>
                  <a:srgbClr val="FFFFFF"/>
                </a:solidFill>
              </a:defRPr>
            </a:pPr>
          </a:p>
        </p:txBody>
      </p:sp>
      <p:sp>
        <p:nvSpPr>
          <p:cNvPr id="990" name="Oval 43"/>
          <p:cNvSpPr/>
          <p:nvPr/>
        </p:nvSpPr>
        <p:spPr>
          <a:xfrm>
            <a:off x="9392918" y="3631112"/>
            <a:ext cx="95251" cy="88975"/>
          </a:xfrm>
          <a:prstGeom prst="ellipse">
            <a:avLst/>
          </a:prstGeom>
          <a:solidFill>
            <a:srgbClr val="FFFFFF"/>
          </a:solidFill>
          <a:ln w="15875">
            <a:solidFill>
              <a:srgbClr val="FFFFFF"/>
            </a:solidFill>
          </a:ln>
        </p:spPr>
        <p:txBody>
          <a:bodyPr lIns="45719" rIns="45719" anchor="ctr"/>
          <a:lstStyle/>
          <a:p>
            <a:pPr algn="ctr">
              <a:defRPr>
                <a:solidFill>
                  <a:srgbClr val="FFFFFF"/>
                </a:solidFill>
              </a:defRPr>
            </a:pPr>
          </a:p>
        </p:txBody>
      </p:sp>
      <p:sp>
        <p:nvSpPr>
          <p:cNvPr id="991" name="Straight Arrow Connector 46"/>
          <p:cNvSpPr/>
          <p:nvPr/>
        </p:nvSpPr>
        <p:spPr>
          <a:xfrm flipH="1">
            <a:off x="9252402" y="3682445"/>
            <a:ext cx="135951" cy="90979"/>
          </a:xfrm>
          <a:prstGeom prst="line">
            <a:avLst/>
          </a:prstGeom>
          <a:ln w="28575">
            <a:solidFill>
              <a:srgbClr val="FFFFFF"/>
            </a:solidFill>
            <a:tailEnd type="triangle"/>
          </a:ln>
        </p:spPr>
        <p:txBody>
          <a:bodyPr lIns="45719" rIns="45719"/>
          <a:lstStyle/>
          <a:p>
            <a:pPr>
              <a:defRPr>
                <a:solidFill>
                  <a:srgbClr val="FFFFFF"/>
                </a:solidFill>
              </a:defRPr>
            </a:pPr>
          </a:p>
        </p:txBody>
      </p:sp>
      <p:sp>
        <p:nvSpPr>
          <p:cNvPr id="992" name="Rectangle 51"/>
          <p:cNvSpPr/>
          <p:nvPr/>
        </p:nvSpPr>
        <p:spPr>
          <a:xfrm>
            <a:off x="2866996" y="2458204"/>
            <a:ext cx="1218662" cy="843281"/>
          </a:xfrm>
          <a:prstGeom prst="rect">
            <a:avLst/>
          </a:prstGeom>
          <a:ln w="28575">
            <a:solidFill>
              <a:srgbClr val="FF0000"/>
            </a:solidFill>
          </a:ln>
        </p:spPr>
        <p:txBody>
          <a:bodyPr lIns="45719" rIns="45719" anchor="ctr"/>
          <a:lstStyle/>
          <a:p>
            <a:pPr algn="ctr">
              <a:defRPr>
                <a:solidFill>
                  <a:srgbClr val="FFFFFF"/>
                </a:solidFill>
              </a:defRPr>
            </a:pPr>
          </a:p>
        </p:txBody>
      </p:sp>
      <p:sp>
        <p:nvSpPr>
          <p:cNvPr id="993" name="Straight Connector 6"/>
          <p:cNvSpPr/>
          <p:nvPr/>
        </p:nvSpPr>
        <p:spPr>
          <a:xfrm>
            <a:off x="8174119" y="2493210"/>
            <a:ext cx="2365184" cy="9462"/>
          </a:xfrm>
          <a:prstGeom prst="line">
            <a:avLst/>
          </a:prstGeom>
          <a:ln w="6350">
            <a:solidFill>
              <a:srgbClr val="FFFFFF"/>
            </a:solidFill>
            <a:prstDash val="dash"/>
          </a:ln>
        </p:spPr>
        <p:txBody>
          <a:bodyPr lIns="45719" rIns="45719"/>
          <a:lstStyle/>
          <a:p>
            <a:pPr>
              <a:defRPr>
                <a:solidFill>
                  <a:srgbClr val="FFFFFF"/>
                </a:solidFill>
              </a:defRPr>
            </a:pPr>
          </a:p>
        </p:txBody>
      </p:sp>
      <p:sp>
        <p:nvSpPr>
          <p:cNvPr id="994" name="TextBox 13"/>
          <p:cNvSpPr txBox="1"/>
          <p:nvPr/>
        </p:nvSpPr>
        <p:spPr>
          <a:xfrm>
            <a:off x="7805050" y="2280247"/>
            <a:ext cx="98756" cy="10309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𝑎</m:t>
                  </m:r>
                </m:oMath>
              </m:oMathPara>
            </a14:m>
            <a:endParaRPr>
              <a:solidFill>
                <a:srgbClr val="FFFF00"/>
              </a:solidFill>
            </a:endParaRPr>
          </a:p>
        </p:txBody>
      </p:sp>
      <p:sp>
        <p:nvSpPr>
          <p:cNvPr id="995" name="Straight Connector 14"/>
          <p:cNvSpPr/>
          <p:nvPr/>
        </p:nvSpPr>
        <p:spPr>
          <a:xfrm>
            <a:off x="8191550" y="3069016"/>
            <a:ext cx="1859659" cy="8477"/>
          </a:xfrm>
          <a:prstGeom prst="line">
            <a:avLst/>
          </a:prstGeom>
          <a:ln w="6350">
            <a:solidFill>
              <a:srgbClr val="FFFFFF"/>
            </a:solidFill>
            <a:prstDash val="dash"/>
          </a:ln>
        </p:spPr>
        <p:txBody>
          <a:bodyPr lIns="45719" rIns="45719"/>
          <a:lstStyle/>
          <a:p>
            <a:pPr>
              <a:defRPr>
                <a:solidFill>
                  <a:srgbClr val="FFFFFF"/>
                </a:solidFill>
              </a:defRPr>
            </a:pPr>
          </a:p>
        </p:txBody>
      </p:sp>
      <p:sp>
        <p:nvSpPr>
          <p:cNvPr id="996" name="TextBox 17"/>
          <p:cNvSpPr txBox="1"/>
          <p:nvPr/>
        </p:nvSpPr>
        <p:spPr>
          <a:xfrm>
            <a:off x="7808137" y="2859058"/>
            <a:ext cx="92584" cy="155220"/>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𝑏</m:t>
                  </m:r>
                </m:oMath>
              </m:oMathPara>
            </a14:m>
            <a:endParaRPr>
              <a:solidFill>
                <a:srgbClr val="FFFF00"/>
              </a:solidFill>
            </a:endParaR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981"/>
                                        </p:tgtEl>
                                        <p:attrNameLst>
                                          <p:attrName>style.visibility</p:attrName>
                                        </p:attrNameLst>
                                      </p:cBhvr>
                                      <p:to>
                                        <p:strVal val="visible"/>
                                      </p:to>
                                    </p:set>
                                    <p:animEffect filter="wipe(left)" transition="in">
                                      <p:cBhvr>
                                        <p:cTn id="7" dur="2000"/>
                                        <p:tgtEl>
                                          <p:spTgt spid="98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980"/>
                                        </p:tgtEl>
                                        <p:attrNameLst>
                                          <p:attrName>style.visibility</p:attrName>
                                        </p:attrNameLst>
                                      </p:cBhvr>
                                      <p:to>
                                        <p:strVal val="visible"/>
                                      </p:to>
                                    </p:set>
                                    <p:animEffect filter="wipe(left)" transition="in">
                                      <p:cBhvr>
                                        <p:cTn id="12" dur="1000"/>
                                        <p:tgtEl>
                                          <p:spTgt spid="98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982"/>
                                        </p:tgtEl>
                                        <p:attrNameLst>
                                          <p:attrName>style.visibility</p:attrName>
                                        </p:attrNameLst>
                                      </p:cBhvr>
                                      <p:to>
                                        <p:strVal val="visible"/>
                                      </p:to>
                                    </p:set>
                                    <p:animEffect filter="wipe(left)" transition="in">
                                      <p:cBhvr>
                                        <p:cTn id="17" dur="2000"/>
                                        <p:tgtEl>
                                          <p:spTgt spid="98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976"/>
                                        </p:tgtEl>
                                        <p:attrNameLst>
                                          <p:attrName>style.visibility</p:attrName>
                                        </p:attrNameLst>
                                      </p:cBhvr>
                                      <p:to>
                                        <p:strVal val="visible"/>
                                      </p:to>
                                    </p:set>
                                    <p:animEffect filter="wipe(left)" transition="in">
                                      <p:cBhvr>
                                        <p:cTn id="22" dur="1000"/>
                                        <p:tgtEl>
                                          <p:spTgt spid="976"/>
                                        </p:tgtEl>
                                      </p:cBhvr>
                                    </p:animEffect>
                                  </p:childTnLst>
                                </p:cTn>
                              </p:par>
                            </p:childTnLst>
                          </p:cTn>
                        </p:par>
                        <p:par>
                          <p:cTn id="23" fill="hold">
                            <p:stCondLst>
                              <p:cond delay="1000"/>
                            </p:stCondLst>
                            <p:childTnLst>
                              <p:par>
                                <p:cTn id="24" presetClass="entr" nodeType="afterEffect" presetSubtype="4" presetID="22" grpId="5" fill="hold">
                                  <p:stCondLst>
                                    <p:cond delay="0"/>
                                  </p:stCondLst>
                                  <p:iterate type="el" backwards="0">
                                    <p:tmAbs val="0"/>
                                  </p:iterate>
                                  <p:childTnLst>
                                    <p:set>
                                      <p:cBhvr>
                                        <p:cTn id="25" fill="hold"/>
                                        <p:tgtEl>
                                          <p:spTgt spid="975"/>
                                        </p:tgtEl>
                                        <p:attrNameLst>
                                          <p:attrName>style.visibility</p:attrName>
                                        </p:attrNameLst>
                                      </p:cBhvr>
                                      <p:to>
                                        <p:strVal val="visible"/>
                                      </p:to>
                                    </p:set>
                                    <p:animEffect filter="wipe(down)" transition="in">
                                      <p:cBhvr>
                                        <p:cTn id="26" dur="1000"/>
                                        <p:tgtEl>
                                          <p:spTgt spid="975"/>
                                        </p:tgtEl>
                                      </p:cBhvr>
                                    </p:animEffect>
                                  </p:childTnLst>
                                </p:cTn>
                              </p:par>
                            </p:childTnLst>
                          </p:cTn>
                        </p:par>
                        <p:par>
                          <p:cTn id="27" fill="hold">
                            <p:stCondLst>
                              <p:cond delay="2000"/>
                            </p:stCondLst>
                            <p:childTnLst>
                              <p:par>
                                <p:cTn id="28" presetClass="entr" nodeType="afterEffect" presetID="10" grpId="6" fill="hold">
                                  <p:stCondLst>
                                    <p:cond delay="0"/>
                                  </p:stCondLst>
                                  <p:iterate type="el" backwards="0">
                                    <p:tmAbs val="0"/>
                                  </p:iterate>
                                  <p:childTnLst>
                                    <p:set>
                                      <p:cBhvr>
                                        <p:cTn id="29" fill="hold"/>
                                        <p:tgtEl>
                                          <p:spTgt spid="979"/>
                                        </p:tgtEl>
                                        <p:attrNameLst>
                                          <p:attrName>style.visibility</p:attrName>
                                        </p:attrNameLst>
                                      </p:cBhvr>
                                      <p:to>
                                        <p:strVal val="visible"/>
                                      </p:to>
                                    </p:set>
                                    <p:animEffect filter="fade" transition="in">
                                      <p:cBhvr>
                                        <p:cTn id="30" dur="500"/>
                                        <p:tgtEl>
                                          <p:spTgt spid="979"/>
                                        </p:tgtEl>
                                      </p:cBhvr>
                                    </p:animEffect>
                                  </p:childTnLst>
                                </p:cTn>
                              </p:par>
                            </p:childTnLst>
                          </p:cTn>
                        </p:par>
                        <p:par>
                          <p:cTn id="31" fill="hold">
                            <p:stCondLst>
                              <p:cond delay="2500"/>
                            </p:stCondLst>
                            <p:childTnLst>
                              <p:par>
                                <p:cTn id="32" presetClass="entr" nodeType="afterEffect" presetSubtype="0" presetID="1" grpId="7" fill="hold">
                                  <p:stCondLst>
                                    <p:cond delay="0"/>
                                  </p:stCondLst>
                                  <p:iterate type="el" backwards="0">
                                    <p:tmAbs val="0"/>
                                  </p:iterate>
                                  <p:childTnLst>
                                    <p:set>
                                      <p:cBhvr>
                                        <p:cTn id="33" fill="hold"/>
                                        <p:tgtEl>
                                          <p:spTgt spid="978"/>
                                        </p:tgtEl>
                                        <p:attrNameLst>
                                          <p:attrName>style.visibility</p:attrName>
                                        </p:attrNameLst>
                                      </p:cBhvr>
                                      <p:to>
                                        <p:strVal val="visible"/>
                                      </p:to>
                                    </p:set>
                                  </p:childTnLst>
                                </p:cTn>
                              </p:par>
                            </p:childTnLst>
                          </p:cTn>
                        </p:par>
                        <p:par>
                          <p:cTn id="34" fill="hold">
                            <p:stCondLst>
                              <p:cond delay="2500"/>
                            </p:stCondLst>
                            <p:childTnLst>
                              <p:par>
                                <p:cTn id="35" presetClass="entr" nodeType="afterEffect" presetSubtype="0" presetID="1" grpId="8" fill="hold">
                                  <p:stCondLst>
                                    <p:cond delay="0"/>
                                  </p:stCondLst>
                                  <p:iterate type="el" backwards="0">
                                    <p:tmAbs val="0"/>
                                  </p:iterate>
                                  <p:childTnLst>
                                    <p:set>
                                      <p:cBhvr>
                                        <p:cTn id="36" fill="hold"/>
                                        <p:tgtEl>
                                          <p:spTgt spid="97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8" presetID="22" grpId="9" fill="hold">
                                  <p:stCondLst>
                                    <p:cond delay="0"/>
                                  </p:stCondLst>
                                  <p:iterate type="el" backwards="0">
                                    <p:tmAbs val="0"/>
                                  </p:iterate>
                                  <p:childTnLst>
                                    <p:set>
                                      <p:cBhvr>
                                        <p:cTn id="40" fill="hold"/>
                                        <p:tgtEl>
                                          <p:spTgt spid="983"/>
                                        </p:tgtEl>
                                        <p:attrNameLst>
                                          <p:attrName>style.visibility</p:attrName>
                                        </p:attrNameLst>
                                      </p:cBhvr>
                                      <p:to>
                                        <p:strVal val="visible"/>
                                      </p:to>
                                    </p:set>
                                    <p:animEffect filter="wipe(left)" transition="in">
                                      <p:cBhvr>
                                        <p:cTn id="41" dur="2000"/>
                                        <p:tgtEl>
                                          <p:spTgt spid="983"/>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0" presetID="1" grpId="10" fill="hold">
                                  <p:stCondLst>
                                    <p:cond delay="0"/>
                                  </p:stCondLst>
                                  <p:iterate type="el" backwards="0">
                                    <p:tmAbs val="0"/>
                                  </p:iterate>
                                  <p:childTnLst>
                                    <p:set>
                                      <p:cBhvr>
                                        <p:cTn id="45" fill="hold"/>
                                        <p:tgtEl>
                                          <p:spTgt spid="98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2" presetID="22" grpId="11" fill="hold">
                                  <p:stCondLst>
                                    <p:cond delay="0"/>
                                  </p:stCondLst>
                                  <p:iterate type="el" backwards="0">
                                    <p:tmAbs val="0"/>
                                  </p:iterate>
                                  <p:childTnLst>
                                    <p:set>
                                      <p:cBhvr>
                                        <p:cTn id="49" fill="hold"/>
                                        <p:tgtEl>
                                          <p:spTgt spid="993"/>
                                        </p:tgtEl>
                                        <p:attrNameLst>
                                          <p:attrName>style.visibility</p:attrName>
                                        </p:attrNameLst>
                                      </p:cBhvr>
                                      <p:to>
                                        <p:strVal val="visible"/>
                                      </p:to>
                                    </p:set>
                                    <p:animEffect filter="wipe(right)" transition="in">
                                      <p:cBhvr>
                                        <p:cTn id="50" dur="1000"/>
                                        <p:tgtEl>
                                          <p:spTgt spid="993"/>
                                        </p:tgtEl>
                                      </p:cBhvr>
                                    </p:animEffect>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0" presetID="1" grpId="12" fill="hold">
                                  <p:stCondLst>
                                    <p:cond delay="0"/>
                                  </p:stCondLst>
                                  <p:iterate type="el" backwards="0">
                                    <p:tmAbs val="0"/>
                                  </p:iterate>
                                  <p:childTnLst>
                                    <p:set>
                                      <p:cBhvr>
                                        <p:cTn id="54" fill="hold"/>
                                        <p:tgtEl>
                                          <p:spTgt spid="99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Class="entr" nodeType="clickEffect" presetSubtype="1" presetID="22" grpId="13" fill="hold">
                                  <p:stCondLst>
                                    <p:cond delay="0"/>
                                  </p:stCondLst>
                                  <p:iterate type="el" backwards="0">
                                    <p:tmAbs val="0"/>
                                  </p:iterate>
                                  <p:childTnLst>
                                    <p:set>
                                      <p:cBhvr>
                                        <p:cTn id="58" fill="hold"/>
                                        <p:tgtEl>
                                          <p:spTgt spid="985"/>
                                        </p:tgtEl>
                                        <p:attrNameLst>
                                          <p:attrName>style.visibility</p:attrName>
                                        </p:attrNameLst>
                                      </p:cBhvr>
                                      <p:to>
                                        <p:strVal val="visible"/>
                                      </p:to>
                                    </p:set>
                                    <p:animEffect filter="wipe(up)" transition="in">
                                      <p:cBhvr>
                                        <p:cTn id="59" dur="1000"/>
                                        <p:tgtEl>
                                          <p:spTgt spid="985"/>
                                        </p:tgtEl>
                                      </p:cBhvr>
                                    </p:animEffect>
                                  </p:childTnLst>
                                </p:cTn>
                              </p:par>
                            </p:childTnLst>
                          </p:cTn>
                        </p:par>
                        <p:par>
                          <p:cTn id="60" fill="hold">
                            <p:stCondLst>
                              <p:cond delay="1000"/>
                            </p:stCondLst>
                            <p:childTnLst>
                              <p:par>
                                <p:cTn id="61" presetClass="entr" nodeType="afterEffect" presetSubtype="0" presetID="1" grpId="14" fill="hold">
                                  <p:stCondLst>
                                    <p:cond delay="0"/>
                                  </p:stCondLst>
                                  <p:iterate type="el" backwards="0">
                                    <p:tmAbs val="0"/>
                                  </p:iterate>
                                  <p:childTnLst>
                                    <p:set>
                                      <p:cBhvr>
                                        <p:cTn id="62" fill="hold"/>
                                        <p:tgtEl>
                                          <p:spTgt spid="98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Class="entr" nodeType="clickEffect" presetSubtype="2" presetID="22" grpId="15" fill="hold">
                                  <p:stCondLst>
                                    <p:cond delay="0"/>
                                  </p:stCondLst>
                                  <p:iterate type="el" backwards="0">
                                    <p:tmAbs val="0"/>
                                  </p:iterate>
                                  <p:childTnLst>
                                    <p:set>
                                      <p:cBhvr>
                                        <p:cTn id="66" fill="hold"/>
                                        <p:tgtEl>
                                          <p:spTgt spid="995"/>
                                        </p:tgtEl>
                                        <p:attrNameLst>
                                          <p:attrName>style.visibility</p:attrName>
                                        </p:attrNameLst>
                                      </p:cBhvr>
                                      <p:to>
                                        <p:strVal val="visible"/>
                                      </p:to>
                                    </p:set>
                                    <p:animEffect filter="wipe(right)" transition="in">
                                      <p:cBhvr>
                                        <p:cTn id="67" dur="1000"/>
                                        <p:tgtEl>
                                          <p:spTgt spid="995"/>
                                        </p:tgtEl>
                                      </p:cBhvr>
                                    </p:animEffect>
                                  </p:childTnLst>
                                </p:cTn>
                              </p:par>
                            </p:childTnLst>
                          </p:cTn>
                        </p:par>
                        <p:par>
                          <p:cTn id="68" fill="hold">
                            <p:stCondLst>
                              <p:cond delay="1000"/>
                            </p:stCondLst>
                            <p:childTnLst>
                              <p:par>
                                <p:cTn id="69" presetClass="entr" nodeType="afterEffect" presetSubtype="0" presetID="1" grpId="16" fill="hold">
                                  <p:stCondLst>
                                    <p:cond delay="0"/>
                                  </p:stCondLst>
                                  <p:iterate type="el" backwards="0">
                                    <p:tmAbs val="0"/>
                                  </p:iterate>
                                  <p:childTnLst>
                                    <p:set>
                                      <p:cBhvr>
                                        <p:cTn id="70" fill="hold"/>
                                        <p:tgtEl>
                                          <p:spTgt spid="99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Class="entr" nodeType="clickEffect" presetID="10" grpId="17" fill="hold">
                                  <p:stCondLst>
                                    <p:cond delay="0"/>
                                  </p:stCondLst>
                                  <p:iterate type="el" backwards="0">
                                    <p:tmAbs val="0"/>
                                  </p:iterate>
                                  <p:childTnLst>
                                    <p:set>
                                      <p:cBhvr>
                                        <p:cTn id="74" fill="hold"/>
                                        <p:tgtEl>
                                          <p:spTgt spid="992"/>
                                        </p:tgtEl>
                                        <p:attrNameLst>
                                          <p:attrName>style.visibility</p:attrName>
                                        </p:attrNameLst>
                                      </p:cBhvr>
                                      <p:to>
                                        <p:strVal val="visible"/>
                                      </p:to>
                                    </p:set>
                                    <p:animEffect filter="fade" transition="in">
                                      <p:cBhvr>
                                        <p:cTn id="75" dur="2000"/>
                                        <p:tgtEl>
                                          <p:spTgt spid="992"/>
                                        </p:tgtEl>
                                      </p:cBhvr>
                                    </p:animEffect>
                                  </p:childTnLst>
                                </p:cTn>
                              </p:par>
                            </p:childTnLst>
                          </p:cTn>
                        </p:par>
                      </p:childTnLst>
                    </p:cTn>
                  </p:par>
                  <p:par>
                    <p:cTn id="76" fill="hold">
                      <p:stCondLst>
                        <p:cond delay="indefinite"/>
                      </p:stCondLst>
                      <p:childTnLst>
                        <p:par>
                          <p:cTn id="77" fill="hold">
                            <p:stCondLst>
                              <p:cond delay="0"/>
                            </p:stCondLst>
                            <p:childTnLst>
                              <p:par>
                                <p:cTn id="78" presetClass="entr" nodeType="clickEffect" presetSubtype="1" presetID="22" grpId="18" fill="hold">
                                  <p:stCondLst>
                                    <p:cond delay="0"/>
                                  </p:stCondLst>
                                  <p:iterate type="el" backwards="0">
                                    <p:tmAbs val="0"/>
                                  </p:iterate>
                                  <p:childTnLst>
                                    <p:set>
                                      <p:cBhvr>
                                        <p:cTn id="79" fill="hold"/>
                                        <p:tgtEl>
                                          <p:spTgt spid="987"/>
                                        </p:tgtEl>
                                        <p:attrNameLst>
                                          <p:attrName>style.visibility</p:attrName>
                                        </p:attrNameLst>
                                      </p:cBhvr>
                                      <p:to>
                                        <p:strVal val="visible"/>
                                      </p:to>
                                    </p:set>
                                    <p:animEffect filter="wipe(up)" transition="in">
                                      <p:cBhvr>
                                        <p:cTn id="80" dur="1000"/>
                                        <p:tgtEl>
                                          <p:spTgt spid="987"/>
                                        </p:tgtEl>
                                      </p:cBhvr>
                                    </p:animEffect>
                                  </p:childTnLst>
                                </p:cTn>
                              </p:par>
                            </p:childTnLst>
                          </p:cTn>
                        </p:par>
                        <p:par>
                          <p:cTn id="81" fill="hold">
                            <p:stCondLst>
                              <p:cond delay="1000"/>
                            </p:stCondLst>
                            <p:childTnLst>
                              <p:par>
                                <p:cTn id="82" presetClass="entr" nodeType="afterEffect" presetSubtype="0" presetID="1" grpId="19" fill="hold">
                                  <p:stCondLst>
                                    <p:cond delay="0"/>
                                  </p:stCondLst>
                                  <p:iterate type="el" backwards="0">
                                    <p:tmAbs val="0"/>
                                  </p:iterate>
                                  <p:childTnLst>
                                    <p:set>
                                      <p:cBhvr>
                                        <p:cTn id="83" fill="hold"/>
                                        <p:tgtEl>
                                          <p:spTgt spid="988"/>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Class="entr" nodeType="clickEffect" presetSubtype="1" presetID="22" grpId="20" fill="hold">
                                  <p:stCondLst>
                                    <p:cond delay="0"/>
                                  </p:stCondLst>
                                  <p:iterate type="el" backwards="0">
                                    <p:tmAbs val="0"/>
                                  </p:iterate>
                                  <p:childTnLst>
                                    <p:set>
                                      <p:cBhvr>
                                        <p:cTn id="87" fill="hold"/>
                                        <p:tgtEl>
                                          <p:spTgt spid="989"/>
                                        </p:tgtEl>
                                        <p:attrNameLst>
                                          <p:attrName>style.visibility</p:attrName>
                                        </p:attrNameLst>
                                      </p:cBhvr>
                                      <p:to>
                                        <p:strVal val="visible"/>
                                      </p:to>
                                    </p:set>
                                    <p:animEffect filter="wipe(up)" transition="in">
                                      <p:cBhvr>
                                        <p:cTn id="88" dur="1000"/>
                                        <p:tgtEl>
                                          <p:spTgt spid="989"/>
                                        </p:tgtEl>
                                      </p:cBhvr>
                                    </p:animEffect>
                                  </p:childTnLst>
                                </p:cTn>
                              </p:par>
                            </p:childTnLst>
                          </p:cTn>
                        </p:par>
                        <p:par>
                          <p:cTn id="89" fill="hold">
                            <p:stCondLst>
                              <p:cond delay="1000"/>
                            </p:stCondLst>
                            <p:childTnLst>
                              <p:par>
                                <p:cTn id="90" presetClass="entr" nodeType="afterEffect" presetSubtype="0" presetID="1" grpId="21" fill="hold">
                                  <p:stCondLst>
                                    <p:cond delay="0"/>
                                  </p:stCondLst>
                                  <p:iterate type="el" backwards="0">
                                    <p:tmAbs val="0"/>
                                  </p:iterate>
                                  <p:childTnLst>
                                    <p:set>
                                      <p:cBhvr>
                                        <p:cTn id="91" fill="hold"/>
                                        <p:tgtEl>
                                          <p:spTgt spid="990"/>
                                        </p:tgtEl>
                                        <p:attrNameLst>
                                          <p:attrName>style.visibility</p:attrName>
                                        </p:attrNameLst>
                                      </p:cBhvr>
                                      <p:to>
                                        <p:strVal val="visible"/>
                                      </p:to>
                                    </p:set>
                                  </p:childTnLst>
                                </p:cTn>
                              </p:par>
                            </p:childTnLst>
                          </p:cTn>
                        </p:par>
                        <p:par>
                          <p:cTn id="92" fill="hold">
                            <p:stCondLst>
                              <p:cond delay="1000"/>
                            </p:stCondLst>
                            <p:childTnLst>
                              <p:par>
                                <p:cTn id="93" presetClass="entr" nodeType="afterEffect" presetSubtype="1" presetID="22" grpId="22" fill="hold">
                                  <p:stCondLst>
                                    <p:cond delay="0"/>
                                  </p:stCondLst>
                                  <p:iterate type="el" backwards="0">
                                    <p:tmAbs val="0"/>
                                  </p:iterate>
                                  <p:childTnLst>
                                    <p:set>
                                      <p:cBhvr>
                                        <p:cTn id="94" fill="hold"/>
                                        <p:tgtEl>
                                          <p:spTgt spid="991"/>
                                        </p:tgtEl>
                                        <p:attrNameLst>
                                          <p:attrName>style.visibility</p:attrName>
                                        </p:attrNameLst>
                                      </p:cBhvr>
                                      <p:to>
                                        <p:strVal val="visible"/>
                                      </p:to>
                                    </p:set>
                                    <p:animEffect filter="wipe(up)" transition="in">
                                      <p:cBhvr>
                                        <p:cTn id="95" dur="500"/>
                                        <p:tgtEl>
                                          <p:spTgt spid="9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94" grpId="12"/>
      <p:bldP build="whole" bldLvl="1" animBg="1" rev="0" advAuto="0" spid="975" grpId="5"/>
      <p:bldP build="whole" bldLvl="1" animBg="1" rev="0" advAuto="0" spid="993" grpId="11"/>
      <p:bldP build="whole" bldLvl="1" animBg="1" rev="0" advAuto="0" spid="976" grpId="4"/>
      <p:bldP build="whole" bldLvl="1" animBg="1" rev="0" advAuto="0" spid="978" grpId="7"/>
      <p:bldP build="whole" bldLvl="1" animBg="1" rev="0" advAuto="0" spid="980" grpId="2"/>
      <p:bldP build="whole" bldLvl="1" animBg="1" rev="0" advAuto="0" spid="985" grpId="13"/>
      <p:bldP build="whole" bldLvl="1" animBg="1" rev="0" advAuto="0" spid="986" grpId="14"/>
      <p:bldP build="whole" bldLvl="1" animBg="1" rev="0" advAuto="0" spid="988" grpId="19"/>
      <p:bldP build="whole" bldLvl="1" animBg="1" rev="0" advAuto="0" spid="987" grpId="18"/>
      <p:bldP build="whole" bldLvl="1" animBg="1" rev="0" advAuto="0" spid="979" grpId="6"/>
      <p:bldP build="whole" bldLvl="1" animBg="1" rev="0" advAuto="0" spid="981" grpId="1"/>
      <p:bldP build="whole" bldLvl="1" animBg="1" rev="0" advAuto="0" spid="996" grpId="16"/>
      <p:bldP build="whole" bldLvl="1" animBg="1" rev="0" advAuto="0" spid="977" grpId="8"/>
      <p:bldP build="whole" bldLvl="1" animBg="1" rev="0" advAuto="0" spid="991" grpId="22"/>
      <p:bldP build="whole" bldLvl="1" animBg="1" rev="0" advAuto="0" spid="995" grpId="15"/>
      <p:bldP build="whole" bldLvl="1" animBg="1" rev="0" advAuto="0" spid="984" grpId="10"/>
      <p:bldP build="whole" bldLvl="1" animBg="1" rev="0" advAuto="0" spid="983" grpId="9"/>
      <p:bldP build="whole" bldLvl="1" animBg="1" rev="0" advAuto="0" spid="992" grpId="17"/>
      <p:bldP build="whole" bldLvl="1" animBg="1" rev="0" advAuto="0" spid="990" grpId="21"/>
      <p:bldP build="whole" bldLvl="1" animBg="1" rev="0" advAuto="0" spid="989" grpId="20"/>
      <p:bldP build="whole" bldLvl="1" animBg="1" rev="0" advAuto="0" spid="982" grpId="3"/>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8"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999" name="TextBox 128"/>
          <p:cNvSpPr txBox="1"/>
          <p:nvPr/>
        </p:nvSpPr>
        <p:spPr>
          <a:xfrm>
            <a:off x="167737" y="445340"/>
            <a:ext cx="3284947" cy="8765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800">
                <a:solidFill>
                  <a:srgbClr val="FFFFFF"/>
                </a:solidFill>
              </a:defRPr>
            </a:pPr>
            <a:r>
              <a:t>Temperature </a:t>
            </a:r>
          </a:p>
          <a:p>
            <a:pPr algn="ctr">
              <a:defRPr b="1" sz="2800">
                <a:solidFill>
                  <a:srgbClr val="FFFF00"/>
                </a:solidFill>
              </a:defRPr>
            </a:pPr>
            <a:r>
              <a:t>(Dataset)</a:t>
            </a:r>
          </a:p>
        </p:txBody>
      </p:sp>
      <p:graphicFrame>
        <p:nvGraphicFramePr>
          <p:cNvPr id="1000" name="Table 12"/>
          <p:cNvGraphicFramePr/>
          <p:nvPr/>
        </p:nvGraphicFramePr>
        <p:xfrm>
          <a:off x="828727" y="1718645"/>
          <a:ext cx="2638705" cy="256669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19352"/>
                <a:gridCol w="1319352"/>
              </a:tblGrid>
              <a:tr h="665439">
                <a:tc>
                  <a:txBody>
                    <a:bodyPr/>
                    <a:lstStyle/>
                    <a:p>
                      <a:pPr algn="ctr"/>
                      <a:r>
                        <a:t>Temp (°C) (</a:t>
                      </a:r>
                      <a:r>
                        <a:rPr b="1">
                          <a:solidFill>
                            <a:srgbClr val="FFFF00"/>
                          </a:solidFill>
                        </a:rPr>
                        <a:t>x</a:t>
                      </a:r>
                      <a:r>
                        <a:t>)</a:t>
                      </a:r>
                    </a:p>
                  </a:txBody>
                  <a:tcPr marL="45720" marR="45720" marT="45720" marB="45720" anchor="t" anchorCtr="0" horzOverflow="overflow"/>
                </a:tc>
                <a:tc>
                  <a:txBody>
                    <a:bodyPr/>
                    <a:lstStyle/>
                    <a:p>
                      <a:pPr algn="ctr"/>
                      <a:r>
                        <a:t>Temp (F) </a:t>
                      </a:r>
                    </a:p>
                    <a:p>
                      <a:pPr algn="ctr"/>
                      <a:r>
                        <a:t>(</a:t>
                      </a:r>
                      <a:r>
                        <a:rPr b="1">
                          <a:solidFill>
                            <a:srgbClr val="FFFF00"/>
                          </a:solidFill>
                        </a:rPr>
                        <a:t>y</a:t>
                      </a:r>
                      <a:r>
                        <a:t>)</a:t>
                      </a:r>
                    </a:p>
                  </a:txBody>
                  <a:tcPr marL="45720" marR="45720" marT="45720" marB="45720" anchor="t" anchorCtr="0" horzOverflow="overflow"/>
                </a:tc>
              </a:tr>
              <a:tr h="380251">
                <a:tc>
                  <a:txBody>
                    <a:bodyPr/>
                    <a:lstStyle/>
                    <a:p>
                      <a:pPr algn="ctr">
                        <a:defRPr>
                          <a:solidFill>
                            <a:srgbClr val="000000"/>
                          </a:solidFill>
                        </a:defRPr>
                      </a:pPr>
                      <a:r>
                        <a:rPr>
                          <a:solidFill>
                            <a:srgbClr val="FFFFFF"/>
                          </a:solidFill>
                        </a:rPr>
                        <a:t>10</a:t>
                      </a:r>
                    </a:p>
                  </a:txBody>
                  <a:tcPr marL="45720" marR="45720" marT="45720" marB="45720" anchor="t" anchorCtr="0" horzOverflow="overflow"/>
                </a:tc>
                <a:tc>
                  <a:txBody>
                    <a:bodyPr/>
                    <a:lstStyle/>
                    <a:p>
                      <a:pPr algn="ctr">
                        <a:defRPr>
                          <a:solidFill>
                            <a:srgbClr val="000000"/>
                          </a:solidFill>
                        </a:defRPr>
                      </a:pPr>
                      <a:r>
                        <a:rPr>
                          <a:solidFill>
                            <a:srgbClr val="FFFFFF"/>
                          </a:solidFill>
                        </a:rPr>
                        <a:t>50</a:t>
                      </a:r>
                    </a:p>
                  </a:txBody>
                  <a:tcPr marL="45720" marR="45720" marT="45720" marB="45720" anchor="t" anchorCtr="0" horzOverflow="overflow"/>
                </a:tc>
              </a:tr>
              <a:tr h="380251">
                <a:tc>
                  <a:txBody>
                    <a:bodyPr/>
                    <a:lstStyle/>
                    <a:p>
                      <a:pPr algn="ctr">
                        <a:defRPr>
                          <a:solidFill>
                            <a:srgbClr val="000000"/>
                          </a:solidFill>
                        </a:defRPr>
                      </a:pPr>
                      <a:r>
                        <a:rPr>
                          <a:solidFill>
                            <a:srgbClr val="FFFFFF"/>
                          </a:solidFill>
                        </a:rPr>
                        <a:t>15</a:t>
                      </a:r>
                    </a:p>
                  </a:txBody>
                  <a:tcPr marL="45720" marR="45720" marT="45720" marB="45720" anchor="t" anchorCtr="0" horzOverflow="overflow"/>
                </a:tc>
                <a:tc>
                  <a:txBody>
                    <a:bodyPr/>
                    <a:lstStyle/>
                    <a:p>
                      <a:pPr algn="ctr">
                        <a:defRPr>
                          <a:solidFill>
                            <a:srgbClr val="000000"/>
                          </a:solidFill>
                        </a:defRPr>
                      </a:pPr>
                      <a:r>
                        <a:rPr>
                          <a:solidFill>
                            <a:srgbClr val="FFFFFF"/>
                          </a:solidFill>
                        </a:rPr>
                        <a:t>59</a:t>
                      </a:r>
                    </a:p>
                  </a:txBody>
                  <a:tcPr marL="45720" marR="45720" marT="45720" marB="45720" anchor="t" anchorCtr="0" horzOverflow="overflow"/>
                </a:tc>
              </a:tr>
              <a:tr h="380251">
                <a:tc>
                  <a:txBody>
                    <a:bodyPr/>
                    <a:lstStyle/>
                    <a:p>
                      <a:pPr algn="ctr">
                        <a:defRPr>
                          <a:solidFill>
                            <a:srgbClr val="000000"/>
                          </a:solidFill>
                        </a:defRPr>
                      </a:pPr>
                      <a:r>
                        <a:rPr>
                          <a:solidFill>
                            <a:srgbClr val="FFFFFF"/>
                          </a:solidFill>
                        </a:rPr>
                        <a:t>20</a:t>
                      </a:r>
                    </a:p>
                  </a:txBody>
                  <a:tcPr marL="45720" marR="45720" marT="45720" marB="45720" anchor="t" anchorCtr="0" horzOverflow="overflow"/>
                </a:tc>
                <a:tc>
                  <a:txBody>
                    <a:bodyPr/>
                    <a:lstStyle/>
                    <a:p>
                      <a:pPr algn="ctr">
                        <a:defRPr>
                          <a:solidFill>
                            <a:srgbClr val="000000"/>
                          </a:solidFill>
                        </a:defRPr>
                      </a:pPr>
                      <a:r>
                        <a:rPr>
                          <a:solidFill>
                            <a:srgbClr val="FFFFFF"/>
                          </a:solidFill>
                        </a:rPr>
                        <a:t>68</a:t>
                      </a:r>
                    </a:p>
                  </a:txBody>
                  <a:tcPr marL="45720" marR="45720" marT="45720" marB="45720" anchor="t" anchorCtr="0" horzOverflow="overflow"/>
                </a:tc>
              </a:tr>
              <a:tr h="380251">
                <a:tc>
                  <a:txBody>
                    <a:bodyPr/>
                    <a:lstStyle/>
                    <a:p>
                      <a:pPr algn="ctr">
                        <a:defRPr>
                          <a:solidFill>
                            <a:srgbClr val="000000"/>
                          </a:solidFill>
                        </a:defRPr>
                      </a:pPr>
                      <a:r>
                        <a:rPr>
                          <a:solidFill>
                            <a:srgbClr val="FFFFFF"/>
                          </a:solidFill>
                        </a:rPr>
                        <a:t>25</a:t>
                      </a:r>
                    </a:p>
                  </a:txBody>
                  <a:tcPr marL="45720" marR="45720" marT="45720" marB="45720" anchor="t" anchorCtr="0" horzOverflow="overflow"/>
                </a:tc>
                <a:tc>
                  <a:txBody>
                    <a:bodyPr/>
                    <a:lstStyle/>
                    <a:p>
                      <a:pPr algn="ctr">
                        <a:defRPr>
                          <a:solidFill>
                            <a:srgbClr val="000000"/>
                          </a:solidFill>
                        </a:defRPr>
                      </a:pPr>
                      <a:r>
                        <a:rPr>
                          <a:solidFill>
                            <a:srgbClr val="FFFFFF"/>
                          </a:solidFill>
                        </a:rPr>
                        <a:t>77</a:t>
                      </a:r>
                    </a:p>
                  </a:txBody>
                  <a:tcPr marL="45720" marR="45720" marT="45720" marB="45720" anchor="t" anchorCtr="0" horzOverflow="overflow"/>
                </a:tc>
              </a:tr>
              <a:tr h="380251">
                <a:tc>
                  <a:txBody>
                    <a:bodyPr/>
                    <a:lstStyle/>
                    <a:p>
                      <a:pPr algn="ctr">
                        <a:defRPr>
                          <a:solidFill>
                            <a:srgbClr val="000000"/>
                          </a:solidFill>
                        </a:defRPr>
                      </a:pPr>
                      <a:r>
                        <a:rPr>
                          <a:solidFill>
                            <a:srgbClr val="FFFFFF"/>
                          </a:solidFill>
                        </a:rPr>
                        <a:t>30</a:t>
                      </a:r>
                    </a:p>
                  </a:txBody>
                  <a:tcPr marL="45720" marR="45720" marT="45720" marB="45720" anchor="t" anchorCtr="0" horzOverflow="overflow"/>
                </a:tc>
                <a:tc>
                  <a:txBody>
                    <a:bodyPr/>
                    <a:lstStyle/>
                    <a:p>
                      <a:pPr algn="ctr">
                        <a:defRPr>
                          <a:solidFill>
                            <a:srgbClr val="000000"/>
                          </a:solidFill>
                        </a:defRPr>
                      </a:pPr>
                      <a:r>
                        <a:rPr>
                          <a:solidFill>
                            <a:srgbClr val="FFFFFF"/>
                          </a:solidFill>
                        </a:rPr>
                        <a:t>86</a:t>
                      </a:r>
                    </a:p>
                  </a:txBody>
                  <a:tcPr marL="45720" marR="45720" marT="45720" marB="45720" anchor="t" anchorCtr="0" horzOverflow="overflow"/>
                </a:tc>
              </a:tr>
            </a:tbl>
          </a:graphicData>
        </a:graphic>
      </p:graphicFrame>
      <p:sp>
        <p:nvSpPr>
          <p:cNvPr id="1001" name="TextBox 24"/>
          <p:cNvSpPr txBox="1"/>
          <p:nvPr/>
        </p:nvSpPr>
        <p:spPr>
          <a:xfrm>
            <a:off x="1065275" y="4903599"/>
            <a:ext cx="1697347"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defRPr>
            </a:lvl1pPr>
          </a:lstStyle>
          <a:p>
            <a:pPr/>
            <a:r>
              <a:t>F = 32 + 1.8·t</a:t>
            </a:r>
          </a:p>
        </p:txBody>
      </p:sp>
      <p:sp>
        <p:nvSpPr>
          <p:cNvPr id="1002" name="TextBox 34"/>
          <p:cNvSpPr txBox="1"/>
          <p:nvPr/>
        </p:nvSpPr>
        <p:spPr>
          <a:xfrm>
            <a:off x="2201341" y="1716614"/>
            <a:ext cx="1202771"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Temp (F)</a:t>
            </a:r>
          </a:p>
        </p:txBody>
      </p:sp>
      <p:sp>
        <p:nvSpPr>
          <p:cNvPr id="1003" name="TextBox 35"/>
          <p:cNvSpPr txBox="1"/>
          <p:nvPr/>
        </p:nvSpPr>
        <p:spPr>
          <a:xfrm>
            <a:off x="734895" y="1729314"/>
            <a:ext cx="1202770"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FFFFFF"/>
                </a:solidFill>
              </a:defRPr>
            </a:lvl1pPr>
          </a:lstStyle>
          <a:p>
            <a:pPr/>
            <a:r>
              <a:t>Temp (°C)</a:t>
            </a:r>
          </a:p>
        </p:txBody>
      </p:sp>
      <p:sp>
        <p:nvSpPr>
          <p:cNvPr id="1004" name="TextBox 37"/>
          <p:cNvSpPr txBox="1"/>
          <p:nvPr/>
        </p:nvSpPr>
        <p:spPr>
          <a:xfrm>
            <a:off x="1385977" y="1992074"/>
            <a:ext cx="151847"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x</a:t>
            </a:r>
          </a:p>
        </p:txBody>
      </p:sp>
      <p:sp>
        <p:nvSpPr>
          <p:cNvPr id="1005" name="TextBox 38"/>
          <p:cNvSpPr txBox="1"/>
          <p:nvPr/>
        </p:nvSpPr>
        <p:spPr>
          <a:xfrm>
            <a:off x="2708526" y="1991199"/>
            <a:ext cx="151847"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y</a:t>
            </a:r>
          </a:p>
        </p:txBody>
      </p:sp>
      <p:sp>
        <p:nvSpPr>
          <p:cNvPr id="1006" name="TextBox 1"/>
          <p:cNvSpPr txBox="1"/>
          <p:nvPr/>
        </p:nvSpPr>
        <p:spPr>
          <a:xfrm>
            <a:off x="8547288" y="632500"/>
            <a:ext cx="2501387" cy="5073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sz="2400">
                <a:solidFill>
                  <a:srgbClr val="FFFF00"/>
                </a:solidFill>
                <a:latin typeface="Times New Roman"/>
                <a:ea typeface="Times New Roman"/>
                <a:cs typeface="Times New Roman"/>
                <a:sym typeface="Times New Roman"/>
              </a:defRPr>
            </a:pPr>
            <a:r>
              <a:t>h</a:t>
            </a:r>
            <a:r>
              <a:rPr baseline="-25000"/>
              <a:t>θ</a:t>
            </a:r>
            <a:r>
              <a:t>(x</a:t>
            </a:r>
            <a:r>
              <a:rPr i="0">
                <a:latin typeface="Cambria Math"/>
                <a:ea typeface="Cambria Math"/>
                <a:cs typeface="Cambria Math"/>
                <a:sym typeface="Cambria Math"/>
              </a:rPr>
              <a:t>)=</a:t>
            </a:r>
            <a:r>
              <a:t> θ</a:t>
            </a:r>
            <a:r>
              <a:rPr baseline="-25000"/>
              <a:t>0</a:t>
            </a:r>
            <a:r>
              <a:t> + θ</a:t>
            </a:r>
            <a:r>
              <a:rPr baseline="-25000"/>
              <a:t>1 </a:t>
            </a:r>
            <a:r>
              <a:t>x</a:t>
            </a:r>
          </a:p>
        </p:txBody>
      </p:sp>
      <p:sp>
        <p:nvSpPr>
          <p:cNvPr id="1007" name="TextBox 9"/>
          <p:cNvSpPr txBox="1"/>
          <p:nvPr/>
        </p:nvSpPr>
        <p:spPr>
          <a:xfrm>
            <a:off x="4845306" y="5224133"/>
            <a:ext cx="2501388" cy="5073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sz="2400">
                <a:solidFill>
                  <a:srgbClr val="FFFFFF"/>
                </a:solidFill>
                <a:latin typeface="Times New Roman"/>
                <a:ea typeface="Times New Roman"/>
                <a:cs typeface="Times New Roman"/>
                <a:sym typeface="Times New Roman"/>
              </a:defRPr>
            </a:pPr>
            <a:r>
              <a:t>h</a:t>
            </a:r>
            <a:r>
              <a:rPr baseline="-25000"/>
              <a:t>θ</a:t>
            </a:r>
            <a:r>
              <a:t>(x</a:t>
            </a:r>
            <a:r>
              <a:rPr i="0">
                <a:latin typeface="Cambria Math"/>
                <a:ea typeface="Cambria Math"/>
                <a:cs typeface="Cambria Math"/>
                <a:sym typeface="Cambria Math"/>
              </a:rPr>
              <a:t>)=</a:t>
            </a:r>
            <a:r>
              <a:t> 32 + 1.8</a:t>
            </a:r>
            <a:r>
              <a:rPr i="0">
                <a:latin typeface="+mn-lt"/>
                <a:ea typeface="+mn-ea"/>
                <a:cs typeface="+mn-cs"/>
                <a:sym typeface="Calibri"/>
              </a:rPr>
              <a:t> · </a:t>
            </a:r>
            <a:r>
              <a:t>x</a:t>
            </a:r>
          </a:p>
        </p:txBody>
      </p:sp>
      <p:sp>
        <p:nvSpPr>
          <p:cNvPr id="1008" name="TextBox 13"/>
          <p:cNvSpPr txBox="1"/>
          <p:nvPr/>
        </p:nvSpPr>
        <p:spPr>
          <a:xfrm>
            <a:off x="8424357" y="5134431"/>
            <a:ext cx="2016761" cy="10235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a:solidFill>
                  <a:srgbClr val="FFFF00"/>
                </a:solidFill>
                <a:latin typeface="Times New Roman"/>
                <a:ea typeface="Times New Roman"/>
                <a:cs typeface="Times New Roman"/>
                <a:sym typeface="Times New Roman"/>
              </a:defRPr>
            </a:pPr>
            <a:r>
              <a:t>θ</a:t>
            </a:r>
            <a:r>
              <a:rPr baseline="-25000"/>
              <a:t>0 </a:t>
            </a:r>
            <a:r>
              <a:rPr i="0">
                <a:solidFill>
                  <a:srgbClr val="FFFFFF"/>
                </a:solidFill>
                <a:latin typeface="Cambria Math"/>
                <a:ea typeface="Cambria Math"/>
                <a:cs typeface="Cambria Math"/>
                <a:sym typeface="Cambria Math"/>
              </a:rPr>
              <a:t>=</a:t>
            </a:r>
            <a:r>
              <a:rPr>
                <a:solidFill>
                  <a:srgbClr val="FFFFFF"/>
                </a:solidFill>
              </a:rPr>
              <a:t> 32 </a:t>
            </a:r>
            <a:endParaRPr>
              <a:solidFill>
                <a:srgbClr val="FFFFFF"/>
              </a:solidFill>
            </a:endParaRPr>
          </a:p>
          <a:p>
            <a:pPr>
              <a:defRPr i="1">
                <a:solidFill>
                  <a:srgbClr val="FFFFFF"/>
                </a:solidFill>
                <a:latin typeface="Times New Roman"/>
                <a:ea typeface="Times New Roman"/>
                <a:cs typeface="Times New Roman"/>
                <a:sym typeface="Times New Roman"/>
              </a:defRPr>
            </a:pPr>
          </a:p>
          <a:p>
            <a:pPr>
              <a:defRPr i="1">
                <a:solidFill>
                  <a:srgbClr val="FFFF00"/>
                </a:solidFill>
                <a:latin typeface="Times New Roman"/>
                <a:ea typeface="Times New Roman"/>
                <a:cs typeface="Times New Roman"/>
                <a:sym typeface="Times New Roman"/>
              </a:defRPr>
            </a:pPr>
            <a:r>
              <a:t>θ</a:t>
            </a:r>
            <a:r>
              <a:rPr baseline="-25000"/>
              <a:t>1 </a:t>
            </a:r>
            <a:r>
              <a:rPr i="0">
                <a:solidFill>
                  <a:srgbClr val="FFFFFF"/>
                </a:solidFill>
                <a:latin typeface="Cambria Math"/>
                <a:ea typeface="Cambria Math"/>
                <a:cs typeface="Cambria Math"/>
                <a:sym typeface="Cambria Math"/>
              </a:rPr>
              <a:t>=</a:t>
            </a:r>
            <a:r>
              <a:rPr>
                <a:solidFill>
                  <a:srgbClr val="FFFFFF"/>
                </a:solidFill>
              </a:rPr>
              <a:t> 1.8 </a:t>
            </a:r>
          </a:p>
        </p:txBody>
      </p:sp>
      <p:sp>
        <p:nvSpPr>
          <p:cNvPr id="1009" name="Straight Arrow Connector 15"/>
          <p:cNvSpPr/>
          <p:nvPr/>
        </p:nvSpPr>
        <p:spPr>
          <a:xfrm flipH="1" flipV="1">
            <a:off x="5584929" y="1344367"/>
            <a:ext cx="2967" cy="2931302"/>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010" name="Straight Arrow Connector 16"/>
          <p:cNvSpPr/>
          <p:nvPr/>
        </p:nvSpPr>
        <p:spPr>
          <a:xfrm>
            <a:off x="5463916" y="4113279"/>
            <a:ext cx="4594160"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011" name="Flowchart: Connector 18"/>
          <p:cNvSpPr/>
          <p:nvPr/>
        </p:nvSpPr>
        <p:spPr>
          <a:xfrm>
            <a:off x="7130050" y="323507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012" name="Flowchart: Connector 19"/>
          <p:cNvSpPr/>
          <p:nvPr/>
        </p:nvSpPr>
        <p:spPr>
          <a:xfrm>
            <a:off x="7859779" y="2902749"/>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013" name="Flowchart: Connector 20"/>
          <p:cNvSpPr/>
          <p:nvPr/>
        </p:nvSpPr>
        <p:spPr>
          <a:xfrm>
            <a:off x="6316512" y="362792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014" name="Flowchart: Connector 21"/>
          <p:cNvSpPr/>
          <p:nvPr/>
        </p:nvSpPr>
        <p:spPr>
          <a:xfrm>
            <a:off x="8699265" y="250539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015" name="Straight Connector 22"/>
          <p:cNvSpPr/>
          <p:nvPr/>
        </p:nvSpPr>
        <p:spPr>
          <a:xfrm>
            <a:off x="5463916" y="3685064"/>
            <a:ext cx="4594160" cy="1"/>
          </a:xfrm>
          <a:prstGeom prst="line">
            <a:avLst/>
          </a:prstGeom>
          <a:ln w="12700">
            <a:solidFill>
              <a:schemeClr val="accent1"/>
            </a:solidFill>
          </a:ln>
        </p:spPr>
        <p:txBody>
          <a:bodyPr lIns="45719" rIns="45719"/>
          <a:lstStyle/>
          <a:p>
            <a:pPr>
              <a:defRPr>
                <a:solidFill>
                  <a:srgbClr val="FFFFFF"/>
                </a:solidFill>
              </a:defRPr>
            </a:pPr>
          </a:p>
        </p:txBody>
      </p:sp>
      <p:sp>
        <p:nvSpPr>
          <p:cNvPr id="1016" name="Straight Connector 23"/>
          <p:cNvSpPr/>
          <p:nvPr/>
        </p:nvSpPr>
        <p:spPr>
          <a:xfrm>
            <a:off x="5482966" y="3265964"/>
            <a:ext cx="4575110" cy="1"/>
          </a:xfrm>
          <a:prstGeom prst="line">
            <a:avLst/>
          </a:prstGeom>
          <a:ln w="12700">
            <a:solidFill>
              <a:schemeClr val="accent1"/>
            </a:solidFill>
          </a:ln>
        </p:spPr>
        <p:txBody>
          <a:bodyPr lIns="45719" rIns="45719"/>
          <a:lstStyle/>
          <a:p>
            <a:pPr>
              <a:defRPr>
                <a:solidFill>
                  <a:srgbClr val="FFFFFF"/>
                </a:solidFill>
              </a:defRPr>
            </a:pPr>
          </a:p>
        </p:txBody>
      </p:sp>
      <p:sp>
        <p:nvSpPr>
          <p:cNvPr id="1017" name="Straight Connector 25"/>
          <p:cNvSpPr/>
          <p:nvPr/>
        </p:nvSpPr>
        <p:spPr>
          <a:xfrm>
            <a:off x="5473441" y="2846864"/>
            <a:ext cx="4584635" cy="1"/>
          </a:xfrm>
          <a:prstGeom prst="line">
            <a:avLst/>
          </a:prstGeom>
          <a:ln w="12700">
            <a:solidFill>
              <a:schemeClr val="accent1"/>
            </a:solidFill>
          </a:ln>
        </p:spPr>
        <p:txBody>
          <a:bodyPr lIns="45719" rIns="45719"/>
          <a:lstStyle/>
          <a:p>
            <a:pPr>
              <a:defRPr>
                <a:solidFill>
                  <a:srgbClr val="FFFFFF"/>
                </a:solidFill>
              </a:defRPr>
            </a:pPr>
          </a:p>
        </p:txBody>
      </p:sp>
      <p:sp>
        <p:nvSpPr>
          <p:cNvPr id="1018" name="Straight Connector 26"/>
          <p:cNvSpPr/>
          <p:nvPr/>
        </p:nvSpPr>
        <p:spPr>
          <a:xfrm>
            <a:off x="5492491" y="2427764"/>
            <a:ext cx="4565585" cy="1"/>
          </a:xfrm>
          <a:prstGeom prst="line">
            <a:avLst/>
          </a:prstGeom>
          <a:ln w="12700">
            <a:solidFill>
              <a:schemeClr val="accent1"/>
            </a:solidFill>
          </a:ln>
        </p:spPr>
        <p:txBody>
          <a:bodyPr lIns="45719" rIns="45719"/>
          <a:lstStyle/>
          <a:p>
            <a:pPr>
              <a:defRPr>
                <a:solidFill>
                  <a:srgbClr val="FFFFFF"/>
                </a:solidFill>
              </a:defRPr>
            </a:pPr>
          </a:p>
        </p:txBody>
      </p:sp>
      <p:sp>
        <p:nvSpPr>
          <p:cNvPr id="1019" name="Straight Connector 27"/>
          <p:cNvSpPr/>
          <p:nvPr/>
        </p:nvSpPr>
        <p:spPr>
          <a:xfrm>
            <a:off x="5492491" y="2075339"/>
            <a:ext cx="4565585" cy="1"/>
          </a:xfrm>
          <a:prstGeom prst="line">
            <a:avLst/>
          </a:prstGeom>
          <a:ln w="12700">
            <a:solidFill>
              <a:schemeClr val="accent1"/>
            </a:solidFill>
          </a:ln>
        </p:spPr>
        <p:txBody>
          <a:bodyPr lIns="45719" rIns="45719"/>
          <a:lstStyle/>
          <a:p>
            <a:pPr>
              <a:defRPr>
                <a:solidFill>
                  <a:srgbClr val="FFFFFF"/>
                </a:solidFill>
              </a:defRPr>
            </a:pPr>
          </a:p>
        </p:txBody>
      </p:sp>
      <p:sp>
        <p:nvSpPr>
          <p:cNvPr id="1020" name="Straight Connector 28"/>
          <p:cNvSpPr/>
          <p:nvPr/>
        </p:nvSpPr>
        <p:spPr>
          <a:xfrm>
            <a:off x="5511541" y="1656239"/>
            <a:ext cx="4546535" cy="15108"/>
          </a:xfrm>
          <a:prstGeom prst="line">
            <a:avLst/>
          </a:prstGeom>
          <a:ln w="12700">
            <a:solidFill>
              <a:schemeClr val="accent1"/>
            </a:solidFill>
          </a:ln>
        </p:spPr>
        <p:txBody>
          <a:bodyPr lIns="45719" rIns="45719"/>
          <a:lstStyle/>
          <a:p>
            <a:pPr>
              <a:defRPr>
                <a:solidFill>
                  <a:srgbClr val="FFFFFF"/>
                </a:solidFill>
              </a:defRPr>
            </a:pPr>
          </a:p>
        </p:txBody>
      </p:sp>
      <p:sp>
        <p:nvSpPr>
          <p:cNvPr id="1021" name="Straight Connector 29"/>
          <p:cNvSpPr/>
          <p:nvPr/>
        </p:nvSpPr>
        <p:spPr>
          <a:xfrm flipV="1">
            <a:off x="6368791" y="4024306"/>
            <a:ext cx="1" cy="177948"/>
          </a:xfrm>
          <a:prstGeom prst="line">
            <a:avLst/>
          </a:prstGeom>
          <a:ln w="12700">
            <a:solidFill>
              <a:schemeClr val="accent1"/>
            </a:solidFill>
          </a:ln>
        </p:spPr>
        <p:txBody>
          <a:bodyPr lIns="45719" rIns="45719"/>
          <a:lstStyle/>
          <a:p>
            <a:pPr>
              <a:defRPr>
                <a:solidFill>
                  <a:srgbClr val="FFFFFF"/>
                </a:solidFill>
              </a:defRPr>
            </a:pPr>
          </a:p>
        </p:txBody>
      </p:sp>
      <p:sp>
        <p:nvSpPr>
          <p:cNvPr id="1022" name="Straight Connector 30"/>
          <p:cNvSpPr/>
          <p:nvPr/>
        </p:nvSpPr>
        <p:spPr>
          <a:xfrm flipV="1">
            <a:off x="7216516" y="4037490"/>
            <a:ext cx="1" cy="177948"/>
          </a:xfrm>
          <a:prstGeom prst="line">
            <a:avLst/>
          </a:prstGeom>
          <a:ln w="12700">
            <a:solidFill>
              <a:schemeClr val="accent1"/>
            </a:solidFill>
          </a:ln>
        </p:spPr>
        <p:txBody>
          <a:bodyPr lIns="45719" rIns="45719"/>
          <a:lstStyle/>
          <a:p>
            <a:pPr>
              <a:defRPr>
                <a:solidFill>
                  <a:srgbClr val="FFFFFF"/>
                </a:solidFill>
              </a:defRPr>
            </a:pPr>
          </a:p>
        </p:txBody>
      </p:sp>
      <p:sp>
        <p:nvSpPr>
          <p:cNvPr id="1023" name="Straight Connector 31"/>
          <p:cNvSpPr/>
          <p:nvPr/>
        </p:nvSpPr>
        <p:spPr>
          <a:xfrm flipV="1">
            <a:off x="7921366" y="4037490"/>
            <a:ext cx="1" cy="177948"/>
          </a:xfrm>
          <a:prstGeom prst="line">
            <a:avLst/>
          </a:prstGeom>
          <a:ln w="12700">
            <a:solidFill>
              <a:schemeClr val="accent1"/>
            </a:solidFill>
          </a:ln>
        </p:spPr>
        <p:txBody>
          <a:bodyPr lIns="45719" rIns="45719"/>
          <a:lstStyle/>
          <a:p>
            <a:pPr>
              <a:defRPr>
                <a:solidFill>
                  <a:srgbClr val="FFFFFF"/>
                </a:solidFill>
              </a:defRPr>
            </a:pPr>
          </a:p>
        </p:txBody>
      </p:sp>
      <p:sp>
        <p:nvSpPr>
          <p:cNvPr id="1024" name="Straight Connector 32"/>
          <p:cNvSpPr/>
          <p:nvPr/>
        </p:nvSpPr>
        <p:spPr>
          <a:xfrm flipV="1">
            <a:off x="8769091" y="4050674"/>
            <a:ext cx="1" cy="177948"/>
          </a:xfrm>
          <a:prstGeom prst="line">
            <a:avLst/>
          </a:prstGeom>
          <a:ln w="12700">
            <a:solidFill>
              <a:schemeClr val="accent1"/>
            </a:solidFill>
          </a:ln>
        </p:spPr>
        <p:txBody>
          <a:bodyPr lIns="45719" rIns="45719"/>
          <a:lstStyle/>
          <a:p>
            <a:pPr>
              <a:defRPr>
                <a:solidFill>
                  <a:srgbClr val="FFFFFF"/>
                </a:solidFill>
              </a:defRPr>
            </a:pPr>
          </a:p>
        </p:txBody>
      </p:sp>
      <p:sp>
        <p:nvSpPr>
          <p:cNvPr id="1025" name="Straight Connector 33"/>
          <p:cNvSpPr/>
          <p:nvPr/>
        </p:nvSpPr>
        <p:spPr>
          <a:xfrm flipV="1">
            <a:off x="9550141" y="4050674"/>
            <a:ext cx="1" cy="177948"/>
          </a:xfrm>
          <a:prstGeom prst="line">
            <a:avLst/>
          </a:prstGeom>
          <a:ln w="12700">
            <a:solidFill>
              <a:schemeClr val="accent1"/>
            </a:solidFill>
          </a:ln>
        </p:spPr>
        <p:txBody>
          <a:bodyPr lIns="45719" rIns="45719"/>
          <a:lstStyle/>
          <a:p>
            <a:pPr>
              <a:defRPr>
                <a:solidFill>
                  <a:srgbClr val="FFFFFF"/>
                </a:solidFill>
              </a:defRPr>
            </a:pPr>
          </a:p>
        </p:txBody>
      </p:sp>
      <p:sp>
        <p:nvSpPr>
          <p:cNvPr id="1026" name="Flowchart: Connector 36"/>
          <p:cNvSpPr/>
          <p:nvPr/>
        </p:nvSpPr>
        <p:spPr>
          <a:xfrm>
            <a:off x="9408307" y="216933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027" name="Straight Connector 39"/>
          <p:cNvSpPr/>
          <p:nvPr/>
        </p:nvSpPr>
        <p:spPr>
          <a:xfrm flipV="1">
            <a:off x="5964780" y="1936839"/>
            <a:ext cx="4093296" cy="1945295"/>
          </a:xfrm>
          <a:prstGeom prst="line">
            <a:avLst/>
          </a:prstGeom>
          <a:ln w="38100">
            <a:solidFill>
              <a:srgbClr val="FF99FF"/>
            </a:solidFill>
          </a:ln>
        </p:spPr>
        <p:txBody>
          <a:bodyPr lIns="45719" rIns="45719"/>
          <a:lstStyle/>
          <a:p>
            <a:pPr>
              <a:defRPr>
                <a:solidFill>
                  <a:srgbClr val="FFFFFF"/>
                </a:solidFill>
              </a:defRPr>
            </a:pPr>
          </a:p>
        </p:txBody>
      </p:sp>
      <p:sp>
        <p:nvSpPr>
          <p:cNvPr id="1028" name="Rectangle 48"/>
          <p:cNvSpPr/>
          <p:nvPr/>
        </p:nvSpPr>
        <p:spPr>
          <a:xfrm>
            <a:off x="4976862" y="1968505"/>
            <a:ext cx="371318" cy="2059959"/>
          </a:xfrm>
          <a:prstGeom prst="rect">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1029" name="TextBox 57"/>
          <p:cNvSpPr txBox="1"/>
          <p:nvPr/>
        </p:nvSpPr>
        <p:spPr>
          <a:xfrm>
            <a:off x="4983438" y="3081298"/>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60</a:t>
            </a:r>
          </a:p>
        </p:txBody>
      </p:sp>
      <p:sp>
        <p:nvSpPr>
          <p:cNvPr id="1030" name="TextBox 59"/>
          <p:cNvSpPr txBox="1"/>
          <p:nvPr/>
        </p:nvSpPr>
        <p:spPr>
          <a:xfrm>
            <a:off x="4973913" y="2681248"/>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70</a:t>
            </a:r>
          </a:p>
        </p:txBody>
      </p:sp>
      <p:sp>
        <p:nvSpPr>
          <p:cNvPr id="1031" name="TextBox 65"/>
          <p:cNvSpPr txBox="1"/>
          <p:nvPr/>
        </p:nvSpPr>
        <p:spPr>
          <a:xfrm>
            <a:off x="4983438" y="2262148"/>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80</a:t>
            </a:r>
          </a:p>
        </p:txBody>
      </p:sp>
      <p:sp>
        <p:nvSpPr>
          <p:cNvPr id="1032" name="TextBox 75"/>
          <p:cNvSpPr txBox="1"/>
          <p:nvPr/>
        </p:nvSpPr>
        <p:spPr>
          <a:xfrm>
            <a:off x="4992963" y="1862098"/>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90</a:t>
            </a:r>
          </a:p>
        </p:txBody>
      </p:sp>
      <p:sp>
        <p:nvSpPr>
          <p:cNvPr id="1033" name="TextBox 76"/>
          <p:cNvSpPr txBox="1"/>
          <p:nvPr/>
        </p:nvSpPr>
        <p:spPr>
          <a:xfrm>
            <a:off x="5002488" y="1442999"/>
            <a:ext cx="451729"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100</a:t>
            </a:r>
          </a:p>
        </p:txBody>
      </p:sp>
      <p:sp>
        <p:nvSpPr>
          <p:cNvPr id="1034" name="TextBox 77"/>
          <p:cNvSpPr txBox="1"/>
          <p:nvPr/>
        </p:nvSpPr>
        <p:spPr>
          <a:xfrm>
            <a:off x="4992963" y="3500397"/>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50</a:t>
            </a:r>
          </a:p>
        </p:txBody>
      </p:sp>
      <p:sp>
        <p:nvSpPr>
          <p:cNvPr id="1035" name="TextBox 78"/>
          <p:cNvSpPr txBox="1"/>
          <p:nvPr/>
        </p:nvSpPr>
        <p:spPr>
          <a:xfrm>
            <a:off x="5783656" y="1215856"/>
            <a:ext cx="106528" cy="142418"/>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𝑦</m:t>
                  </m:r>
                </m:oMath>
              </m:oMathPara>
            </a14:m>
            <a:endParaRPr>
              <a:solidFill>
                <a:srgbClr val="FFFF00"/>
              </a:solidFill>
            </a:endParaRPr>
          </a:p>
        </p:txBody>
      </p:sp>
      <p:sp>
        <p:nvSpPr>
          <p:cNvPr id="1036" name="TextBox 79"/>
          <p:cNvSpPr txBox="1"/>
          <p:nvPr/>
        </p:nvSpPr>
        <p:spPr>
          <a:xfrm>
            <a:off x="10087545" y="3900666"/>
            <a:ext cx="109729" cy="102871"/>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𝑥</m:t>
                  </m:r>
                </m:oMath>
              </m:oMathPara>
            </a14:m>
            <a:endParaRPr>
              <a:solidFill>
                <a:srgbClr val="FFFF00"/>
              </a:solidFill>
            </a:endParaRPr>
          </a:p>
        </p:txBody>
      </p:sp>
      <p:sp>
        <p:nvSpPr>
          <p:cNvPr id="1037" name="TextBox 80"/>
          <p:cNvSpPr txBox="1"/>
          <p:nvPr/>
        </p:nvSpPr>
        <p:spPr>
          <a:xfrm>
            <a:off x="6214467" y="4228620"/>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a:t>
            </a:r>
          </a:p>
        </p:txBody>
      </p:sp>
      <p:sp>
        <p:nvSpPr>
          <p:cNvPr id="1038" name="TextBox 81"/>
          <p:cNvSpPr txBox="1"/>
          <p:nvPr/>
        </p:nvSpPr>
        <p:spPr>
          <a:xfrm>
            <a:off x="7049569" y="4228620"/>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15</a:t>
            </a:r>
          </a:p>
        </p:txBody>
      </p:sp>
      <p:sp>
        <p:nvSpPr>
          <p:cNvPr id="1039" name="TextBox 82"/>
          <p:cNvSpPr txBox="1"/>
          <p:nvPr/>
        </p:nvSpPr>
        <p:spPr>
          <a:xfrm>
            <a:off x="7758321" y="4228620"/>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20</a:t>
            </a:r>
          </a:p>
        </p:txBody>
      </p:sp>
      <p:sp>
        <p:nvSpPr>
          <p:cNvPr id="1040" name="TextBox 83"/>
          <p:cNvSpPr txBox="1"/>
          <p:nvPr/>
        </p:nvSpPr>
        <p:spPr>
          <a:xfrm>
            <a:off x="8593424" y="4228620"/>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25</a:t>
            </a:r>
          </a:p>
        </p:txBody>
      </p:sp>
      <p:sp>
        <p:nvSpPr>
          <p:cNvPr id="1041" name="TextBox 85"/>
          <p:cNvSpPr txBox="1"/>
          <p:nvPr/>
        </p:nvSpPr>
        <p:spPr>
          <a:xfrm>
            <a:off x="9395966" y="4228620"/>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30</a:t>
            </a:r>
          </a:p>
        </p:txBody>
      </p:sp>
      <p:sp>
        <p:nvSpPr>
          <p:cNvPr id="1042" name="Connector: Curved 97"/>
          <p:cNvSpPr/>
          <p:nvPr/>
        </p:nvSpPr>
        <p:spPr>
          <a:xfrm flipH="1" flipV="1" rot="5400000">
            <a:off x="8088294" y="1137177"/>
            <a:ext cx="1752700" cy="16666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ln w="19050">
            <a:solidFill>
              <a:schemeClr val="accent1"/>
            </a:solidFill>
            <a:tailEnd type="triangle"/>
          </a:ln>
        </p:spPr>
        <p:txBody>
          <a:bodyPr lIns="45719" rIns="45719" anchor="ct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1001"/>
                                        </p:tgtEl>
                                        <p:attrNameLst>
                                          <p:attrName>style.visibility</p:attrName>
                                        </p:attrNameLst>
                                      </p:cBhvr>
                                      <p:to>
                                        <p:strVal val="visible"/>
                                      </p:to>
                                    </p:set>
                                    <p:anim calcmode="lin" valueType="num">
                                      <p:cBhvr>
                                        <p:cTn id="7" dur="1500" fill="hold"/>
                                        <p:tgtEl>
                                          <p:spTgt spid="1001"/>
                                        </p:tgtEl>
                                        <p:attrNameLst>
                                          <p:attrName>ppt_x</p:attrName>
                                        </p:attrNameLst>
                                      </p:cBhvr>
                                      <p:tavLst>
                                        <p:tav tm="0">
                                          <p:val>
                                            <p:strVal val="#ppt_x"/>
                                          </p:val>
                                        </p:tav>
                                        <p:tav tm="100000">
                                          <p:val>
                                            <p:strVal val="#ppt_x"/>
                                          </p:val>
                                        </p:tav>
                                      </p:tavLst>
                                    </p:anim>
                                    <p:anim calcmode="lin" valueType="num">
                                      <p:cBhvr>
                                        <p:cTn id="8" dur="1500" fill="hold"/>
                                        <p:tgtEl>
                                          <p:spTgt spid="1001"/>
                                        </p:tgtEl>
                                        <p:attrNameLst>
                                          <p:attrName>ppt_y</p:attrName>
                                        </p:attrNameLst>
                                      </p:cBhvr>
                                      <p:tavLst>
                                        <p:tav tm="0">
                                          <p:val>
                                            <p:strVal val="1+#ppt_h/2"/>
                                          </p:val>
                                        </p:tav>
                                        <p:tav tm="100000">
                                          <p:val>
                                            <p:strVal val="#ppt_y"/>
                                          </p:val>
                                        </p:tav>
                                      </p:tavLst>
                                    </p:anim>
                                  </p:childTnLst>
                                </p:cTn>
                              </p:par>
                            </p:childTnLst>
                          </p:cTn>
                        </p:par>
                        <p:par>
                          <p:cTn id="9" fill="hold">
                            <p:stCondLst>
                              <p:cond delay="1500"/>
                            </p:stCondLst>
                            <p:childTnLst>
                              <p:par>
                                <p:cTn id="10" presetClass="entr" nodeType="afterEffect" presetSubtype="4" presetID="2" grpId="2" fill="hold">
                                  <p:stCondLst>
                                    <p:cond delay="0"/>
                                  </p:stCondLst>
                                  <p:iterate type="el" backwards="0">
                                    <p:tmAbs val="0"/>
                                  </p:iterate>
                                  <p:childTnLst>
                                    <p:set>
                                      <p:cBhvr>
                                        <p:cTn id="11" fill="hold"/>
                                        <p:tgtEl>
                                          <p:spTgt spid="999"/>
                                        </p:tgtEl>
                                        <p:attrNameLst>
                                          <p:attrName>style.visibility</p:attrName>
                                        </p:attrNameLst>
                                      </p:cBhvr>
                                      <p:to>
                                        <p:strVal val="visible"/>
                                      </p:to>
                                    </p:set>
                                    <p:anim calcmode="lin" valueType="num">
                                      <p:cBhvr>
                                        <p:cTn id="12" dur="1500" fill="hold"/>
                                        <p:tgtEl>
                                          <p:spTgt spid="999"/>
                                        </p:tgtEl>
                                        <p:attrNameLst>
                                          <p:attrName>ppt_x</p:attrName>
                                        </p:attrNameLst>
                                      </p:cBhvr>
                                      <p:tavLst>
                                        <p:tav tm="0">
                                          <p:val>
                                            <p:strVal val="#ppt_x"/>
                                          </p:val>
                                        </p:tav>
                                        <p:tav tm="100000">
                                          <p:val>
                                            <p:strVal val="#ppt_x"/>
                                          </p:val>
                                        </p:tav>
                                      </p:tavLst>
                                    </p:anim>
                                    <p:anim calcmode="lin" valueType="num">
                                      <p:cBhvr>
                                        <p:cTn id="13" dur="1500" fill="hold"/>
                                        <p:tgtEl>
                                          <p:spTgt spid="999"/>
                                        </p:tgtEl>
                                        <p:attrNameLst>
                                          <p:attrName>ppt_y</p:attrName>
                                        </p:attrNameLst>
                                      </p:cBhvr>
                                      <p:tavLst>
                                        <p:tav tm="0">
                                          <p:val>
                                            <p:strVal val="1+#ppt_h/2"/>
                                          </p:val>
                                        </p:tav>
                                        <p:tav tm="100000">
                                          <p:val>
                                            <p:strVal val="#ppt_y"/>
                                          </p:val>
                                        </p:tav>
                                      </p:tavLst>
                                    </p:anim>
                                  </p:childTnLst>
                                </p:cTn>
                              </p:par>
                            </p:childTnLst>
                          </p:cTn>
                        </p:par>
                        <p:par>
                          <p:cTn id="14" fill="hold">
                            <p:stCondLst>
                              <p:cond delay="3000"/>
                            </p:stCondLst>
                            <p:childTnLst>
                              <p:par>
                                <p:cTn id="15" presetClass="entr" nodeType="afterEffect" presetSubtype="4" presetID="7" grpId="3" fill="hold">
                                  <p:stCondLst>
                                    <p:cond delay="0"/>
                                  </p:stCondLst>
                                  <p:iterate type="el" backwards="0">
                                    <p:tmAbs val="0"/>
                                  </p:iterate>
                                  <p:childTnLst>
                                    <p:set>
                                      <p:cBhvr>
                                        <p:cTn id="16" fill="hold"/>
                                        <p:tgtEl>
                                          <p:spTgt spid="1000"/>
                                        </p:tgtEl>
                                        <p:attrNameLst>
                                          <p:attrName>style.visibility</p:attrName>
                                        </p:attrNameLst>
                                      </p:cBhvr>
                                      <p:to>
                                        <p:strVal val="visible"/>
                                      </p:to>
                                    </p:set>
                                    <p:anim calcmode="lin" valueType="num">
                                      <p:cBhvr>
                                        <p:cTn id="17" dur="1500" fill="hold"/>
                                        <p:tgtEl>
                                          <p:spTgt spid="1000"/>
                                        </p:tgtEl>
                                        <p:attrNameLst>
                                          <p:attrName>ppt_x</p:attrName>
                                        </p:attrNameLst>
                                      </p:cBhvr>
                                      <p:tavLst>
                                        <p:tav tm="0">
                                          <p:val>
                                            <p:strVal val="#ppt_x"/>
                                          </p:val>
                                        </p:tav>
                                        <p:tav tm="100000">
                                          <p:val>
                                            <p:strVal val="#ppt_x"/>
                                          </p:val>
                                        </p:tav>
                                      </p:tavLst>
                                    </p:anim>
                                    <p:anim calcmode="lin" valueType="num">
                                      <p:cBhvr>
                                        <p:cTn id="18" dur="1500" fill="hold"/>
                                        <p:tgtEl>
                                          <p:spTgt spid="1000"/>
                                        </p:tgtEl>
                                        <p:attrNameLst>
                                          <p:attrName>ppt_y</p:attrName>
                                        </p:attrNameLst>
                                      </p:cBhvr>
                                      <p:tavLst>
                                        <p:tav tm="0">
                                          <p:val>
                                            <p:strVal val="1+#ppt_h/2"/>
                                          </p:val>
                                        </p:tav>
                                        <p:tav tm="100000">
                                          <p:val>
                                            <p:strVal val="#ppt_y"/>
                                          </p:val>
                                        </p:tav>
                                      </p:tavLst>
                                    </p:anim>
                                  </p:childTnLst>
                                </p:cTn>
                              </p:par>
                            </p:childTnLst>
                          </p:cTn>
                        </p:par>
                        <p:par>
                          <p:cTn id="19" fill="hold">
                            <p:stCondLst>
                              <p:cond delay="4500"/>
                            </p:stCondLst>
                            <p:childTnLst>
                              <p:par>
                                <p:cTn id="20" presetClass="entr" nodeType="afterEffect" presetSubtype="4" presetID="2" grpId="4" fill="hold">
                                  <p:stCondLst>
                                    <p:cond delay="0"/>
                                  </p:stCondLst>
                                  <p:iterate type="el" backwards="0">
                                    <p:tmAbs val="0"/>
                                  </p:iterate>
                                  <p:childTnLst>
                                    <p:set>
                                      <p:cBhvr>
                                        <p:cTn id="21" fill="hold"/>
                                        <p:tgtEl>
                                          <p:spTgt spid="1002"/>
                                        </p:tgtEl>
                                        <p:attrNameLst>
                                          <p:attrName>style.visibility</p:attrName>
                                        </p:attrNameLst>
                                      </p:cBhvr>
                                      <p:to>
                                        <p:strVal val="visible"/>
                                      </p:to>
                                    </p:set>
                                    <p:anim calcmode="lin" valueType="num">
                                      <p:cBhvr>
                                        <p:cTn id="22" dur="1500" fill="hold"/>
                                        <p:tgtEl>
                                          <p:spTgt spid="1002"/>
                                        </p:tgtEl>
                                        <p:attrNameLst>
                                          <p:attrName>ppt_x</p:attrName>
                                        </p:attrNameLst>
                                      </p:cBhvr>
                                      <p:tavLst>
                                        <p:tav tm="0">
                                          <p:val>
                                            <p:strVal val="#ppt_x"/>
                                          </p:val>
                                        </p:tav>
                                        <p:tav tm="100000">
                                          <p:val>
                                            <p:strVal val="#ppt_x"/>
                                          </p:val>
                                        </p:tav>
                                      </p:tavLst>
                                    </p:anim>
                                    <p:anim calcmode="lin" valueType="num">
                                      <p:cBhvr>
                                        <p:cTn id="23" dur="1500" fill="hold"/>
                                        <p:tgtEl>
                                          <p:spTgt spid="1002"/>
                                        </p:tgtEl>
                                        <p:attrNameLst>
                                          <p:attrName>ppt_y</p:attrName>
                                        </p:attrNameLst>
                                      </p:cBhvr>
                                      <p:tavLst>
                                        <p:tav tm="0">
                                          <p:val>
                                            <p:strVal val="1+#ppt_h/2"/>
                                          </p:val>
                                        </p:tav>
                                        <p:tav tm="100000">
                                          <p:val>
                                            <p:strVal val="#ppt_y"/>
                                          </p:val>
                                        </p:tav>
                                      </p:tavLst>
                                    </p:anim>
                                  </p:childTnLst>
                                </p:cTn>
                              </p:par>
                            </p:childTnLst>
                          </p:cTn>
                        </p:par>
                        <p:par>
                          <p:cTn id="24" fill="hold">
                            <p:stCondLst>
                              <p:cond delay="6000"/>
                            </p:stCondLst>
                            <p:childTnLst>
                              <p:par>
                                <p:cTn id="25" presetClass="entr" nodeType="afterEffect" presetSubtype="4" presetID="2" grpId="5" fill="hold">
                                  <p:stCondLst>
                                    <p:cond delay="0"/>
                                  </p:stCondLst>
                                  <p:iterate type="el" backwards="0">
                                    <p:tmAbs val="0"/>
                                  </p:iterate>
                                  <p:childTnLst>
                                    <p:set>
                                      <p:cBhvr>
                                        <p:cTn id="26" fill="hold"/>
                                        <p:tgtEl>
                                          <p:spTgt spid="1003"/>
                                        </p:tgtEl>
                                        <p:attrNameLst>
                                          <p:attrName>style.visibility</p:attrName>
                                        </p:attrNameLst>
                                      </p:cBhvr>
                                      <p:to>
                                        <p:strVal val="visible"/>
                                      </p:to>
                                    </p:set>
                                    <p:anim calcmode="lin" valueType="num">
                                      <p:cBhvr>
                                        <p:cTn id="27" dur="1500" fill="hold"/>
                                        <p:tgtEl>
                                          <p:spTgt spid="1003"/>
                                        </p:tgtEl>
                                        <p:attrNameLst>
                                          <p:attrName>ppt_x</p:attrName>
                                        </p:attrNameLst>
                                      </p:cBhvr>
                                      <p:tavLst>
                                        <p:tav tm="0">
                                          <p:val>
                                            <p:strVal val="#ppt_x"/>
                                          </p:val>
                                        </p:tav>
                                        <p:tav tm="100000">
                                          <p:val>
                                            <p:strVal val="#ppt_x"/>
                                          </p:val>
                                        </p:tav>
                                      </p:tavLst>
                                    </p:anim>
                                    <p:anim calcmode="lin" valueType="num">
                                      <p:cBhvr>
                                        <p:cTn id="28" dur="1500" fill="hold"/>
                                        <p:tgtEl>
                                          <p:spTgt spid="1003"/>
                                        </p:tgtEl>
                                        <p:attrNameLst>
                                          <p:attrName>ppt_y</p:attrName>
                                        </p:attrNameLst>
                                      </p:cBhvr>
                                      <p:tavLst>
                                        <p:tav tm="0">
                                          <p:val>
                                            <p:strVal val="1+#ppt_h/2"/>
                                          </p:val>
                                        </p:tav>
                                        <p:tav tm="100000">
                                          <p:val>
                                            <p:strVal val="#ppt_y"/>
                                          </p:val>
                                        </p:tav>
                                      </p:tavLst>
                                    </p:anim>
                                  </p:childTnLst>
                                </p:cTn>
                              </p:par>
                            </p:childTnLst>
                          </p:cTn>
                        </p:par>
                        <p:par>
                          <p:cTn id="29" fill="hold">
                            <p:stCondLst>
                              <p:cond delay="7500"/>
                            </p:stCondLst>
                            <p:childTnLst>
                              <p:par>
                                <p:cTn id="30" presetClass="entr" nodeType="afterEffect" presetSubtype="4" presetID="2" grpId="6" fill="hold">
                                  <p:stCondLst>
                                    <p:cond delay="0"/>
                                  </p:stCondLst>
                                  <p:iterate type="el" backwards="0">
                                    <p:tmAbs val="0"/>
                                  </p:iterate>
                                  <p:childTnLst>
                                    <p:set>
                                      <p:cBhvr>
                                        <p:cTn id="31" fill="hold"/>
                                        <p:tgtEl>
                                          <p:spTgt spid="1004"/>
                                        </p:tgtEl>
                                        <p:attrNameLst>
                                          <p:attrName>style.visibility</p:attrName>
                                        </p:attrNameLst>
                                      </p:cBhvr>
                                      <p:to>
                                        <p:strVal val="visible"/>
                                      </p:to>
                                    </p:set>
                                    <p:anim calcmode="lin" valueType="num">
                                      <p:cBhvr>
                                        <p:cTn id="32" dur="1500" fill="hold"/>
                                        <p:tgtEl>
                                          <p:spTgt spid="1004"/>
                                        </p:tgtEl>
                                        <p:attrNameLst>
                                          <p:attrName>ppt_x</p:attrName>
                                        </p:attrNameLst>
                                      </p:cBhvr>
                                      <p:tavLst>
                                        <p:tav tm="0">
                                          <p:val>
                                            <p:strVal val="#ppt_x"/>
                                          </p:val>
                                        </p:tav>
                                        <p:tav tm="100000">
                                          <p:val>
                                            <p:strVal val="#ppt_x"/>
                                          </p:val>
                                        </p:tav>
                                      </p:tavLst>
                                    </p:anim>
                                    <p:anim calcmode="lin" valueType="num">
                                      <p:cBhvr>
                                        <p:cTn id="33" dur="1500" fill="hold"/>
                                        <p:tgtEl>
                                          <p:spTgt spid="1004"/>
                                        </p:tgtEl>
                                        <p:attrNameLst>
                                          <p:attrName>ppt_y</p:attrName>
                                        </p:attrNameLst>
                                      </p:cBhvr>
                                      <p:tavLst>
                                        <p:tav tm="0">
                                          <p:val>
                                            <p:strVal val="1+#ppt_h/2"/>
                                          </p:val>
                                        </p:tav>
                                        <p:tav tm="100000">
                                          <p:val>
                                            <p:strVal val="#ppt_y"/>
                                          </p:val>
                                        </p:tav>
                                      </p:tavLst>
                                    </p:anim>
                                  </p:childTnLst>
                                </p:cTn>
                              </p:par>
                            </p:childTnLst>
                          </p:cTn>
                        </p:par>
                        <p:par>
                          <p:cTn id="34" fill="hold">
                            <p:stCondLst>
                              <p:cond delay="9000"/>
                            </p:stCondLst>
                            <p:childTnLst>
                              <p:par>
                                <p:cTn id="35" presetClass="entr" nodeType="afterEffect" presetSubtype="4" presetID="2" grpId="7" fill="hold">
                                  <p:stCondLst>
                                    <p:cond delay="0"/>
                                  </p:stCondLst>
                                  <p:iterate type="el" backwards="0">
                                    <p:tmAbs val="0"/>
                                  </p:iterate>
                                  <p:childTnLst>
                                    <p:set>
                                      <p:cBhvr>
                                        <p:cTn id="36" fill="hold"/>
                                        <p:tgtEl>
                                          <p:spTgt spid="1005"/>
                                        </p:tgtEl>
                                        <p:attrNameLst>
                                          <p:attrName>style.visibility</p:attrName>
                                        </p:attrNameLst>
                                      </p:cBhvr>
                                      <p:to>
                                        <p:strVal val="visible"/>
                                      </p:to>
                                    </p:set>
                                    <p:anim calcmode="lin" valueType="num">
                                      <p:cBhvr>
                                        <p:cTn id="37" dur="1500" fill="hold"/>
                                        <p:tgtEl>
                                          <p:spTgt spid="1005"/>
                                        </p:tgtEl>
                                        <p:attrNameLst>
                                          <p:attrName>ppt_x</p:attrName>
                                        </p:attrNameLst>
                                      </p:cBhvr>
                                      <p:tavLst>
                                        <p:tav tm="0">
                                          <p:val>
                                            <p:strVal val="#ppt_x"/>
                                          </p:val>
                                        </p:tav>
                                        <p:tav tm="100000">
                                          <p:val>
                                            <p:strVal val="#ppt_x"/>
                                          </p:val>
                                        </p:tav>
                                      </p:tavLst>
                                    </p:anim>
                                    <p:anim calcmode="lin" valueType="num">
                                      <p:cBhvr>
                                        <p:cTn id="38" dur="1500" fill="hold"/>
                                        <p:tgtEl>
                                          <p:spTgt spid="10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4" presetID="22" grpId="8" fill="hold">
                                  <p:stCondLst>
                                    <p:cond delay="0"/>
                                  </p:stCondLst>
                                  <p:iterate type="el" backwards="0">
                                    <p:tmAbs val="0"/>
                                  </p:iterate>
                                  <p:childTnLst>
                                    <p:set>
                                      <p:cBhvr>
                                        <p:cTn id="42" fill="hold"/>
                                        <p:tgtEl>
                                          <p:spTgt spid="1009"/>
                                        </p:tgtEl>
                                        <p:attrNameLst>
                                          <p:attrName>style.visibility</p:attrName>
                                        </p:attrNameLst>
                                      </p:cBhvr>
                                      <p:to>
                                        <p:strVal val="visible"/>
                                      </p:to>
                                    </p:set>
                                    <p:animEffect filter="wipe(down)" transition="in">
                                      <p:cBhvr>
                                        <p:cTn id="43" dur="1000"/>
                                        <p:tgtEl>
                                          <p:spTgt spid="1009"/>
                                        </p:tgtEl>
                                      </p:cBhvr>
                                    </p:animEffect>
                                  </p:childTnLst>
                                </p:cTn>
                              </p:par>
                            </p:childTnLst>
                          </p:cTn>
                        </p:par>
                        <p:par>
                          <p:cTn id="44" fill="hold">
                            <p:stCondLst>
                              <p:cond delay="1000"/>
                            </p:stCondLst>
                            <p:childTnLst>
                              <p:par>
                                <p:cTn id="45" presetClass="entr" nodeType="afterEffect" presetSubtype="8" presetID="22" grpId="9" fill="hold">
                                  <p:stCondLst>
                                    <p:cond delay="0"/>
                                  </p:stCondLst>
                                  <p:iterate type="el" backwards="0">
                                    <p:tmAbs val="0"/>
                                  </p:iterate>
                                  <p:childTnLst>
                                    <p:set>
                                      <p:cBhvr>
                                        <p:cTn id="46" fill="hold"/>
                                        <p:tgtEl>
                                          <p:spTgt spid="1010"/>
                                        </p:tgtEl>
                                        <p:attrNameLst>
                                          <p:attrName>style.visibility</p:attrName>
                                        </p:attrNameLst>
                                      </p:cBhvr>
                                      <p:to>
                                        <p:strVal val="visible"/>
                                      </p:to>
                                    </p:set>
                                    <p:animEffect filter="wipe(left)" transition="in">
                                      <p:cBhvr>
                                        <p:cTn id="47" dur="10"/>
                                        <p:tgtEl>
                                          <p:spTgt spid="1010"/>
                                        </p:tgtEl>
                                      </p:cBhvr>
                                    </p:animEffect>
                                  </p:childTnLst>
                                </p:cTn>
                              </p:par>
                            </p:childTnLst>
                          </p:cTn>
                        </p:par>
                        <p:par>
                          <p:cTn id="48" fill="hold">
                            <p:stCondLst>
                              <p:cond delay="1010"/>
                            </p:stCondLst>
                            <p:childTnLst>
                              <p:par>
                                <p:cTn id="49" presetClass="entr" nodeType="afterEffect" presetSubtype="8" presetID="22" grpId="10" fill="hold">
                                  <p:stCondLst>
                                    <p:cond delay="0"/>
                                  </p:stCondLst>
                                  <p:iterate type="el" backwards="0">
                                    <p:tmAbs val="0"/>
                                  </p:iterate>
                                  <p:childTnLst>
                                    <p:set>
                                      <p:cBhvr>
                                        <p:cTn id="50" fill="hold"/>
                                        <p:tgtEl>
                                          <p:spTgt spid="1015"/>
                                        </p:tgtEl>
                                        <p:attrNameLst>
                                          <p:attrName>style.visibility</p:attrName>
                                        </p:attrNameLst>
                                      </p:cBhvr>
                                      <p:to>
                                        <p:strVal val="visible"/>
                                      </p:to>
                                    </p:set>
                                    <p:animEffect filter="wipe(left)" transition="in">
                                      <p:cBhvr>
                                        <p:cTn id="51" dur="1000"/>
                                        <p:tgtEl>
                                          <p:spTgt spid="1015"/>
                                        </p:tgtEl>
                                      </p:cBhvr>
                                    </p:animEffect>
                                  </p:childTnLst>
                                </p:cTn>
                              </p:par>
                            </p:childTnLst>
                          </p:cTn>
                        </p:par>
                        <p:par>
                          <p:cTn id="52" fill="hold">
                            <p:stCondLst>
                              <p:cond delay="2010"/>
                            </p:stCondLst>
                            <p:childTnLst>
                              <p:par>
                                <p:cTn id="53" presetClass="entr" nodeType="afterEffect" presetSubtype="8" presetID="22" grpId="11" fill="hold">
                                  <p:stCondLst>
                                    <p:cond delay="0"/>
                                  </p:stCondLst>
                                  <p:iterate type="el" backwards="0">
                                    <p:tmAbs val="0"/>
                                  </p:iterate>
                                  <p:childTnLst>
                                    <p:set>
                                      <p:cBhvr>
                                        <p:cTn id="54" fill="hold"/>
                                        <p:tgtEl>
                                          <p:spTgt spid="1016"/>
                                        </p:tgtEl>
                                        <p:attrNameLst>
                                          <p:attrName>style.visibility</p:attrName>
                                        </p:attrNameLst>
                                      </p:cBhvr>
                                      <p:to>
                                        <p:strVal val="visible"/>
                                      </p:to>
                                    </p:set>
                                    <p:animEffect filter="wipe(left)" transition="in">
                                      <p:cBhvr>
                                        <p:cTn id="55" dur="1000"/>
                                        <p:tgtEl>
                                          <p:spTgt spid="1016"/>
                                        </p:tgtEl>
                                      </p:cBhvr>
                                    </p:animEffect>
                                  </p:childTnLst>
                                </p:cTn>
                              </p:par>
                            </p:childTnLst>
                          </p:cTn>
                        </p:par>
                        <p:par>
                          <p:cTn id="56" fill="hold">
                            <p:stCondLst>
                              <p:cond delay="3010"/>
                            </p:stCondLst>
                            <p:childTnLst>
                              <p:par>
                                <p:cTn id="57" presetClass="entr" nodeType="afterEffect" presetSubtype="8" presetID="22" grpId="12" fill="hold">
                                  <p:stCondLst>
                                    <p:cond delay="0"/>
                                  </p:stCondLst>
                                  <p:iterate type="el" backwards="0">
                                    <p:tmAbs val="0"/>
                                  </p:iterate>
                                  <p:childTnLst>
                                    <p:set>
                                      <p:cBhvr>
                                        <p:cTn id="58" fill="hold"/>
                                        <p:tgtEl>
                                          <p:spTgt spid="1017"/>
                                        </p:tgtEl>
                                        <p:attrNameLst>
                                          <p:attrName>style.visibility</p:attrName>
                                        </p:attrNameLst>
                                      </p:cBhvr>
                                      <p:to>
                                        <p:strVal val="visible"/>
                                      </p:to>
                                    </p:set>
                                    <p:animEffect filter="wipe(left)" transition="in">
                                      <p:cBhvr>
                                        <p:cTn id="59" dur="1000"/>
                                        <p:tgtEl>
                                          <p:spTgt spid="1017"/>
                                        </p:tgtEl>
                                      </p:cBhvr>
                                    </p:animEffect>
                                  </p:childTnLst>
                                </p:cTn>
                              </p:par>
                            </p:childTnLst>
                          </p:cTn>
                        </p:par>
                        <p:par>
                          <p:cTn id="60" fill="hold">
                            <p:stCondLst>
                              <p:cond delay="4010"/>
                            </p:stCondLst>
                            <p:childTnLst>
                              <p:par>
                                <p:cTn id="61" presetClass="entr" nodeType="afterEffect" presetSubtype="8" presetID="22" grpId="13" fill="hold">
                                  <p:stCondLst>
                                    <p:cond delay="0"/>
                                  </p:stCondLst>
                                  <p:iterate type="el" backwards="0">
                                    <p:tmAbs val="0"/>
                                  </p:iterate>
                                  <p:childTnLst>
                                    <p:set>
                                      <p:cBhvr>
                                        <p:cTn id="62" fill="hold"/>
                                        <p:tgtEl>
                                          <p:spTgt spid="1018"/>
                                        </p:tgtEl>
                                        <p:attrNameLst>
                                          <p:attrName>style.visibility</p:attrName>
                                        </p:attrNameLst>
                                      </p:cBhvr>
                                      <p:to>
                                        <p:strVal val="visible"/>
                                      </p:to>
                                    </p:set>
                                    <p:animEffect filter="wipe(left)" transition="in">
                                      <p:cBhvr>
                                        <p:cTn id="63" dur="1000"/>
                                        <p:tgtEl>
                                          <p:spTgt spid="1018"/>
                                        </p:tgtEl>
                                      </p:cBhvr>
                                    </p:animEffect>
                                  </p:childTnLst>
                                </p:cTn>
                              </p:par>
                            </p:childTnLst>
                          </p:cTn>
                        </p:par>
                        <p:par>
                          <p:cTn id="64" fill="hold">
                            <p:stCondLst>
                              <p:cond delay="5010"/>
                            </p:stCondLst>
                            <p:childTnLst>
                              <p:par>
                                <p:cTn id="65" presetClass="entr" nodeType="afterEffect" presetSubtype="8" presetID="22" grpId="14" fill="hold">
                                  <p:stCondLst>
                                    <p:cond delay="0"/>
                                  </p:stCondLst>
                                  <p:iterate type="el" backwards="0">
                                    <p:tmAbs val="0"/>
                                  </p:iterate>
                                  <p:childTnLst>
                                    <p:set>
                                      <p:cBhvr>
                                        <p:cTn id="66" fill="hold"/>
                                        <p:tgtEl>
                                          <p:spTgt spid="1019"/>
                                        </p:tgtEl>
                                        <p:attrNameLst>
                                          <p:attrName>style.visibility</p:attrName>
                                        </p:attrNameLst>
                                      </p:cBhvr>
                                      <p:to>
                                        <p:strVal val="visible"/>
                                      </p:to>
                                    </p:set>
                                    <p:animEffect filter="wipe(left)" transition="in">
                                      <p:cBhvr>
                                        <p:cTn id="67" dur="1000"/>
                                        <p:tgtEl>
                                          <p:spTgt spid="1019"/>
                                        </p:tgtEl>
                                      </p:cBhvr>
                                    </p:animEffect>
                                  </p:childTnLst>
                                </p:cTn>
                              </p:par>
                            </p:childTnLst>
                          </p:cTn>
                        </p:par>
                        <p:par>
                          <p:cTn id="68" fill="hold">
                            <p:stCondLst>
                              <p:cond delay="6010"/>
                            </p:stCondLst>
                            <p:childTnLst>
                              <p:par>
                                <p:cTn id="69" presetClass="entr" nodeType="afterEffect" presetSubtype="8" presetID="22" grpId="15" fill="hold">
                                  <p:stCondLst>
                                    <p:cond delay="0"/>
                                  </p:stCondLst>
                                  <p:iterate type="el" backwards="0">
                                    <p:tmAbs val="0"/>
                                  </p:iterate>
                                  <p:childTnLst>
                                    <p:set>
                                      <p:cBhvr>
                                        <p:cTn id="70" fill="hold"/>
                                        <p:tgtEl>
                                          <p:spTgt spid="1020"/>
                                        </p:tgtEl>
                                        <p:attrNameLst>
                                          <p:attrName>style.visibility</p:attrName>
                                        </p:attrNameLst>
                                      </p:cBhvr>
                                      <p:to>
                                        <p:strVal val="visible"/>
                                      </p:to>
                                    </p:set>
                                    <p:animEffect filter="wipe(left)" transition="in">
                                      <p:cBhvr>
                                        <p:cTn id="71" dur="1000"/>
                                        <p:tgtEl>
                                          <p:spTgt spid="1020"/>
                                        </p:tgtEl>
                                      </p:cBhvr>
                                    </p:animEffect>
                                  </p:childTnLst>
                                </p:cTn>
                              </p:par>
                            </p:childTnLst>
                          </p:cTn>
                        </p:par>
                        <p:par>
                          <p:cTn id="72" fill="hold">
                            <p:stCondLst>
                              <p:cond delay="7010"/>
                            </p:stCondLst>
                            <p:childTnLst>
                              <p:par>
                                <p:cTn id="73" presetClass="entr" nodeType="afterEffect" presetSubtype="4" presetID="22" grpId="16" fill="hold">
                                  <p:stCondLst>
                                    <p:cond delay="0"/>
                                  </p:stCondLst>
                                  <p:iterate type="el" backwards="0">
                                    <p:tmAbs val="0"/>
                                  </p:iterate>
                                  <p:childTnLst>
                                    <p:set>
                                      <p:cBhvr>
                                        <p:cTn id="74" fill="hold"/>
                                        <p:tgtEl>
                                          <p:spTgt spid="1021"/>
                                        </p:tgtEl>
                                        <p:attrNameLst>
                                          <p:attrName>style.visibility</p:attrName>
                                        </p:attrNameLst>
                                      </p:cBhvr>
                                      <p:to>
                                        <p:strVal val="visible"/>
                                      </p:to>
                                    </p:set>
                                    <p:animEffect filter="wipe(down)" transition="in">
                                      <p:cBhvr>
                                        <p:cTn id="75" dur="500"/>
                                        <p:tgtEl>
                                          <p:spTgt spid="1021"/>
                                        </p:tgtEl>
                                      </p:cBhvr>
                                    </p:animEffect>
                                  </p:childTnLst>
                                </p:cTn>
                              </p:par>
                            </p:childTnLst>
                          </p:cTn>
                        </p:par>
                        <p:par>
                          <p:cTn id="76" fill="hold">
                            <p:stCondLst>
                              <p:cond delay="7510"/>
                            </p:stCondLst>
                            <p:childTnLst>
                              <p:par>
                                <p:cTn id="77" presetClass="entr" nodeType="afterEffect" presetSubtype="4" presetID="22" grpId="17" fill="hold">
                                  <p:stCondLst>
                                    <p:cond delay="0"/>
                                  </p:stCondLst>
                                  <p:iterate type="el" backwards="0">
                                    <p:tmAbs val="0"/>
                                  </p:iterate>
                                  <p:childTnLst>
                                    <p:set>
                                      <p:cBhvr>
                                        <p:cTn id="78" fill="hold"/>
                                        <p:tgtEl>
                                          <p:spTgt spid="1022"/>
                                        </p:tgtEl>
                                        <p:attrNameLst>
                                          <p:attrName>style.visibility</p:attrName>
                                        </p:attrNameLst>
                                      </p:cBhvr>
                                      <p:to>
                                        <p:strVal val="visible"/>
                                      </p:to>
                                    </p:set>
                                    <p:animEffect filter="wipe(down)" transition="in">
                                      <p:cBhvr>
                                        <p:cTn id="79" dur="500"/>
                                        <p:tgtEl>
                                          <p:spTgt spid="1022"/>
                                        </p:tgtEl>
                                      </p:cBhvr>
                                    </p:animEffect>
                                  </p:childTnLst>
                                </p:cTn>
                              </p:par>
                            </p:childTnLst>
                          </p:cTn>
                        </p:par>
                        <p:par>
                          <p:cTn id="80" fill="hold">
                            <p:stCondLst>
                              <p:cond delay="8010"/>
                            </p:stCondLst>
                            <p:childTnLst>
                              <p:par>
                                <p:cTn id="81" presetClass="entr" nodeType="afterEffect" presetSubtype="4" presetID="22" grpId="18" fill="hold">
                                  <p:stCondLst>
                                    <p:cond delay="0"/>
                                  </p:stCondLst>
                                  <p:iterate type="el" backwards="0">
                                    <p:tmAbs val="0"/>
                                  </p:iterate>
                                  <p:childTnLst>
                                    <p:set>
                                      <p:cBhvr>
                                        <p:cTn id="82" fill="hold"/>
                                        <p:tgtEl>
                                          <p:spTgt spid="1023"/>
                                        </p:tgtEl>
                                        <p:attrNameLst>
                                          <p:attrName>style.visibility</p:attrName>
                                        </p:attrNameLst>
                                      </p:cBhvr>
                                      <p:to>
                                        <p:strVal val="visible"/>
                                      </p:to>
                                    </p:set>
                                    <p:animEffect filter="wipe(down)" transition="in">
                                      <p:cBhvr>
                                        <p:cTn id="83" dur="500"/>
                                        <p:tgtEl>
                                          <p:spTgt spid="1023"/>
                                        </p:tgtEl>
                                      </p:cBhvr>
                                    </p:animEffect>
                                  </p:childTnLst>
                                </p:cTn>
                              </p:par>
                            </p:childTnLst>
                          </p:cTn>
                        </p:par>
                        <p:par>
                          <p:cTn id="84" fill="hold">
                            <p:stCondLst>
                              <p:cond delay="8510"/>
                            </p:stCondLst>
                            <p:childTnLst>
                              <p:par>
                                <p:cTn id="85" presetClass="entr" nodeType="afterEffect" presetSubtype="4" presetID="22" grpId="19" fill="hold">
                                  <p:stCondLst>
                                    <p:cond delay="0"/>
                                  </p:stCondLst>
                                  <p:iterate type="el" backwards="0">
                                    <p:tmAbs val="0"/>
                                  </p:iterate>
                                  <p:childTnLst>
                                    <p:set>
                                      <p:cBhvr>
                                        <p:cTn id="86" fill="hold"/>
                                        <p:tgtEl>
                                          <p:spTgt spid="1024"/>
                                        </p:tgtEl>
                                        <p:attrNameLst>
                                          <p:attrName>style.visibility</p:attrName>
                                        </p:attrNameLst>
                                      </p:cBhvr>
                                      <p:to>
                                        <p:strVal val="visible"/>
                                      </p:to>
                                    </p:set>
                                    <p:animEffect filter="wipe(down)" transition="in">
                                      <p:cBhvr>
                                        <p:cTn id="87" dur="500"/>
                                        <p:tgtEl>
                                          <p:spTgt spid="1024"/>
                                        </p:tgtEl>
                                      </p:cBhvr>
                                    </p:animEffect>
                                  </p:childTnLst>
                                </p:cTn>
                              </p:par>
                            </p:childTnLst>
                          </p:cTn>
                        </p:par>
                        <p:par>
                          <p:cTn id="88" fill="hold">
                            <p:stCondLst>
                              <p:cond delay="9010"/>
                            </p:stCondLst>
                            <p:childTnLst>
                              <p:par>
                                <p:cTn id="89" presetClass="entr" nodeType="afterEffect" presetSubtype="4" presetID="22" grpId="20" fill="hold">
                                  <p:stCondLst>
                                    <p:cond delay="0"/>
                                  </p:stCondLst>
                                  <p:iterate type="el" backwards="0">
                                    <p:tmAbs val="0"/>
                                  </p:iterate>
                                  <p:childTnLst>
                                    <p:set>
                                      <p:cBhvr>
                                        <p:cTn id="90" fill="hold"/>
                                        <p:tgtEl>
                                          <p:spTgt spid="1025"/>
                                        </p:tgtEl>
                                        <p:attrNameLst>
                                          <p:attrName>style.visibility</p:attrName>
                                        </p:attrNameLst>
                                      </p:cBhvr>
                                      <p:to>
                                        <p:strVal val="visible"/>
                                      </p:to>
                                    </p:set>
                                    <p:animEffect filter="wipe(down)" transition="in">
                                      <p:cBhvr>
                                        <p:cTn id="91" dur="500"/>
                                        <p:tgtEl>
                                          <p:spTgt spid="1025"/>
                                        </p:tgtEl>
                                      </p:cBhvr>
                                    </p:animEffect>
                                  </p:childTnLst>
                                </p:cTn>
                              </p:par>
                            </p:childTnLst>
                          </p:cTn>
                        </p:par>
                        <p:par>
                          <p:cTn id="92" fill="hold">
                            <p:stCondLst>
                              <p:cond delay="9510"/>
                            </p:stCondLst>
                            <p:childTnLst>
                              <p:par>
                                <p:cTn id="93" presetClass="entr" nodeType="afterEffect" presetSubtype="4" presetID="2" grpId="21" fill="hold">
                                  <p:stCondLst>
                                    <p:cond delay="0"/>
                                  </p:stCondLst>
                                  <p:iterate type="el" backwards="0">
                                    <p:tmAbs val="0"/>
                                  </p:iterate>
                                  <p:childTnLst>
                                    <p:set>
                                      <p:cBhvr>
                                        <p:cTn id="94" fill="hold"/>
                                        <p:tgtEl>
                                          <p:spTgt spid="1037"/>
                                        </p:tgtEl>
                                        <p:attrNameLst>
                                          <p:attrName>style.visibility</p:attrName>
                                        </p:attrNameLst>
                                      </p:cBhvr>
                                      <p:to>
                                        <p:strVal val="visible"/>
                                      </p:to>
                                    </p:set>
                                    <p:anim calcmode="lin" valueType="num">
                                      <p:cBhvr>
                                        <p:cTn id="95" dur="1000" fill="hold"/>
                                        <p:tgtEl>
                                          <p:spTgt spid="1037"/>
                                        </p:tgtEl>
                                        <p:attrNameLst>
                                          <p:attrName>ppt_x</p:attrName>
                                        </p:attrNameLst>
                                      </p:cBhvr>
                                      <p:tavLst>
                                        <p:tav tm="0">
                                          <p:val>
                                            <p:strVal val="#ppt_x"/>
                                          </p:val>
                                        </p:tav>
                                        <p:tav tm="100000">
                                          <p:val>
                                            <p:strVal val="#ppt_x"/>
                                          </p:val>
                                        </p:tav>
                                      </p:tavLst>
                                    </p:anim>
                                    <p:anim calcmode="lin" valueType="num">
                                      <p:cBhvr>
                                        <p:cTn id="96" dur="1000" fill="hold"/>
                                        <p:tgtEl>
                                          <p:spTgt spid="1037"/>
                                        </p:tgtEl>
                                        <p:attrNameLst>
                                          <p:attrName>ppt_y</p:attrName>
                                        </p:attrNameLst>
                                      </p:cBhvr>
                                      <p:tavLst>
                                        <p:tav tm="0">
                                          <p:val>
                                            <p:strVal val="1+#ppt_h/2"/>
                                          </p:val>
                                        </p:tav>
                                        <p:tav tm="100000">
                                          <p:val>
                                            <p:strVal val="#ppt_y"/>
                                          </p:val>
                                        </p:tav>
                                      </p:tavLst>
                                    </p:anim>
                                  </p:childTnLst>
                                </p:cTn>
                              </p:par>
                            </p:childTnLst>
                          </p:cTn>
                        </p:par>
                        <p:par>
                          <p:cTn id="97" fill="hold">
                            <p:stCondLst>
                              <p:cond delay="10510"/>
                            </p:stCondLst>
                            <p:childTnLst>
                              <p:par>
                                <p:cTn id="98" presetClass="entr" nodeType="afterEffect" presetSubtype="4" presetID="2" grpId="22" fill="hold">
                                  <p:stCondLst>
                                    <p:cond delay="0"/>
                                  </p:stCondLst>
                                  <p:iterate type="el" backwards="0">
                                    <p:tmAbs val="0"/>
                                  </p:iterate>
                                  <p:childTnLst>
                                    <p:set>
                                      <p:cBhvr>
                                        <p:cTn id="99" fill="hold"/>
                                        <p:tgtEl>
                                          <p:spTgt spid="1038"/>
                                        </p:tgtEl>
                                        <p:attrNameLst>
                                          <p:attrName>style.visibility</p:attrName>
                                        </p:attrNameLst>
                                      </p:cBhvr>
                                      <p:to>
                                        <p:strVal val="visible"/>
                                      </p:to>
                                    </p:set>
                                    <p:anim calcmode="lin" valueType="num">
                                      <p:cBhvr>
                                        <p:cTn id="100" dur="1000" fill="hold"/>
                                        <p:tgtEl>
                                          <p:spTgt spid="1038"/>
                                        </p:tgtEl>
                                        <p:attrNameLst>
                                          <p:attrName>ppt_x</p:attrName>
                                        </p:attrNameLst>
                                      </p:cBhvr>
                                      <p:tavLst>
                                        <p:tav tm="0">
                                          <p:val>
                                            <p:strVal val="#ppt_x"/>
                                          </p:val>
                                        </p:tav>
                                        <p:tav tm="100000">
                                          <p:val>
                                            <p:strVal val="#ppt_x"/>
                                          </p:val>
                                        </p:tav>
                                      </p:tavLst>
                                    </p:anim>
                                    <p:anim calcmode="lin" valueType="num">
                                      <p:cBhvr>
                                        <p:cTn id="101" dur="1000" fill="hold"/>
                                        <p:tgtEl>
                                          <p:spTgt spid="1038"/>
                                        </p:tgtEl>
                                        <p:attrNameLst>
                                          <p:attrName>ppt_y</p:attrName>
                                        </p:attrNameLst>
                                      </p:cBhvr>
                                      <p:tavLst>
                                        <p:tav tm="0">
                                          <p:val>
                                            <p:strVal val="1+#ppt_h/2"/>
                                          </p:val>
                                        </p:tav>
                                        <p:tav tm="100000">
                                          <p:val>
                                            <p:strVal val="#ppt_y"/>
                                          </p:val>
                                        </p:tav>
                                      </p:tavLst>
                                    </p:anim>
                                  </p:childTnLst>
                                </p:cTn>
                              </p:par>
                            </p:childTnLst>
                          </p:cTn>
                        </p:par>
                        <p:par>
                          <p:cTn id="102" fill="hold">
                            <p:stCondLst>
                              <p:cond delay="11510"/>
                            </p:stCondLst>
                            <p:childTnLst>
                              <p:par>
                                <p:cTn id="103" presetClass="entr" nodeType="afterEffect" presetSubtype="4" presetID="2" grpId="23" fill="hold">
                                  <p:stCondLst>
                                    <p:cond delay="0"/>
                                  </p:stCondLst>
                                  <p:iterate type="el" backwards="0">
                                    <p:tmAbs val="0"/>
                                  </p:iterate>
                                  <p:childTnLst>
                                    <p:set>
                                      <p:cBhvr>
                                        <p:cTn id="104" fill="hold"/>
                                        <p:tgtEl>
                                          <p:spTgt spid="1039"/>
                                        </p:tgtEl>
                                        <p:attrNameLst>
                                          <p:attrName>style.visibility</p:attrName>
                                        </p:attrNameLst>
                                      </p:cBhvr>
                                      <p:to>
                                        <p:strVal val="visible"/>
                                      </p:to>
                                    </p:set>
                                    <p:anim calcmode="lin" valueType="num">
                                      <p:cBhvr>
                                        <p:cTn id="105" dur="1000" fill="hold"/>
                                        <p:tgtEl>
                                          <p:spTgt spid="1039"/>
                                        </p:tgtEl>
                                        <p:attrNameLst>
                                          <p:attrName>ppt_x</p:attrName>
                                        </p:attrNameLst>
                                      </p:cBhvr>
                                      <p:tavLst>
                                        <p:tav tm="0">
                                          <p:val>
                                            <p:strVal val="#ppt_x"/>
                                          </p:val>
                                        </p:tav>
                                        <p:tav tm="100000">
                                          <p:val>
                                            <p:strVal val="#ppt_x"/>
                                          </p:val>
                                        </p:tav>
                                      </p:tavLst>
                                    </p:anim>
                                    <p:anim calcmode="lin" valueType="num">
                                      <p:cBhvr>
                                        <p:cTn id="106" dur="1000" fill="hold"/>
                                        <p:tgtEl>
                                          <p:spTgt spid="1039"/>
                                        </p:tgtEl>
                                        <p:attrNameLst>
                                          <p:attrName>ppt_y</p:attrName>
                                        </p:attrNameLst>
                                      </p:cBhvr>
                                      <p:tavLst>
                                        <p:tav tm="0">
                                          <p:val>
                                            <p:strVal val="1+#ppt_h/2"/>
                                          </p:val>
                                        </p:tav>
                                        <p:tav tm="100000">
                                          <p:val>
                                            <p:strVal val="#ppt_y"/>
                                          </p:val>
                                        </p:tav>
                                      </p:tavLst>
                                    </p:anim>
                                  </p:childTnLst>
                                </p:cTn>
                              </p:par>
                            </p:childTnLst>
                          </p:cTn>
                        </p:par>
                        <p:par>
                          <p:cTn id="107" fill="hold">
                            <p:stCondLst>
                              <p:cond delay="12510"/>
                            </p:stCondLst>
                            <p:childTnLst>
                              <p:par>
                                <p:cTn id="108" presetClass="entr" nodeType="afterEffect" presetSubtype="4" presetID="2" grpId="24" fill="hold">
                                  <p:stCondLst>
                                    <p:cond delay="0"/>
                                  </p:stCondLst>
                                  <p:iterate type="el" backwards="0">
                                    <p:tmAbs val="0"/>
                                  </p:iterate>
                                  <p:childTnLst>
                                    <p:set>
                                      <p:cBhvr>
                                        <p:cTn id="109" fill="hold"/>
                                        <p:tgtEl>
                                          <p:spTgt spid="1040"/>
                                        </p:tgtEl>
                                        <p:attrNameLst>
                                          <p:attrName>style.visibility</p:attrName>
                                        </p:attrNameLst>
                                      </p:cBhvr>
                                      <p:to>
                                        <p:strVal val="visible"/>
                                      </p:to>
                                    </p:set>
                                    <p:anim calcmode="lin" valueType="num">
                                      <p:cBhvr>
                                        <p:cTn id="110" dur="1000" fill="hold"/>
                                        <p:tgtEl>
                                          <p:spTgt spid="1040"/>
                                        </p:tgtEl>
                                        <p:attrNameLst>
                                          <p:attrName>ppt_x</p:attrName>
                                        </p:attrNameLst>
                                      </p:cBhvr>
                                      <p:tavLst>
                                        <p:tav tm="0">
                                          <p:val>
                                            <p:strVal val="#ppt_x"/>
                                          </p:val>
                                        </p:tav>
                                        <p:tav tm="100000">
                                          <p:val>
                                            <p:strVal val="#ppt_x"/>
                                          </p:val>
                                        </p:tav>
                                      </p:tavLst>
                                    </p:anim>
                                    <p:anim calcmode="lin" valueType="num">
                                      <p:cBhvr>
                                        <p:cTn id="111" dur="1000" fill="hold"/>
                                        <p:tgtEl>
                                          <p:spTgt spid="1040"/>
                                        </p:tgtEl>
                                        <p:attrNameLst>
                                          <p:attrName>ppt_y</p:attrName>
                                        </p:attrNameLst>
                                      </p:cBhvr>
                                      <p:tavLst>
                                        <p:tav tm="0">
                                          <p:val>
                                            <p:strVal val="1+#ppt_h/2"/>
                                          </p:val>
                                        </p:tav>
                                        <p:tav tm="100000">
                                          <p:val>
                                            <p:strVal val="#ppt_y"/>
                                          </p:val>
                                        </p:tav>
                                      </p:tavLst>
                                    </p:anim>
                                  </p:childTnLst>
                                </p:cTn>
                              </p:par>
                            </p:childTnLst>
                          </p:cTn>
                        </p:par>
                        <p:par>
                          <p:cTn id="112" fill="hold">
                            <p:stCondLst>
                              <p:cond delay="13510"/>
                            </p:stCondLst>
                            <p:childTnLst>
                              <p:par>
                                <p:cTn id="113" presetClass="entr" nodeType="afterEffect" presetSubtype="4" presetID="2" grpId="25" fill="hold">
                                  <p:stCondLst>
                                    <p:cond delay="0"/>
                                  </p:stCondLst>
                                  <p:iterate type="el" backwards="0">
                                    <p:tmAbs val="0"/>
                                  </p:iterate>
                                  <p:childTnLst>
                                    <p:set>
                                      <p:cBhvr>
                                        <p:cTn id="114" fill="hold"/>
                                        <p:tgtEl>
                                          <p:spTgt spid="1041"/>
                                        </p:tgtEl>
                                        <p:attrNameLst>
                                          <p:attrName>style.visibility</p:attrName>
                                        </p:attrNameLst>
                                      </p:cBhvr>
                                      <p:to>
                                        <p:strVal val="visible"/>
                                      </p:to>
                                    </p:set>
                                    <p:anim calcmode="lin" valueType="num">
                                      <p:cBhvr>
                                        <p:cTn id="115" dur="1000" fill="hold"/>
                                        <p:tgtEl>
                                          <p:spTgt spid="1041"/>
                                        </p:tgtEl>
                                        <p:attrNameLst>
                                          <p:attrName>ppt_x</p:attrName>
                                        </p:attrNameLst>
                                      </p:cBhvr>
                                      <p:tavLst>
                                        <p:tav tm="0">
                                          <p:val>
                                            <p:strVal val="#ppt_x"/>
                                          </p:val>
                                        </p:tav>
                                        <p:tav tm="100000">
                                          <p:val>
                                            <p:strVal val="#ppt_x"/>
                                          </p:val>
                                        </p:tav>
                                      </p:tavLst>
                                    </p:anim>
                                    <p:anim calcmode="lin" valueType="num">
                                      <p:cBhvr>
                                        <p:cTn id="116" dur="1000" fill="hold"/>
                                        <p:tgtEl>
                                          <p:spTgt spid="1041"/>
                                        </p:tgtEl>
                                        <p:attrNameLst>
                                          <p:attrName>ppt_y</p:attrName>
                                        </p:attrNameLst>
                                      </p:cBhvr>
                                      <p:tavLst>
                                        <p:tav tm="0">
                                          <p:val>
                                            <p:strVal val="1+#ppt_h/2"/>
                                          </p:val>
                                        </p:tav>
                                        <p:tav tm="100000">
                                          <p:val>
                                            <p:strVal val="#ppt_y"/>
                                          </p:val>
                                        </p:tav>
                                      </p:tavLst>
                                    </p:anim>
                                  </p:childTnLst>
                                </p:cTn>
                              </p:par>
                            </p:childTnLst>
                          </p:cTn>
                        </p:par>
                        <p:par>
                          <p:cTn id="117" fill="hold">
                            <p:stCondLst>
                              <p:cond delay="14510"/>
                            </p:stCondLst>
                            <p:childTnLst>
                              <p:par>
                                <p:cTn id="118" presetClass="entr" nodeType="afterEffect" presetSubtype="8" presetID="2" grpId="26" fill="hold">
                                  <p:stCondLst>
                                    <p:cond delay="0"/>
                                  </p:stCondLst>
                                  <p:iterate type="el" backwards="0">
                                    <p:tmAbs val="0"/>
                                  </p:iterate>
                                  <p:childTnLst>
                                    <p:set>
                                      <p:cBhvr>
                                        <p:cTn id="119" fill="hold"/>
                                        <p:tgtEl>
                                          <p:spTgt spid="1029"/>
                                        </p:tgtEl>
                                        <p:attrNameLst>
                                          <p:attrName>style.visibility</p:attrName>
                                        </p:attrNameLst>
                                      </p:cBhvr>
                                      <p:to>
                                        <p:strVal val="visible"/>
                                      </p:to>
                                    </p:set>
                                    <p:anim calcmode="lin" valueType="num">
                                      <p:cBhvr>
                                        <p:cTn id="120" dur="500" fill="hold"/>
                                        <p:tgtEl>
                                          <p:spTgt spid="1029"/>
                                        </p:tgtEl>
                                        <p:attrNameLst>
                                          <p:attrName>ppt_x</p:attrName>
                                        </p:attrNameLst>
                                      </p:cBhvr>
                                      <p:tavLst>
                                        <p:tav tm="0">
                                          <p:val>
                                            <p:strVal val="0-#ppt_w/2"/>
                                          </p:val>
                                        </p:tav>
                                        <p:tav tm="100000">
                                          <p:val>
                                            <p:strVal val="#ppt_x"/>
                                          </p:val>
                                        </p:tav>
                                      </p:tavLst>
                                    </p:anim>
                                    <p:anim calcmode="lin" valueType="num">
                                      <p:cBhvr>
                                        <p:cTn id="121" dur="500" fill="hold"/>
                                        <p:tgtEl>
                                          <p:spTgt spid="1029"/>
                                        </p:tgtEl>
                                        <p:attrNameLst>
                                          <p:attrName>ppt_y</p:attrName>
                                        </p:attrNameLst>
                                      </p:cBhvr>
                                      <p:tavLst>
                                        <p:tav tm="0">
                                          <p:val>
                                            <p:strVal val="#ppt_y"/>
                                          </p:val>
                                        </p:tav>
                                        <p:tav tm="100000">
                                          <p:val>
                                            <p:strVal val="#ppt_y"/>
                                          </p:val>
                                        </p:tav>
                                      </p:tavLst>
                                    </p:anim>
                                  </p:childTnLst>
                                </p:cTn>
                              </p:par>
                            </p:childTnLst>
                          </p:cTn>
                        </p:par>
                        <p:par>
                          <p:cTn id="122" fill="hold">
                            <p:stCondLst>
                              <p:cond delay="15010"/>
                            </p:stCondLst>
                            <p:childTnLst>
                              <p:par>
                                <p:cTn id="123" presetClass="entr" nodeType="afterEffect" presetSubtype="8" presetID="2" grpId="27" fill="hold">
                                  <p:stCondLst>
                                    <p:cond delay="0"/>
                                  </p:stCondLst>
                                  <p:iterate type="el" backwards="0">
                                    <p:tmAbs val="0"/>
                                  </p:iterate>
                                  <p:childTnLst>
                                    <p:set>
                                      <p:cBhvr>
                                        <p:cTn id="124" fill="hold"/>
                                        <p:tgtEl>
                                          <p:spTgt spid="1030"/>
                                        </p:tgtEl>
                                        <p:attrNameLst>
                                          <p:attrName>style.visibility</p:attrName>
                                        </p:attrNameLst>
                                      </p:cBhvr>
                                      <p:to>
                                        <p:strVal val="visible"/>
                                      </p:to>
                                    </p:set>
                                    <p:anim calcmode="lin" valueType="num">
                                      <p:cBhvr>
                                        <p:cTn id="125" dur="500" fill="hold"/>
                                        <p:tgtEl>
                                          <p:spTgt spid="1030"/>
                                        </p:tgtEl>
                                        <p:attrNameLst>
                                          <p:attrName>ppt_x</p:attrName>
                                        </p:attrNameLst>
                                      </p:cBhvr>
                                      <p:tavLst>
                                        <p:tav tm="0">
                                          <p:val>
                                            <p:strVal val="0-#ppt_w/2"/>
                                          </p:val>
                                        </p:tav>
                                        <p:tav tm="100000">
                                          <p:val>
                                            <p:strVal val="#ppt_x"/>
                                          </p:val>
                                        </p:tav>
                                      </p:tavLst>
                                    </p:anim>
                                    <p:anim calcmode="lin" valueType="num">
                                      <p:cBhvr>
                                        <p:cTn id="126" dur="500" fill="hold"/>
                                        <p:tgtEl>
                                          <p:spTgt spid="1030"/>
                                        </p:tgtEl>
                                        <p:attrNameLst>
                                          <p:attrName>ppt_y</p:attrName>
                                        </p:attrNameLst>
                                      </p:cBhvr>
                                      <p:tavLst>
                                        <p:tav tm="0">
                                          <p:val>
                                            <p:strVal val="#ppt_y"/>
                                          </p:val>
                                        </p:tav>
                                        <p:tav tm="100000">
                                          <p:val>
                                            <p:strVal val="#ppt_y"/>
                                          </p:val>
                                        </p:tav>
                                      </p:tavLst>
                                    </p:anim>
                                  </p:childTnLst>
                                </p:cTn>
                              </p:par>
                            </p:childTnLst>
                          </p:cTn>
                        </p:par>
                        <p:par>
                          <p:cTn id="127" fill="hold">
                            <p:stCondLst>
                              <p:cond delay="15510"/>
                            </p:stCondLst>
                            <p:childTnLst>
                              <p:par>
                                <p:cTn id="128" presetClass="entr" nodeType="afterEffect" presetSubtype="8" presetID="2" grpId="28" fill="hold">
                                  <p:stCondLst>
                                    <p:cond delay="0"/>
                                  </p:stCondLst>
                                  <p:iterate type="el" backwards="0">
                                    <p:tmAbs val="0"/>
                                  </p:iterate>
                                  <p:childTnLst>
                                    <p:set>
                                      <p:cBhvr>
                                        <p:cTn id="129" fill="hold"/>
                                        <p:tgtEl>
                                          <p:spTgt spid="1031"/>
                                        </p:tgtEl>
                                        <p:attrNameLst>
                                          <p:attrName>style.visibility</p:attrName>
                                        </p:attrNameLst>
                                      </p:cBhvr>
                                      <p:to>
                                        <p:strVal val="visible"/>
                                      </p:to>
                                    </p:set>
                                    <p:anim calcmode="lin" valueType="num">
                                      <p:cBhvr>
                                        <p:cTn id="130" dur="500" fill="hold"/>
                                        <p:tgtEl>
                                          <p:spTgt spid="1031"/>
                                        </p:tgtEl>
                                        <p:attrNameLst>
                                          <p:attrName>ppt_x</p:attrName>
                                        </p:attrNameLst>
                                      </p:cBhvr>
                                      <p:tavLst>
                                        <p:tav tm="0">
                                          <p:val>
                                            <p:strVal val="0-#ppt_w/2"/>
                                          </p:val>
                                        </p:tav>
                                        <p:tav tm="100000">
                                          <p:val>
                                            <p:strVal val="#ppt_x"/>
                                          </p:val>
                                        </p:tav>
                                      </p:tavLst>
                                    </p:anim>
                                    <p:anim calcmode="lin" valueType="num">
                                      <p:cBhvr>
                                        <p:cTn id="131" dur="500" fill="hold"/>
                                        <p:tgtEl>
                                          <p:spTgt spid="1031"/>
                                        </p:tgtEl>
                                        <p:attrNameLst>
                                          <p:attrName>ppt_y</p:attrName>
                                        </p:attrNameLst>
                                      </p:cBhvr>
                                      <p:tavLst>
                                        <p:tav tm="0">
                                          <p:val>
                                            <p:strVal val="#ppt_y"/>
                                          </p:val>
                                        </p:tav>
                                        <p:tav tm="100000">
                                          <p:val>
                                            <p:strVal val="#ppt_y"/>
                                          </p:val>
                                        </p:tav>
                                      </p:tavLst>
                                    </p:anim>
                                  </p:childTnLst>
                                </p:cTn>
                              </p:par>
                            </p:childTnLst>
                          </p:cTn>
                        </p:par>
                        <p:par>
                          <p:cTn id="132" fill="hold">
                            <p:stCondLst>
                              <p:cond delay="16010"/>
                            </p:stCondLst>
                            <p:childTnLst>
                              <p:par>
                                <p:cTn id="133" presetClass="entr" nodeType="afterEffect" presetSubtype="8" presetID="2" grpId="29" fill="hold">
                                  <p:stCondLst>
                                    <p:cond delay="0"/>
                                  </p:stCondLst>
                                  <p:iterate type="el" backwards="0">
                                    <p:tmAbs val="0"/>
                                  </p:iterate>
                                  <p:childTnLst>
                                    <p:set>
                                      <p:cBhvr>
                                        <p:cTn id="134" fill="hold"/>
                                        <p:tgtEl>
                                          <p:spTgt spid="1032"/>
                                        </p:tgtEl>
                                        <p:attrNameLst>
                                          <p:attrName>style.visibility</p:attrName>
                                        </p:attrNameLst>
                                      </p:cBhvr>
                                      <p:to>
                                        <p:strVal val="visible"/>
                                      </p:to>
                                    </p:set>
                                    <p:anim calcmode="lin" valueType="num">
                                      <p:cBhvr>
                                        <p:cTn id="135" dur="500" fill="hold"/>
                                        <p:tgtEl>
                                          <p:spTgt spid="1032"/>
                                        </p:tgtEl>
                                        <p:attrNameLst>
                                          <p:attrName>ppt_x</p:attrName>
                                        </p:attrNameLst>
                                      </p:cBhvr>
                                      <p:tavLst>
                                        <p:tav tm="0">
                                          <p:val>
                                            <p:strVal val="0-#ppt_w/2"/>
                                          </p:val>
                                        </p:tav>
                                        <p:tav tm="100000">
                                          <p:val>
                                            <p:strVal val="#ppt_x"/>
                                          </p:val>
                                        </p:tav>
                                      </p:tavLst>
                                    </p:anim>
                                    <p:anim calcmode="lin" valueType="num">
                                      <p:cBhvr>
                                        <p:cTn id="136" dur="500" fill="hold"/>
                                        <p:tgtEl>
                                          <p:spTgt spid="1032"/>
                                        </p:tgtEl>
                                        <p:attrNameLst>
                                          <p:attrName>ppt_y</p:attrName>
                                        </p:attrNameLst>
                                      </p:cBhvr>
                                      <p:tavLst>
                                        <p:tav tm="0">
                                          <p:val>
                                            <p:strVal val="#ppt_y"/>
                                          </p:val>
                                        </p:tav>
                                        <p:tav tm="100000">
                                          <p:val>
                                            <p:strVal val="#ppt_y"/>
                                          </p:val>
                                        </p:tav>
                                      </p:tavLst>
                                    </p:anim>
                                  </p:childTnLst>
                                </p:cTn>
                              </p:par>
                            </p:childTnLst>
                          </p:cTn>
                        </p:par>
                        <p:par>
                          <p:cTn id="137" fill="hold">
                            <p:stCondLst>
                              <p:cond delay="16510"/>
                            </p:stCondLst>
                            <p:childTnLst>
                              <p:par>
                                <p:cTn id="138" presetClass="entr" nodeType="afterEffect" presetSubtype="8" presetID="2" grpId="30" fill="hold">
                                  <p:stCondLst>
                                    <p:cond delay="0"/>
                                  </p:stCondLst>
                                  <p:iterate type="el" backwards="0">
                                    <p:tmAbs val="0"/>
                                  </p:iterate>
                                  <p:childTnLst>
                                    <p:set>
                                      <p:cBhvr>
                                        <p:cTn id="139" fill="hold"/>
                                        <p:tgtEl>
                                          <p:spTgt spid="1033"/>
                                        </p:tgtEl>
                                        <p:attrNameLst>
                                          <p:attrName>style.visibility</p:attrName>
                                        </p:attrNameLst>
                                      </p:cBhvr>
                                      <p:to>
                                        <p:strVal val="visible"/>
                                      </p:to>
                                    </p:set>
                                    <p:anim calcmode="lin" valueType="num">
                                      <p:cBhvr>
                                        <p:cTn id="140" dur="500" fill="hold"/>
                                        <p:tgtEl>
                                          <p:spTgt spid="1033"/>
                                        </p:tgtEl>
                                        <p:attrNameLst>
                                          <p:attrName>ppt_x</p:attrName>
                                        </p:attrNameLst>
                                      </p:cBhvr>
                                      <p:tavLst>
                                        <p:tav tm="0">
                                          <p:val>
                                            <p:strVal val="0-#ppt_w/2"/>
                                          </p:val>
                                        </p:tav>
                                        <p:tav tm="100000">
                                          <p:val>
                                            <p:strVal val="#ppt_x"/>
                                          </p:val>
                                        </p:tav>
                                      </p:tavLst>
                                    </p:anim>
                                    <p:anim calcmode="lin" valueType="num">
                                      <p:cBhvr>
                                        <p:cTn id="141" dur="500" fill="hold"/>
                                        <p:tgtEl>
                                          <p:spTgt spid="1033"/>
                                        </p:tgtEl>
                                        <p:attrNameLst>
                                          <p:attrName>ppt_y</p:attrName>
                                        </p:attrNameLst>
                                      </p:cBhvr>
                                      <p:tavLst>
                                        <p:tav tm="0">
                                          <p:val>
                                            <p:strVal val="#ppt_y"/>
                                          </p:val>
                                        </p:tav>
                                        <p:tav tm="100000">
                                          <p:val>
                                            <p:strVal val="#ppt_y"/>
                                          </p:val>
                                        </p:tav>
                                      </p:tavLst>
                                    </p:anim>
                                  </p:childTnLst>
                                </p:cTn>
                              </p:par>
                            </p:childTnLst>
                          </p:cTn>
                        </p:par>
                        <p:par>
                          <p:cTn id="142" fill="hold">
                            <p:stCondLst>
                              <p:cond delay="17010"/>
                            </p:stCondLst>
                            <p:childTnLst>
                              <p:par>
                                <p:cTn id="143" presetClass="entr" nodeType="afterEffect" presetSubtype="8" presetID="2" grpId="31" fill="hold">
                                  <p:stCondLst>
                                    <p:cond delay="0"/>
                                  </p:stCondLst>
                                  <p:iterate type="el" backwards="0">
                                    <p:tmAbs val="0"/>
                                  </p:iterate>
                                  <p:childTnLst>
                                    <p:set>
                                      <p:cBhvr>
                                        <p:cTn id="144" fill="hold"/>
                                        <p:tgtEl>
                                          <p:spTgt spid="1034"/>
                                        </p:tgtEl>
                                        <p:attrNameLst>
                                          <p:attrName>style.visibility</p:attrName>
                                        </p:attrNameLst>
                                      </p:cBhvr>
                                      <p:to>
                                        <p:strVal val="visible"/>
                                      </p:to>
                                    </p:set>
                                    <p:anim calcmode="lin" valueType="num">
                                      <p:cBhvr>
                                        <p:cTn id="145" dur="500" fill="hold"/>
                                        <p:tgtEl>
                                          <p:spTgt spid="1034"/>
                                        </p:tgtEl>
                                        <p:attrNameLst>
                                          <p:attrName>ppt_x</p:attrName>
                                        </p:attrNameLst>
                                      </p:cBhvr>
                                      <p:tavLst>
                                        <p:tav tm="0">
                                          <p:val>
                                            <p:strVal val="0-#ppt_w/2"/>
                                          </p:val>
                                        </p:tav>
                                        <p:tav tm="100000">
                                          <p:val>
                                            <p:strVal val="#ppt_x"/>
                                          </p:val>
                                        </p:tav>
                                      </p:tavLst>
                                    </p:anim>
                                    <p:anim calcmode="lin" valueType="num">
                                      <p:cBhvr>
                                        <p:cTn id="146" dur="500" fill="hold"/>
                                        <p:tgtEl>
                                          <p:spTgt spid="1034"/>
                                        </p:tgtEl>
                                        <p:attrNameLst>
                                          <p:attrName>ppt_y</p:attrName>
                                        </p:attrNameLst>
                                      </p:cBhvr>
                                      <p:tavLst>
                                        <p:tav tm="0">
                                          <p:val>
                                            <p:strVal val="#ppt_y"/>
                                          </p:val>
                                        </p:tav>
                                        <p:tav tm="100000">
                                          <p:val>
                                            <p:strVal val="#ppt_y"/>
                                          </p:val>
                                        </p:tav>
                                      </p:tavLst>
                                    </p:anim>
                                  </p:childTnLst>
                                </p:cTn>
                              </p:par>
                            </p:childTnLst>
                          </p:cTn>
                        </p:par>
                        <p:par>
                          <p:cTn id="147" fill="hold">
                            <p:stCondLst>
                              <p:cond delay="17510"/>
                            </p:stCondLst>
                            <p:childTnLst>
                              <p:par>
                                <p:cTn id="148" presetClass="entr" nodeType="afterEffect" presetSubtype="4" presetID="2" grpId="32" fill="hold">
                                  <p:stCondLst>
                                    <p:cond delay="0"/>
                                  </p:stCondLst>
                                  <p:iterate type="el" backwards="0">
                                    <p:tmAbs val="0"/>
                                  </p:iterate>
                                  <p:childTnLst>
                                    <p:set>
                                      <p:cBhvr>
                                        <p:cTn id="149" fill="hold"/>
                                        <p:tgtEl>
                                          <p:spTgt spid="1036"/>
                                        </p:tgtEl>
                                        <p:attrNameLst>
                                          <p:attrName>style.visibility</p:attrName>
                                        </p:attrNameLst>
                                      </p:cBhvr>
                                      <p:to>
                                        <p:strVal val="visible"/>
                                      </p:to>
                                    </p:set>
                                    <p:anim calcmode="lin" valueType="num">
                                      <p:cBhvr>
                                        <p:cTn id="150" dur="1000" fill="hold"/>
                                        <p:tgtEl>
                                          <p:spTgt spid="1036"/>
                                        </p:tgtEl>
                                        <p:attrNameLst>
                                          <p:attrName>ppt_x</p:attrName>
                                        </p:attrNameLst>
                                      </p:cBhvr>
                                      <p:tavLst>
                                        <p:tav tm="0">
                                          <p:val>
                                            <p:strVal val="#ppt_x"/>
                                          </p:val>
                                        </p:tav>
                                        <p:tav tm="100000">
                                          <p:val>
                                            <p:strVal val="#ppt_x"/>
                                          </p:val>
                                        </p:tav>
                                      </p:tavLst>
                                    </p:anim>
                                    <p:anim calcmode="lin" valueType="num">
                                      <p:cBhvr>
                                        <p:cTn id="151" dur="1000" fill="hold"/>
                                        <p:tgtEl>
                                          <p:spTgt spid="1036"/>
                                        </p:tgtEl>
                                        <p:attrNameLst>
                                          <p:attrName>ppt_y</p:attrName>
                                        </p:attrNameLst>
                                      </p:cBhvr>
                                      <p:tavLst>
                                        <p:tav tm="0">
                                          <p:val>
                                            <p:strVal val="1+#ppt_h/2"/>
                                          </p:val>
                                        </p:tav>
                                        <p:tav tm="100000">
                                          <p:val>
                                            <p:strVal val="#ppt_y"/>
                                          </p:val>
                                        </p:tav>
                                      </p:tavLst>
                                    </p:anim>
                                  </p:childTnLst>
                                </p:cTn>
                              </p:par>
                            </p:childTnLst>
                          </p:cTn>
                        </p:par>
                        <p:par>
                          <p:cTn id="152" fill="hold">
                            <p:stCondLst>
                              <p:cond delay="18510"/>
                            </p:stCondLst>
                            <p:childTnLst>
                              <p:par>
                                <p:cTn id="153" presetClass="entr" nodeType="afterEffect" presetSubtype="4" presetID="2" grpId="33" fill="hold">
                                  <p:stCondLst>
                                    <p:cond delay="0"/>
                                  </p:stCondLst>
                                  <p:iterate type="el" backwards="0">
                                    <p:tmAbs val="0"/>
                                  </p:iterate>
                                  <p:childTnLst>
                                    <p:set>
                                      <p:cBhvr>
                                        <p:cTn id="154" fill="hold"/>
                                        <p:tgtEl>
                                          <p:spTgt spid="1035"/>
                                        </p:tgtEl>
                                        <p:attrNameLst>
                                          <p:attrName>style.visibility</p:attrName>
                                        </p:attrNameLst>
                                      </p:cBhvr>
                                      <p:to>
                                        <p:strVal val="visible"/>
                                      </p:to>
                                    </p:set>
                                    <p:anim calcmode="lin" valueType="num">
                                      <p:cBhvr>
                                        <p:cTn id="155" dur="1000" fill="hold"/>
                                        <p:tgtEl>
                                          <p:spTgt spid="1035"/>
                                        </p:tgtEl>
                                        <p:attrNameLst>
                                          <p:attrName>ppt_x</p:attrName>
                                        </p:attrNameLst>
                                      </p:cBhvr>
                                      <p:tavLst>
                                        <p:tav tm="0">
                                          <p:val>
                                            <p:strVal val="#ppt_x"/>
                                          </p:val>
                                        </p:tav>
                                        <p:tav tm="100000">
                                          <p:val>
                                            <p:strVal val="#ppt_x"/>
                                          </p:val>
                                        </p:tav>
                                      </p:tavLst>
                                    </p:anim>
                                    <p:anim calcmode="lin" valueType="num">
                                      <p:cBhvr>
                                        <p:cTn id="156" dur="1000" fill="hold"/>
                                        <p:tgtEl>
                                          <p:spTgt spid="1035"/>
                                        </p:tgtEl>
                                        <p:attrNameLst>
                                          <p:attrName>ppt_y</p:attrName>
                                        </p:attrNameLst>
                                      </p:cBhvr>
                                      <p:tavLst>
                                        <p:tav tm="0">
                                          <p:val>
                                            <p:strVal val="1+#ppt_h/2"/>
                                          </p:val>
                                        </p:tav>
                                        <p:tav tm="100000">
                                          <p:val>
                                            <p:strVal val="#ppt_y"/>
                                          </p:val>
                                        </p:tav>
                                      </p:tavLst>
                                    </p:anim>
                                  </p:childTnLst>
                                </p:cTn>
                              </p:par>
                            </p:childTnLst>
                          </p:cTn>
                        </p:par>
                        <p:par>
                          <p:cTn id="157" fill="hold">
                            <p:stCondLst>
                              <p:cond delay="19510"/>
                            </p:stCondLst>
                            <p:childTnLst>
                              <p:par>
                                <p:cTn id="158" presetClass="entr" nodeType="afterEffect" presetID="10" grpId="34" fill="hold">
                                  <p:stCondLst>
                                    <p:cond delay="0"/>
                                  </p:stCondLst>
                                  <p:iterate type="el" backwards="0">
                                    <p:tmAbs val="0"/>
                                  </p:iterate>
                                  <p:childTnLst>
                                    <p:set>
                                      <p:cBhvr>
                                        <p:cTn id="159" fill="hold"/>
                                        <p:tgtEl>
                                          <p:spTgt spid="1013"/>
                                        </p:tgtEl>
                                        <p:attrNameLst>
                                          <p:attrName>style.visibility</p:attrName>
                                        </p:attrNameLst>
                                      </p:cBhvr>
                                      <p:to>
                                        <p:strVal val="visible"/>
                                      </p:to>
                                    </p:set>
                                    <p:animEffect filter="fade" transition="in">
                                      <p:cBhvr>
                                        <p:cTn id="160" dur="1000"/>
                                        <p:tgtEl>
                                          <p:spTgt spid="1013"/>
                                        </p:tgtEl>
                                      </p:cBhvr>
                                    </p:animEffect>
                                  </p:childTnLst>
                                </p:cTn>
                              </p:par>
                            </p:childTnLst>
                          </p:cTn>
                        </p:par>
                        <p:par>
                          <p:cTn id="161" fill="hold">
                            <p:stCondLst>
                              <p:cond delay="20510"/>
                            </p:stCondLst>
                            <p:childTnLst>
                              <p:par>
                                <p:cTn id="162" presetClass="entr" nodeType="afterEffect" presetID="10" grpId="35" fill="hold">
                                  <p:stCondLst>
                                    <p:cond delay="0"/>
                                  </p:stCondLst>
                                  <p:iterate type="el" backwards="0">
                                    <p:tmAbs val="0"/>
                                  </p:iterate>
                                  <p:childTnLst>
                                    <p:set>
                                      <p:cBhvr>
                                        <p:cTn id="163" fill="hold"/>
                                        <p:tgtEl>
                                          <p:spTgt spid="1011"/>
                                        </p:tgtEl>
                                        <p:attrNameLst>
                                          <p:attrName>style.visibility</p:attrName>
                                        </p:attrNameLst>
                                      </p:cBhvr>
                                      <p:to>
                                        <p:strVal val="visible"/>
                                      </p:to>
                                    </p:set>
                                    <p:animEffect filter="fade" transition="in">
                                      <p:cBhvr>
                                        <p:cTn id="164" dur="1000"/>
                                        <p:tgtEl>
                                          <p:spTgt spid="1011"/>
                                        </p:tgtEl>
                                      </p:cBhvr>
                                    </p:animEffect>
                                  </p:childTnLst>
                                </p:cTn>
                              </p:par>
                            </p:childTnLst>
                          </p:cTn>
                        </p:par>
                        <p:par>
                          <p:cTn id="165" fill="hold">
                            <p:stCondLst>
                              <p:cond delay="21510"/>
                            </p:stCondLst>
                            <p:childTnLst>
                              <p:par>
                                <p:cTn id="166" presetClass="entr" nodeType="afterEffect" presetID="10" grpId="36" fill="hold">
                                  <p:stCondLst>
                                    <p:cond delay="0"/>
                                  </p:stCondLst>
                                  <p:iterate type="el" backwards="0">
                                    <p:tmAbs val="0"/>
                                  </p:iterate>
                                  <p:childTnLst>
                                    <p:set>
                                      <p:cBhvr>
                                        <p:cTn id="167" fill="hold"/>
                                        <p:tgtEl>
                                          <p:spTgt spid="1012"/>
                                        </p:tgtEl>
                                        <p:attrNameLst>
                                          <p:attrName>style.visibility</p:attrName>
                                        </p:attrNameLst>
                                      </p:cBhvr>
                                      <p:to>
                                        <p:strVal val="visible"/>
                                      </p:to>
                                    </p:set>
                                    <p:animEffect filter="fade" transition="in">
                                      <p:cBhvr>
                                        <p:cTn id="168" dur="1000"/>
                                        <p:tgtEl>
                                          <p:spTgt spid="1012"/>
                                        </p:tgtEl>
                                      </p:cBhvr>
                                    </p:animEffect>
                                  </p:childTnLst>
                                </p:cTn>
                              </p:par>
                            </p:childTnLst>
                          </p:cTn>
                        </p:par>
                        <p:par>
                          <p:cTn id="169" fill="hold">
                            <p:stCondLst>
                              <p:cond delay="22510"/>
                            </p:stCondLst>
                            <p:childTnLst>
                              <p:par>
                                <p:cTn id="170" presetClass="entr" nodeType="afterEffect" presetID="10" grpId="37" fill="hold">
                                  <p:stCondLst>
                                    <p:cond delay="0"/>
                                  </p:stCondLst>
                                  <p:iterate type="el" backwards="0">
                                    <p:tmAbs val="0"/>
                                  </p:iterate>
                                  <p:childTnLst>
                                    <p:set>
                                      <p:cBhvr>
                                        <p:cTn id="171" fill="hold"/>
                                        <p:tgtEl>
                                          <p:spTgt spid="1014"/>
                                        </p:tgtEl>
                                        <p:attrNameLst>
                                          <p:attrName>style.visibility</p:attrName>
                                        </p:attrNameLst>
                                      </p:cBhvr>
                                      <p:to>
                                        <p:strVal val="visible"/>
                                      </p:to>
                                    </p:set>
                                    <p:animEffect filter="fade" transition="in">
                                      <p:cBhvr>
                                        <p:cTn id="172" dur="1000"/>
                                        <p:tgtEl>
                                          <p:spTgt spid="1014"/>
                                        </p:tgtEl>
                                      </p:cBhvr>
                                    </p:animEffect>
                                  </p:childTnLst>
                                </p:cTn>
                              </p:par>
                            </p:childTnLst>
                          </p:cTn>
                        </p:par>
                        <p:par>
                          <p:cTn id="173" fill="hold">
                            <p:stCondLst>
                              <p:cond delay="23510"/>
                            </p:stCondLst>
                            <p:childTnLst>
                              <p:par>
                                <p:cTn id="174" presetClass="entr" nodeType="afterEffect" presetID="10" grpId="38" fill="hold">
                                  <p:stCondLst>
                                    <p:cond delay="0"/>
                                  </p:stCondLst>
                                  <p:iterate type="el" backwards="0">
                                    <p:tmAbs val="0"/>
                                  </p:iterate>
                                  <p:childTnLst>
                                    <p:set>
                                      <p:cBhvr>
                                        <p:cTn id="175" fill="hold"/>
                                        <p:tgtEl>
                                          <p:spTgt spid="1026"/>
                                        </p:tgtEl>
                                        <p:attrNameLst>
                                          <p:attrName>style.visibility</p:attrName>
                                        </p:attrNameLst>
                                      </p:cBhvr>
                                      <p:to>
                                        <p:strVal val="visible"/>
                                      </p:to>
                                    </p:set>
                                    <p:animEffect filter="fade" transition="in">
                                      <p:cBhvr>
                                        <p:cTn id="176" dur="1000"/>
                                        <p:tgtEl>
                                          <p:spTgt spid="1026"/>
                                        </p:tgtEl>
                                      </p:cBhvr>
                                    </p:animEffect>
                                  </p:childTnLst>
                                </p:cTn>
                              </p:par>
                            </p:childTnLst>
                          </p:cTn>
                        </p:par>
                      </p:childTnLst>
                    </p:cTn>
                  </p:par>
                  <p:par>
                    <p:cTn id="177" fill="hold">
                      <p:stCondLst>
                        <p:cond delay="indefinite"/>
                      </p:stCondLst>
                      <p:childTnLst>
                        <p:par>
                          <p:cTn id="178" fill="hold">
                            <p:stCondLst>
                              <p:cond delay="0"/>
                            </p:stCondLst>
                            <p:childTnLst>
                              <p:par>
                                <p:cTn id="179" presetClass="entr" nodeType="clickEffect" presetSubtype="8" presetID="22" grpId="39" fill="hold">
                                  <p:stCondLst>
                                    <p:cond delay="0"/>
                                  </p:stCondLst>
                                  <p:iterate type="el" backwards="0">
                                    <p:tmAbs val="0"/>
                                  </p:iterate>
                                  <p:childTnLst>
                                    <p:set>
                                      <p:cBhvr>
                                        <p:cTn id="180" fill="hold"/>
                                        <p:tgtEl>
                                          <p:spTgt spid="1027"/>
                                        </p:tgtEl>
                                        <p:attrNameLst>
                                          <p:attrName>style.visibility</p:attrName>
                                        </p:attrNameLst>
                                      </p:cBhvr>
                                      <p:to>
                                        <p:strVal val="visible"/>
                                      </p:to>
                                    </p:set>
                                    <p:animEffect filter="wipe(left)" transition="in">
                                      <p:cBhvr>
                                        <p:cTn id="181" dur="1500"/>
                                        <p:tgtEl>
                                          <p:spTgt spid="1027"/>
                                        </p:tgtEl>
                                      </p:cBhvr>
                                    </p:animEffect>
                                  </p:childTnLst>
                                </p:cTn>
                              </p:par>
                            </p:childTnLst>
                          </p:cTn>
                        </p:par>
                        <p:par>
                          <p:cTn id="182" fill="hold">
                            <p:stCondLst>
                              <p:cond delay="1500"/>
                            </p:stCondLst>
                            <p:childTnLst>
                              <p:par>
                                <p:cTn id="183" presetClass="entr" nodeType="afterEffect" presetSubtype="4" presetID="22" grpId="40" fill="hold">
                                  <p:stCondLst>
                                    <p:cond delay="0"/>
                                  </p:stCondLst>
                                  <p:iterate type="el" backwards="0">
                                    <p:tmAbs val="0"/>
                                  </p:iterate>
                                  <p:childTnLst>
                                    <p:set>
                                      <p:cBhvr>
                                        <p:cTn id="184" fill="hold"/>
                                        <p:tgtEl>
                                          <p:spTgt spid="1042"/>
                                        </p:tgtEl>
                                        <p:attrNameLst>
                                          <p:attrName>style.visibility</p:attrName>
                                        </p:attrNameLst>
                                      </p:cBhvr>
                                      <p:to>
                                        <p:strVal val="visible"/>
                                      </p:to>
                                    </p:set>
                                    <p:animEffect filter="wipe(down)" transition="in">
                                      <p:cBhvr>
                                        <p:cTn id="185" dur="1000"/>
                                        <p:tgtEl>
                                          <p:spTgt spid="1042"/>
                                        </p:tgtEl>
                                      </p:cBhvr>
                                    </p:animEffect>
                                  </p:childTnLst>
                                </p:cTn>
                              </p:par>
                            </p:childTnLst>
                          </p:cTn>
                        </p:par>
                        <p:par>
                          <p:cTn id="186" fill="hold">
                            <p:stCondLst>
                              <p:cond delay="2500"/>
                            </p:stCondLst>
                            <p:childTnLst>
                              <p:par>
                                <p:cTn id="187" presetClass="entr" nodeType="afterEffect" presetSubtype="8" presetID="22" grpId="41" fill="hold">
                                  <p:stCondLst>
                                    <p:cond delay="0"/>
                                  </p:stCondLst>
                                  <p:iterate type="el" backwards="0">
                                    <p:tmAbs val="0"/>
                                  </p:iterate>
                                  <p:childTnLst>
                                    <p:set>
                                      <p:cBhvr>
                                        <p:cTn id="188" fill="hold"/>
                                        <p:tgtEl>
                                          <p:spTgt spid="1006"/>
                                        </p:tgtEl>
                                        <p:attrNameLst>
                                          <p:attrName>style.visibility</p:attrName>
                                        </p:attrNameLst>
                                      </p:cBhvr>
                                      <p:to>
                                        <p:strVal val="visible"/>
                                      </p:to>
                                    </p:set>
                                    <p:animEffect filter="wipe(left)" transition="in">
                                      <p:cBhvr>
                                        <p:cTn id="189" dur="2000"/>
                                        <p:tgtEl>
                                          <p:spTgt spid="1006"/>
                                        </p:tgtEl>
                                      </p:cBhvr>
                                    </p:animEffect>
                                  </p:childTnLst>
                                </p:cTn>
                              </p:par>
                            </p:childTnLst>
                          </p:cTn>
                        </p:par>
                      </p:childTnLst>
                    </p:cTn>
                  </p:par>
                  <p:par>
                    <p:cTn id="190" fill="hold">
                      <p:stCondLst>
                        <p:cond delay="indefinite"/>
                      </p:stCondLst>
                      <p:childTnLst>
                        <p:par>
                          <p:cTn id="191" fill="hold">
                            <p:stCondLst>
                              <p:cond delay="0"/>
                            </p:stCondLst>
                            <p:childTnLst>
                              <p:par>
                                <p:cTn id="192" presetClass="entr" nodeType="clickEffect" presetSubtype="8" presetID="22" grpId="42" fill="hold">
                                  <p:stCondLst>
                                    <p:cond delay="0"/>
                                  </p:stCondLst>
                                  <p:iterate type="el" backwards="0">
                                    <p:tmAbs val="0"/>
                                  </p:iterate>
                                  <p:childTnLst>
                                    <p:set>
                                      <p:cBhvr>
                                        <p:cTn id="193" fill="hold"/>
                                        <p:tgtEl>
                                          <p:spTgt spid="1007"/>
                                        </p:tgtEl>
                                        <p:attrNameLst>
                                          <p:attrName>style.visibility</p:attrName>
                                        </p:attrNameLst>
                                      </p:cBhvr>
                                      <p:to>
                                        <p:strVal val="visible"/>
                                      </p:to>
                                    </p:set>
                                    <p:animEffect filter="wipe(left)" transition="in">
                                      <p:cBhvr>
                                        <p:cTn id="194" dur="2000"/>
                                        <p:tgtEl>
                                          <p:spTgt spid="1007"/>
                                        </p:tgtEl>
                                      </p:cBhvr>
                                    </p:animEffect>
                                  </p:childTnLst>
                                </p:cTn>
                              </p:par>
                            </p:childTnLst>
                          </p:cTn>
                        </p:par>
                      </p:childTnLst>
                    </p:cTn>
                  </p:par>
                  <p:par>
                    <p:cTn id="195" fill="hold">
                      <p:stCondLst>
                        <p:cond delay="indefinite"/>
                      </p:stCondLst>
                      <p:childTnLst>
                        <p:par>
                          <p:cTn id="196" fill="hold">
                            <p:stCondLst>
                              <p:cond delay="0"/>
                            </p:stCondLst>
                            <p:childTnLst>
                              <p:par>
                                <p:cTn id="197" presetClass="entr" nodeType="clickEffect" presetSubtype="8" presetID="22" grpId="43" fill="hold">
                                  <p:stCondLst>
                                    <p:cond delay="0"/>
                                  </p:stCondLst>
                                  <p:iterate type="el" backwards="0">
                                    <p:tmAbs val="0"/>
                                  </p:iterate>
                                  <p:childTnLst>
                                    <p:set>
                                      <p:cBhvr>
                                        <p:cTn id="198" fill="hold"/>
                                        <p:tgtEl>
                                          <p:spTgt spid="1008"/>
                                        </p:tgtEl>
                                        <p:attrNameLst>
                                          <p:attrName>style.visibility</p:attrName>
                                        </p:attrNameLst>
                                      </p:cBhvr>
                                      <p:to>
                                        <p:strVal val="visible"/>
                                      </p:to>
                                    </p:set>
                                    <p:animEffect filter="wipe(left)" transition="in">
                                      <p:cBhvr>
                                        <p:cTn id="199" dur="2000"/>
                                        <p:tgtEl>
                                          <p:spTgt spid="10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10" grpId="9"/>
      <p:bldP build="whole" bldLvl="1" animBg="1" rev="0" advAuto="0" spid="1038" grpId="22"/>
      <p:bldP build="whole" bldLvl="1" animBg="1" rev="0" advAuto="0" spid="1013" grpId="34"/>
      <p:bldP build="whole" bldLvl="1" animBg="1" rev="0" advAuto="0" spid="1006" grpId="41"/>
      <p:bldP build="whole" bldLvl="1" animBg="1" rev="0" advAuto="0" spid="1020" grpId="15"/>
      <p:bldP build="whole" bldLvl="1" animBg="1" rev="0" advAuto="0" spid="1030" grpId="27"/>
      <p:bldP build="whole" bldLvl="1" animBg="1" rev="0" advAuto="0" spid="1003" grpId="5"/>
      <p:bldP build="whole" bldLvl="1" animBg="1" rev="0" advAuto="0" spid="1012" grpId="36"/>
      <p:bldP build="whole" bldLvl="1" animBg="1" rev="0" advAuto="0" spid="1007" grpId="42"/>
      <p:bldP build="whole" bldLvl="1" animBg="1" rev="0" advAuto="0" spid="1005" grpId="7"/>
      <p:bldP build="whole" bldLvl="1" animBg="1" rev="0" advAuto="0" spid="1009" grpId="8"/>
      <p:bldP build="whole" bldLvl="1" animBg="1" rev="0" advAuto="0" spid="1039" grpId="23"/>
      <p:bldP build="whole" bldLvl="1" animBg="1" rev="0" advAuto="0" spid="1017" grpId="12"/>
      <p:bldP build="whole" bldLvl="1" animBg="1" rev="0" advAuto="0" spid="1014" grpId="37"/>
      <p:bldP build="whole" bldLvl="1" animBg="1" rev="0" advAuto="0" spid="1031" grpId="28"/>
      <p:bldP build="whole" bldLvl="1" animBg="1" rev="0" advAuto="0" spid="999" grpId="2"/>
      <p:bldP build="whole" bldLvl="1" animBg="1" rev="0" advAuto="0" spid="1011" grpId="35"/>
      <p:bldP build="whole" bldLvl="1" animBg="1" rev="0" advAuto="0" spid="1040" grpId="24"/>
      <p:bldP build="whole" bldLvl="1" animBg="1" rev="0" advAuto="0" spid="1025" grpId="20"/>
      <p:bldP build="whole" bldLvl="1" animBg="1" rev="0" advAuto="0" spid="1032" grpId="29"/>
      <p:bldP build="whole" bldLvl="1" animBg="1" rev="0" advAuto="0" spid="1015" grpId="10"/>
      <p:bldP build="whole" bldLvl="1" animBg="1" rev="0" advAuto="0" spid="1041" grpId="25"/>
      <p:bldP build="whole" bldLvl="1" animBg="1" rev="0" advAuto="0" spid="1002" grpId="4"/>
      <p:bldP build="whole" bldLvl="1" animBg="1" rev="0" advAuto="0" spid="1000" grpId="3"/>
      <p:bldP build="whole" bldLvl="1" animBg="1" rev="0" advAuto="0" spid="1033" grpId="30"/>
      <p:bldP build="whole" bldLvl="1" animBg="1" rev="0" advAuto="0" spid="1018" grpId="13"/>
      <p:bldP build="whole" bldLvl="1" animBg="1" rev="0" advAuto="0" spid="1004" grpId="6"/>
      <p:bldP build="whole" bldLvl="1" animBg="1" rev="0" advAuto="0" spid="1021" grpId="16"/>
      <p:bldP build="whole" bldLvl="1" animBg="1" rev="0" advAuto="0" spid="1008" grpId="43"/>
      <p:bldP build="whole" bldLvl="1" animBg="1" rev="0" advAuto="0" spid="1034" grpId="31"/>
      <p:bldP build="whole" bldLvl="1" animBg="1" rev="0" advAuto="0" spid="1016" grpId="11"/>
      <p:bldP build="whole" bldLvl="1" animBg="1" rev="0" advAuto="0" spid="1024" grpId="19"/>
      <p:bldP build="whole" bldLvl="1" animBg="1" rev="0" advAuto="0" spid="1019" grpId="14"/>
      <p:bldP build="whole" bldLvl="1" animBg="1" rev="0" advAuto="0" spid="1026" grpId="38"/>
      <p:bldP build="whole" bldLvl="1" animBg="1" rev="0" advAuto="0" spid="1001" grpId="1"/>
      <p:bldP build="whole" bldLvl="1" animBg="1" rev="0" advAuto="0" spid="1035" grpId="33"/>
      <p:bldP build="whole" bldLvl="1" animBg="1" rev="0" advAuto="0" spid="1042" grpId="40"/>
      <p:bldP build="whole" bldLvl="1" animBg="1" rev="0" advAuto="0" spid="1022" grpId="17"/>
      <p:bldP build="whole" bldLvl="1" animBg="1" rev="0" advAuto="0" spid="1027" grpId="39"/>
      <p:bldP build="whole" bldLvl="1" animBg="1" rev="0" advAuto="0" spid="1037" grpId="21"/>
      <p:bldP build="whole" bldLvl="1" animBg="1" rev="0" advAuto="0" spid="1036" grpId="32"/>
      <p:bldP build="whole" bldLvl="1" animBg="1" rev="0" advAuto="0" spid="1029" grpId="26"/>
      <p:bldP build="whole" bldLvl="1" animBg="1" rev="0" advAuto="0" spid="1023" grpId="18"/>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4"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045" name="Straight Connector 5"/>
          <p:cNvSpPr/>
          <p:nvPr/>
        </p:nvSpPr>
        <p:spPr>
          <a:xfrm flipH="1">
            <a:off x="6095999" y="81740"/>
            <a:ext cx="1" cy="3047041"/>
          </a:xfrm>
          <a:prstGeom prst="line">
            <a:avLst/>
          </a:prstGeom>
          <a:ln w="57150">
            <a:solidFill>
              <a:srgbClr val="00B0F0"/>
            </a:solidFill>
          </a:ln>
        </p:spPr>
        <p:txBody>
          <a:bodyPr lIns="45719" rIns="45719"/>
          <a:lstStyle/>
          <a:p>
            <a:pPr>
              <a:defRPr>
                <a:solidFill>
                  <a:srgbClr val="FFFFFF"/>
                </a:solidFill>
              </a:defRPr>
            </a:pPr>
          </a:p>
        </p:txBody>
      </p:sp>
      <p:grpSp>
        <p:nvGrpSpPr>
          <p:cNvPr id="1050" name="Group"/>
          <p:cNvGrpSpPr/>
          <p:nvPr/>
        </p:nvGrpSpPr>
        <p:grpSpPr>
          <a:xfrm>
            <a:off x="558933" y="430619"/>
            <a:ext cx="4700566" cy="2721552"/>
            <a:chOff x="0" y="0"/>
            <a:chExt cx="4700565" cy="2721551"/>
          </a:xfrm>
        </p:grpSpPr>
        <p:sp>
          <p:nvSpPr>
            <p:cNvPr id="1046" name="TextBox 42"/>
            <p:cNvSpPr txBox="1"/>
            <p:nvPr/>
          </p:nvSpPr>
          <p:spPr>
            <a:xfrm>
              <a:off x="693058" y="0"/>
              <a:ext cx="3997584" cy="392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sz="2400">
                  <a:solidFill>
                    <a:srgbClr val="FFFF00"/>
                  </a:solidFill>
                </a:defRPr>
              </a:lvl1pPr>
            </a:lstStyle>
            <a:p>
              <a:pPr/>
              <a:r>
                <a:t>Gradient descent algorithm</a:t>
              </a:r>
            </a:p>
          </p:txBody>
        </p:sp>
        <p:grpSp>
          <p:nvGrpSpPr>
            <p:cNvPr id="1049" name="Group 44"/>
            <p:cNvGrpSpPr/>
            <p:nvPr/>
          </p:nvGrpSpPr>
          <p:grpSpPr>
            <a:xfrm>
              <a:off x="0" y="536844"/>
              <a:ext cx="4700566" cy="2184708"/>
              <a:chOff x="0" y="0"/>
              <a:chExt cx="4700565" cy="2184707"/>
            </a:xfrm>
          </p:grpSpPr>
          <p:sp>
            <p:nvSpPr>
              <p:cNvPr id="1047" name="TextBox 21"/>
              <p:cNvSpPr txBox="1"/>
              <p:nvPr/>
            </p:nvSpPr>
            <p:spPr>
              <a:xfrm>
                <a:off x="0" y="0"/>
                <a:ext cx="4700566" cy="2184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2000">
                    <a:solidFill>
                      <a:srgbClr val="FFFFFF"/>
                    </a:solidFill>
                  </a:defRPr>
                </a:pPr>
                <a:r>
                  <a:t>Repeat until convergence {</a:t>
                </a:r>
              </a:p>
              <a:p>
                <a:pPr>
                  <a:defRPr b="1" sz="2000">
                    <a:solidFill>
                      <a:srgbClr val="FFFFFF"/>
                    </a:solidFill>
                  </a:defRPr>
                </a:pPr>
                <a:r>
                  <a:t>	</a:t>
                </a:r>
              </a:p>
              <a:p>
                <a:pPr>
                  <a:defRPr b="1" sz="2000">
                    <a:solidFill>
                      <a:srgbClr val="FFFFFF"/>
                    </a:solidFill>
                  </a:defRPr>
                </a:pPr>
                <a:r>
                  <a:t>	</a:t>
                </a:r>
              </a:p>
              <a:p>
                <a:pPr>
                  <a:defRPr b="1" sz="2000">
                    <a:solidFill>
                      <a:srgbClr val="FFFFFF"/>
                    </a:solidFill>
                    <a:latin typeface="Times New Roman"/>
                    <a:ea typeface="Times New Roman"/>
                    <a:cs typeface="Times New Roman"/>
                    <a:sym typeface="Times New Roman"/>
                  </a:defRPr>
                </a:pPr>
              </a:p>
              <a:p>
                <a:pPr>
                  <a:defRPr sz="2000">
                    <a:solidFill>
                      <a:srgbClr val="FFFFFF"/>
                    </a:solidFill>
                    <a:latin typeface="Times New Roman"/>
                    <a:ea typeface="Times New Roman"/>
                    <a:cs typeface="Times New Roman"/>
                    <a:sym typeface="Times New Roman"/>
                  </a:defRPr>
                </a:pPr>
              </a:p>
              <a:p>
                <a:pPr>
                  <a:defRPr sz="2000">
                    <a:solidFill>
                      <a:srgbClr val="FFFFFF"/>
                    </a:solidFill>
                    <a:latin typeface="Times New Roman"/>
                    <a:ea typeface="Times New Roman"/>
                    <a:cs typeface="Times New Roman"/>
                    <a:sym typeface="Times New Roman"/>
                  </a:defRPr>
                </a:pPr>
                <a:r>
                  <a:t>	(for </a:t>
                </a:r>
                <a:r>
                  <a:rPr i="1"/>
                  <a:t>j = 0 </a:t>
                </a:r>
                <a:r>
                  <a:t>and </a:t>
                </a:r>
                <a:r>
                  <a:rPr i="1"/>
                  <a:t>j = 1</a:t>
                </a:r>
                <a:r>
                  <a:t>)</a:t>
                </a:r>
                <a:r>
                  <a:rPr b="1">
                    <a:latin typeface="+mn-lt"/>
                    <a:ea typeface="+mn-ea"/>
                    <a:cs typeface="+mn-cs"/>
                    <a:sym typeface="Calibri"/>
                  </a:rPr>
                  <a:t>	</a:t>
                </a:r>
              </a:p>
              <a:p>
                <a:pPr>
                  <a:defRPr b="1" sz="2000">
                    <a:solidFill>
                      <a:srgbClr val="FFFFFF"/>
                    </a:solidFill>
                  </a:defRPr>
                </a:pPr>
                <a:r>
                  <a:t>}</a:t>
                </a:r>
              </a:p>
            </p:txBody>
          </p:sp>
          <p:sp>
            <p:nvSpPr>
              <p:cNvPr id="1048" name="TextBox 7"/>
              <p:cNvSpPr txBox="1"/>
              <p:nvPr/>
            </p:nvSpPr>
            <p:spPr>
              <a:xfrm>
                <a:off x="690201" y="575508"/>
                <a:ext cx="3372723" cy="707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2000">
                    <a:solidFill>
                      <a:srgbClr val="FFFFFF"/>
                    </a:solidFill>
                    <a:latin typeface="Cambria Math"/>
                    <a:ea typeface="Cambria Math"/>
                    <a:cs typeface="Cambria Math"/>
                    <a:sym typeface="Cambria Math"/>
                  </a:defRPr>
                </a:pPr>
                <a14:m>
                  <m:oMath>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𝑗</m:t>
                        </m:r>
                      </m:sub>
                    </m:sSub>
                  </m:oMath>
                </a14:m>
                <a:r>
                  <a:t> = </a:t>
                </a:r>
                <a14:m>
                  <m:oMath>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𝑗</m:t>
                        </m:r>
                      </m:sub>
                    </m:sSub>
                    <m:r>
                      <a:rPr xmlns:a="http://schemas.openxmlformats.org/drawingml/2006/main" sz="2000" i="1">
                        <a:solidFill>
                          <a:srgbClr val="FFFFFF"/>
                        </a:solidFill>
                        <a:latin typeface="Cambria Math" panose="02040503050406030204" pitchFamily="18" charset="0"/>
                      </a:rPr>
                      <m:t>−</m:t>
                    </m:r>
                  </m:oMath>
                </a14:m>
                <a:r>
                  <a:t> </a:t>
                </a:r>
                <a14:m>
                  <m:oMath>
                    <m:r>
                      <a:rPr xmlns:a="http://schemas.openxmlformats.org/drawingml/2006/main" sz="2000" i="1">
                        <a:solidFill>
                          <a:srgbClr val="FFFFFF"/>
                        </a:solidFill>
                        <a:latin typeface="Cambria Math" panose="02040503050406030204" pitchFamily="18" charset="0"/>
                      </a:rPr>
                      <m:t>𝛼</m:t>
                    </m:r>
                    <m:r>
                      <a:rPr xmlns:a="http://schemas.openxmlformats.org/drawingml/2006/main" sz="2000" i="1">
                        <a:solidFill>
                          <a:srgbClr val="FFFFFF"/>
                        </a:solidFill>
                        <a:latin typeface="Cambria Math" panose="02040503050406030204" pitchFamily="18" charset="0"/>
                      </a:rPr>
                      <m:t>∙</m:t>
                    </m:r>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m:t>
                        </m:r>
                      </m:num>
                      <m:den>
                        <m:sSub>
                          <m:e>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𝑗</m:t>
                            </m:r>
                          </m:sub>
                        </m:sSub>
                      </m:den>
                    </m:f>
                    <m:r>
                      <a:rPr xmlns:a="http://schemas.openxmlformats.org/drawingml/2006/main" sz="2000" i="1">
                        <a:solidFill>
                          <a:srgbClr val="FFFFFF"/>
                        </a:solidFill>
                        <a:latin typeface="Cambria Math" panose="02040503050406030204" pitchFamily="18" charset="0"/>
                      </a:rPr>
                      <m:t>𝐽</m:t>
                    </m:r>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1</m:t>
                        </m:r>
                      </m:sub>
                    </m:sSub>
                    <m:r>
                      <a:rPr xmlns:a="http://schemas.openxmlformats.org/drawingml/2006/main" sz="20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1887"/>
              </a:p>
            </p:txBody>
          </p:sp>
        </p:grpSp>
      </p:grpSp>
      <p:grpSp>
        <p:nvGrpSpPr>
          <p:cNvPr id="1067" name="Group"/>
          <p:cNvGrpSpPr/>
          <p:nvPr/>
        </p:nvGrpSpPr>
        <p:grpSpPr>
          <a:xfrm>
            <a:off x="6957800" y="430618"/>
            <a:ext cx="3983658" cy="2542543"/>
            <a:chOff x="0" y="0"/>
            <a:chExt cx="3983656" cy="2542541"/>
          </a:xfrm>
        </p:grpSpPr>
        <p:grpSp>
          <p:nvGrpSpPr>
            <p:cNvPr id="1053" name="Group 1"/>
            <p:cNvGrpSpPr/>
            <p:nvPr/>
          </p:nvGrpSpPr>
          <p:grpSpPr>
            <a:xfrm>
              <a:off x="799456" y="2145143"/>
              <a:ext cx="2034912" cy="397399"/>
              <a:chOff x="0" y="0"/>
              <a:chExt cx="2034911" cy="397397"/>
            </a:xfrm>
          </p:grpSpPr>
          <p:sp>
            <p:nvSpPr>
              <p:cNvPr id="1051" name="TextBox 2"/>
              <p:cNvSpPr txBox="1"/>
              <p:nvPr/>
            </p:nvSpPr>
            <p:spPr>
              <a:xfrm>
                <a:off x="1239266" y="0"/>
                <a:ext cx="795646" cy="237729"/>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𝐽</m:t>
                      </m:r>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1</m:t>
                          </m:r>
                        </m:sub>
                      </m:sSub>
                      <m:r>
                        <a:rPr xmlns:a="http://schemas.openxmlformats.org/drawingml/2006/main" sz="2000" i="1">
                          <a:solidFill>
                            <a:srgbClr val="FFFFFF"/>
                          </a:solidFill>
                          <a:latin typeface="Cambria Math" panose="02040503050406030204" pitchFamily="18" charset="0"/>
                        </a:rPr>
                        <m:t>)</m:t>
                      </m:r>
                    </m:oMath>
                  </m:oMathPara>
                </a14:m>
                <a:endParaRPr sz="2000">
                  <a:solidFill>
                    <a:srgbClr val="FFFFFF"/>
                  </a:solidFill>
                </a:endParaRPr>
              </a:p>
            </p:txBody>
          </p:sp>
          <p:sp>
            <p:nvSpPr>
              <p:cNvPr id="1052" name="TextBox 3"/>
              <p:cNvSpPr txBox="1"/>
              <p:nvPr/>
            </p:nvSpPr>
            <p:spPr>
              <a:xfrm>
                <a:off x="0" y="0"/>
                <a:ext cx="963676" cy="397398"/>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unc>
                        <m:funcPr>
                          <m:ctrlPr>
                            <a:rPr xmlns:a="http://schemas.openxmlformats.org/drawingml/2006/main" sz="2000" i="1">
                              <a:solidFill>
                                <a:srgbClr val="FFFFFF"/>
                              </a:solidFill>
                              <a:latin typeface="Cambria Math" panose="02040503050406030204" pitchFamily="18" charset="0"/>
                            </a:rPr>
                          </m:ctrlPr>
                        </m:funcPr>
                        <m:fName>
                          <m:limLow>
                            <m:e>
                              <m:r>
                                <a:rPr xmlns:a="http://schemas.openxmlformats.org/drawingml/2006/main" sz="2000" i="1">
                                  <a:solidFill>
                                    <a:srgbClr val="FFFFFF"/>
                                  </a:solidFill>
                                  <a:latin typeface="Cambria Math" panose="02040503050406030204" pitchFamily="18" charset="0"/>
                                </a:rPr>
                                <m:t>𝑚𝑖𝑛𝑖𝑚𝑖𝑧𝑒</m:t>
                              </m:r>
                            </m:e>
                            <m:lim>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1</m:t>
                                  </m:r>
                                </m:sub>
                              </m:sSub>
                            </m:lim>
                          </m:limLow>
                        </m:fName>
                        <m:e>
                          <m:r>
                            <a:rPr xmlns:a="http://schemas.openxmlformats.org/drawingml/2006/main" sz="2000" i="1">
                              <a:solidFill>
                                <a:srgbClr val="FFFFFF"/>
                              </a:solidFill>
                              <a:latin typeface="Cambria Math" panose="02040503050406030204" pitchFamily="18" charset="0"/>
                            </a:rPr>
                            <m:t/>
                          </m:r>
                        </m:e>
                      </m:func>
                    </m:oMath>
                  </m:oMathPara>
                </a14:m>
                <a:endParaRPr sz="2000">
                  <a:solidFill>
                    <a:srgbClr val="FFFFFF"/>
                  </a:solidFill>
                </a:endParaRPr>
              </a:p>
            </p:txBody>
          </p:sp>
        </p:grpSp>
        <p:sp>
          <p:nvSpPr>
            <p:cNvPr id="1054" name="TextBox 6"/>
            <p:cNvSpPr txBox="1"/>
            <p:nvPr/>
          </p:nvSpPr>
          <p:spPr>
            <a:xfrm>
              <a:off x="299049" y="0"/>
              <a:ext cx="3499158" cy="392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i="1" sz="2400">
                  <a:solidFill>
                    <a:srgbClr val="FFFF00"/>
                  </a:solidFill>
                </a:defRPr>
              </a:lvl1pPr>
            </a:lstStyle>
            <a:p>
              <a:pPr/>
              <a:r>
                <a:t>Linear Regression Model</a:t>
              </a:r>
            </a:p>
          </p:txBody>
        </p:sp>
        <p:sp>
          <p:nvSpPr>
            <p:cNvPr id="1055" name="TextBox 17"/>
            <p:cNvSpPr txBox="1"/>
            <p:nvPr/>
          </p:nvSpPr>
          <p:spPr>
            <a:xfrm>
              <a:off x="45718" y="457108"/>
              <a:ext cx="1826194" cy="4359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i="1" sz="2000">
                  <a:solidFill>
                    <a:srgbClr val="FFFFFF"/>
                  </a:solidFill>
                  <a:latin typeface="Times New Roman"/>
                  <a:ea typeface="Times New Roman"/>
                  <a:cs typeface="Times New Roman"/>
                  <a:sym typeface="Times New Roman"/>
                </a:defRPr>
              </a:pPr>
              <a:r>
                <a:t>h</a:t>
              </a:r>
              <a:r>
                <a:rPr baseline="-25000"/>
                <a:t>θ</a:t>
              </a:r>
              <a:r>
                <a:t>(x</a:t>
              </a:r>
              <a:r>
                <a:rPr i="0">
                  <a:latin typeface="Cambria Math"/>
                  <a:ea typeface="Cambria Math"/>
                  <a:cs typeface="Cambria Math"/>
                  <a:sym typeface="Cambria Math"/>
                </a:rPr>
                <a:t>)=</a:t>
              </a:r>
              <a:r>
                <a:t> θ</a:t>
              </a:r>
              <a:r>
                <a:rPr baseline="-25000"/>
                <a:t>0</a:t>
              </a:r>
              <a:r>
                <a:t> + θ</a:t>
              </a:r>
              <a:r>
                <a:rPr baseline="-25000"/>
                <a:t>1 </a:t>
              </a:r>
              <a:r>
                <a:t>x</a:t>
              </a:r>
            </a:p>
          </p:txBody>
        </p:sp>
        <p:grpSp>
          <p:nvGrpSpPr>
            <p:cNvPr id="1066" name="Group 43"/>
            <p:cNvGrpSpPr/>
            <p:nvPr/>
          </p:nvGrpSpPr>
          <p:grpSpPr>
            <a:xfrm>
              <a:off x="-1" y="1078015"/>
              <a:ext cx="3983658" cy="696908"/>
              <a:chOff x="0" y="0"/>
              <a:chExt cx="3983656" cy="696907"/>
            </a:xfrm>
          </p:grpSpPr>
          <p:grpSp>
            <p:nvGrpSpPr>
              <p:cNvPr id="1061" name="Group 8"/>
              <p:cNvGrpSpPr/>
              <p:nvPr/>
            </p:nvGrpSpPr>
            <p:grpSpPr>
              <a:xfrm>
                <a:off x="-1" y="0"/>
                <a:ext cx="3983658" cy="696908"/>
                <a:chOff x="0" y="0"/>
                <a:chExt cx="3983656" cy="696907"/>
              </a:xfrm>
            </p:grpSpPr>
            <p:grpSp>
              <p:nvGrpSpPr>
                <p:cNvPr id="1059" name="Group 10"/>
                <p:cNvGrpSpPr/>
                <p:nvPr/>
              </p:nvGrpSpPr>
              <p:grpSpPr>
                <a:xfrm>
                  <a:off x="1259602" y="0"/>
                  <a:ext cx="2724055" cy="696908"/>
                  <a:chOff x="0" y="0"/>
                  <a:chExt cx="2724053" cy="696907"/>
                </a:xfrm>
              </p:grpSpPr>
              <p:sp>
                <p:nvSpPr>
                  <p:cNvPr id="1056" name="TextBox 12"/>
                  <p:cNvSpPr txBox="1"/>
                  <p:nvPr/>
                </p:nvSpPr>
                <p:spPr>
                  <a:xfrm>
                    <a:off x="873120" y="169487"/>
                    <a:ext cx="1850934" cy="527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h</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𝑥</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𝑖</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𝑦</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2</m:t>
                              </m:r>
                            </m:sup>
                          </m:sSup>
                        </m:oMath>
                      </m:oMathPara>
                    </a14:m>
                    <a:endParaRPr sz="2000">
                      <a:solidFill>
                        <a:srgbClr val="FFFFFF"/>
                      </a:solidFill>
                    </a:endParaRPr>
                  </a:p>
                </p:txBody>
              </p:sp>
              <p:sp>
                <p:nvSpPr>
                  <p:cNvPr id="1057" name="TextBox 13"/>
                  <p:cNvSpPr txBox="1"/>
                  <p:nvPr/>
                </p:nvSpPr>
                <p:spPr>
                  <a:xfrm>
                    <a:off x="483740" y="0"/>
                    <a:ext cx="370503"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1058" name="TextBox 14"/>
                  <p:cNvSpPr txBox="1"/>
                  <p:nvPr/>
                </p:nvSpPr>
                <p:spPr>
                  <a:xfrm>
                    <a:off x="0" y="116844"/>
                    <a:ext cx="358141" cy="54330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grpSp>
            <p:sp>
              <p:nvSpPr>
                <p:cNvPr id="1060" name="TextBox 11"/>
                <p:cNvSpPr txBox="1"/>
                <p:nvPr/>
              </p:nvSpPr>
              <p:spPr>
                <a:xfrm>
                  <a:off x="0" y="252072"/>
                  <a:ext cx="1271742" cy="312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𝐽</m:t>
                        </m:r>
                        <m:d>
                          <m:dPr>
                            <m:ctrlPr>
                              <a:rPr xmlns:a="http://schemas.openxmlformats.org/drawingml/2006/main" sz="2000" i="1">
                                <a:solidFill>
                                  <a:srgbClr val="FFFFFF"/>
                                </a:solidFill>
                                <a:latin typeface="Cambria Math" panose="02040503050406030204" pitchFamily="18" charset="0"/>
                              </a:rPr>
                            </m:ctrlPr>
                          </m:dPr>
                          <m:e>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m:rPr>
                                    <m:nor/>
                                  </m:rP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e>
                        </m:d>
                        <m:r>
                          <a:rPr xmlns:a="http://schemas.openxmlformats.org/drawingml/2006/main" sz="2000" i="1">
                            <a:solidFill>
                              <a:srgbClr val="FFFFFF"/>
                            </a:solidFill>
                            <a:latin typeface="Cambria Math" panose="02040503050406030204" pitchFamily="18" charset="0"/>
                          </a:rPr>
                          <m:t>=</m:t>
                        </m:r>
                      </m:oMath>
                    </m:oMathPara>
                  </a14:m>
                  <a:endParaRPr sz="2000">
                    <a:solidFill>
                      <a:srgbClr val="FFFFFF"/>
                    </a:solidFill>
                  </a:endParaRPr>
                </a:p>
              </p:txBody>
            </p:sp>
          </p:grpSp>
          <p:grpSp>
            <p:nvGrpSpPr>
              <p:cNvPr id="1065" name="Group 26"/>
              <p:cNvGrpSpPr/>
              <p:nvPr/>
            </p:nvGrpSpPr>
            <p:grpSpPr>
              <a:xfrm>
                <a:off x="1259602" y="0"/>
                <a:ext cx="2724055" cy="696908"/>
                <a:chOff x="0" y="0"/>
                <a:chExt cx="2724053" cy="696907"/>
              </a:xfrm>
            </p:grpSpPr>
            <p:sp>
              <p:nvSpPr>
                <p:cNvPr id="1062" name="TextBox 23"/>
                <p:cNvSpPr txBox="1"/>
                <p:nvPr/>
              </p:nvSpPr>
              <p:spPr>
                <a:xfrm>
                  <a:off x="873120" y="169487"/>
                  <a:ext cx="1850934" cy="527421"/>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h</m:t>
                                    </m:r>
                                  </m:e>
                                  <m:sub>
                                    <m:r>
                                      <m:rPr>
                                        <m:nor/>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𝑥</m:t>
                                    </m:r>
                                  </m:e>
                                  <m:sup>
                                    <m:d>
                                      <m:dPr>
                                        <m:ctrlPr>
                                          <a:rPr xmlns:a="http://schemas.openxmlformats.org/drawingml/2006/main" sz="2000" i="1">
                                            <a:solidFill>
                                              <a:srgbClr val="FFFFFF"/>
                                            </a:solidFill>
                                            <a:latin typeface="Cambria Math" panose="02040503050406030204" pitchFamily="18" charset="0"/>
                                          </a:rPr>
                                        </m:ctrlPr>
                                      </m:dPr>
                                      <m:e>
                                        <m:r>
                                          <a:rPr xmlns:a="http://schemas.openxmlformats.org/drawingml/2006/main" sz="2000" i="1">
                                            <a:solidFill>
                                              <a:srgbClr val="FFFFFF"/>
                                            </a:solidFill>
                                            <a:latin typeface="Cambria Math" panose="02040503050406030204" pitchFamily="18" charset="0"/>
                                          </a:rPr>
                                          <m:t>𝑖</m:t>
                                        </m:r>
                                      </m:e>
                                    </m:d>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
                                </m:r>
                                <m:sSup>
                                  <m:e>
                                    <m:r>
                                      <a:rPr xmlns:a="http://schemas.openxmlformats.org/drawingml/2006/main" sz="2000" i="1">
                                        <a:solidFill>
                                          <a:srgbClr val="FFFFFF"/>
                                        </a:solidFill>
                                        <a:latin typeface="Cambria Math" panose="02040503050406030204" pitchFamily="18" charset="0"/>
                                      </a:rPr>
                                      <m:t>𝑦</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sup>
                                </m:sSup>
                              </m:e>
                            </m:d>
                          </m:e>
                          <m:sup>
                            <m:r>
                              <a:rPr xmlns:a="http://schemas.openxmlformats.org/drawingml/2006/main" sz="2000" i="1">
                                <a:solidFill>
                                  <a:srgbClr val="FFFFFF"/>
                                </a:solidFill>
                                <a:latin typeface="Cambria Math" panose="02040503050406030204" pitchFamily="18" charset="0"/>
                              </a:rPr>
                              <m:t>2</m:t>
                            </m:r>
                          </m:sup>
                        </m:sSup>
                      </m:oMath>
                    </m:oMathPara>
                  </a14:m>
                  <a:endParaRPr sz="2000">
                    <a:solidFill>
                      <a:srgbClr val="FFFFFF"/>
                    </a:solidFill>
                  </a:endParaRPr>
                </a:p>
              </p:txBody>
            </p:sp>
            <p:sp>
              <p:nvSpPr>
                <p:cNvPr id="1063" name="TextBox 24"/>
                <p:cNvSpPr txBox="1"/>
                <p:nvPr/>
              </p:nvSpPr>
              <p:spPr>
                <a:xfrm>
                  <a:off x="483740" y="0"/>
                  <a:ext cx="370503" cy="68133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0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000" i="1">
                                <a:solidFill>
                                  <a:srgbClr val="FFFFFF"/>
                                </a:solidFill>
                                <a:latin typeface="Cambria Math" panose="02040503050406030204" pitchFamily="18" charset="0"/>
                              </a:rPr>
                              <m:t>𝑖</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sub>
                          <m:sup>
                            <m:r>
                              <a:rPr xmlns:a="http://schemas.openxmlformats.org/drawingml/2006/main" sz="2000" i="1">
                                <a:solidFill>
                                  <a:srgbClr val="FFFFFF"/>
                                </a:solidFill>
                                <a:latin typeface="Cambria Math" panose="02040503050406030204" pitchFamily="18" charset="0"/>
                              </a:rPr>
                              <m:t>𝑚</m:t>
                            </m:r>
                          </m:sup>
                          <m:e>
                            <m:r>
                              <a:rPr xmlns:a="http://schemas.openxmlformats.org/drawingml/2006/main" sz="2000" i="1">
                                <a:solidFill>
                                  <a:srgbClr val="FFFFFF"/>
                                </a:solidFill>
                                <a:latin typeface="Cambria Math" panose="02040503050406030204" pitchFamily="18" charset="0"/>
                              </a:rPr>
                              <m:t/>
                            </m:r>
                          </m:e>
                        </m:nary>
                      </m:oMath>
                    </m:oMathPara>
                  </a14:m>
                  <a:endParaRPr sz="2000">
                    <a:solidFill>
                      <a:srgbClr val="FFFFFF"/>
                    </a:solidFill>
                  </a:endParaRPr>
                </a:p>
              </p:txBody>
            </p:sp>
            <p:sp>
              <p:nvSpPr>
                <p:cNvPr id="1064" name="TextBox 25"/>
                <p:cNvSpPr txBox="1"/>
                <p:nvPr/>
              </p:nvSpPr>
              <p:spPr>
                <a:xfrm>
                  <a:off x="0" y="116844"/>
                  <a:ext cx="358141" cy="54330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2</m:t>
                            </m:r>
                            <m:r>
                              <a:rPr xmlns:a="http://schemas.openxmlformats.org/drawingml/2006/main" sz="2000" i="1">
                                <a:solidFill>
                                  <a:srgbClr val="FFFFFF"/>
                                </a:solidFill>
                                <a:latin typeface="Cambria Math" panose="02040503050406030204" pitchFamily="18" charset="0"/>
                              </a:rPr>
                              <m:t>𝑚</m:t>
                            </m:r>
                          </m:den>
                        </m:f>
                      </m:oMath>
                    </m:oMathPara>
                  </a14:m>
                  <a:endParaRPr sz="2000">
                    <a:solidFill>
                      <a:srgbClr val="FFFFFF"/>
                    </a:solidFill>
                  </a:endParaRPr>
                </a:p>
              </p:txBody>
            </p:sp>
          </p:grpSp>
        </p:grpSp>
      </p:grpSp>
      <p:sp>
        <p:nvSpPr>
          <p:cNvPr id="1068" name="Straight Connector 63"/>
          <p:cNvSpPr/>
          <p:nvPr/>
        </p:nvSpPr>
        <p:spPr>
          <a:xfrm>
            <a:off x="84305" y="3165356"/>
            <a:ext cx="12044824" cy="1"/>
          </a:xfrm>
          <a:prstGeom prst="line">
            <a:avLst/>
          </a:prstGeom>
          <a:ln w="57150">
            <a:solidFill>
              <a:srgbClr val="00B0F0"/>
            </a:solidFill>
          </a:ln>
        </p:spPr>
        <p:txBody>
          <a:bodyPr lIns="45719" rIns="45719"/>
          <a:lstStyle/>
          <a:p>
            <a:pPr>
              <a:defRPr>
                <a:solidFill>
                  <a:srgbClr val="FFFFFF"/>
                </a:solidFill>
              </a:defRPr>
            </a:pPr>
          </a:p>
        </p:txBody>
      </p:sp>
      <p:grpSp>
        <p:nvGrpSpPr>
          <p:cNvPr id="1072" name="Group"/>
          <p:cNvGrpSpPr/>
          <p:nvPr/>
        </p:nvGrpSpPr>
        <p:grpSpPr>
          <a:xfrm>
            <a:off x="1875860" y="3474375"/>
            <a:ext cx="7251679" cy="707777"/>
            <a:chOff x="0" y="0"/>
            <a:chExt cx="7251678" cy="707776"/>
          </a:xfrm>
        </p:grpSpPr>
        <p:sp>
          <p:nvSpPr>
            <p:cNvPr id="1069" name="TextBox 18"/>
            <p:cNvSpPr txBox="1"/>
            <p:nvPr/>
          </p:nvSpPr>
          <p:spPr>
            <a:xfrm>
              <a:off x="0" y="0"/>
              <a:ext cx="1475671" cy="707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2000">
                  <a:solidFill>
                    <a:srgbClr val="FFFFFF"/>
                  </a:solidFill>
                  <a:latin typeface="Cambria Math"/>
                  <a:ea typeface="Cambria Math"/>
                  <a:cs typeface="Cambria Math"/>
                  <a:sym typeface="Cambria Math"/>
                </a:defRPr>
              </a:pPr>
              <a14:m>
                <m:oMath>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m:t>
                      </m:r>
                    </m:num>
                    <m:den>
                      <m:sSub>
                        <m:e>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𝑗</m:t>
                          </m:r>
                        </m:sub>
                      </m:sSub>
                    </m:den>
                  </m:f>
                  <m:r>
                    <a:rPr xmlns:a="http://schemas.openxmlformats.org/drawingml/2006/main" sz="2000" i="1">
                      <a:solidFill>
                        <a:srgbClr val="FFFFFF"/>
                      </a:solidFill>
                      <a:latin typeface="Cambria Math" panose="02040503050406030204" pitchFamily="18" charset="0"/>
                    </a:rPr>
                    <m:t>𝐽</m:t>
                  </m:r>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𝜃</m:t>
                      </m:r>
                    </m:e>
                    <m:sub>
                      <m:r>
                        <a:rPr xmlns:a="http://schemas.openxmlformats.org/drawingml/2006/main" sz="2000" i="1">
                          <a:solidFill>
                            <a:srgbClr val="FFFFFF"/>
                          </a:solidFill>
                          <a:latin typeface="Cambria Math" panose="02040503050406030204" pitchFamily="18" charset="0"/>
                        </a:rPr>
                        <m:t>1</m:t>
                      </m:r>
                    </m:sub>
                  </m:sSub>
                  <m:r>
                    <a:rPr xmlns:a="http://schemas.openxmlformats.org/drawingml/2006/main" sz="2000" i="1">
                      <a:solidFill>
                        <a:srgbClr val="FFFFFF"/>
                      </a:solidFill>
                      <a:latin typeface="Cambria Math" panose="02040503050406030204" pitchFamily="18" charset="0"/>
                    </a:rPr>
                    <m:t>)</m:t>
                  </m:r>
                </m:oMath>
              </a14:m>
              <a:r>
                <a:rPr>
                  <a:latin typeface="Times New Roman"/>
                  <a:ea typeface="Times New Roman"/>
                  <a:cs typeface="Times New Roman"/>
                  <a:sym typeface="Times New Roman"/>
                </a:rPr>
                <a:t> </a:t>
              </a:r>
              <a:endParaRPr sz="1887"/>
            </a:p>
          </p:txBody>
        </p:sp>
        <p:sp>
          <p:nvSpPr>
            <p:cNvPr id="1070" name="Equation"/>
            <p:cNvSpPr txBox="1"/>
            <p:nvPr/>
          </p:nvSpPr>
          <p:spPr>
            <a:xfrm>
              <a:off x="1497420" y="79303"/>
              <a:ext cx="2719281" cy="613202"/>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m:t>
                    </m:r>
                    <m:f>
                      <m:fPr>
                        <m:ctrlPr>
                          <a:rPr xmlns:a="http://schemas.openxmlformats.org/drawingml/2006/main" sz="1800" i="1">
                            <a:solidFill>
                              <a:srgbClr val="FFFFFF"/>
                            </a:solidFill>
                            <a:latin typeface="Cambria Math" panose="02040503050406030204" pitchFamily="18" charset="0"/>
                          </a:rPr>
                        </m:ctrlPr>
                        <m:type m:val="bar"/>
                      </m:fPr>
                      <m:num>
                        <m:r>
                          <m:rPr>
                            <m:sty m:val="p"/>
                          </m:rPr>
                          <a:rPr xmlns:a="http://schemas.openxmlformats.org/drawingml/2006/main" sz="1800" i="1">
                            <a:solidFill>
                              <a:srgbClr val="FFFFFF"/>
                            </a:solidFill>
                            <a:latin typeface="Cambria Math" panose="02040503050406030204" pitchFamily="18" charset="0"/>
                          </a:rPr>
                          <m:t>∂</m:t>
                        </m:r>
                      </m:num>
                      <m:den>
                        <m:r>
                          <m:rPr>
                            <m:sty m:val="p"/>
                          </m:rPr>
                          <a:rPr xmlns:a="http://schemas.openxmlformats.org/drawingml/2006/main" sz="1800" i="1">
                            <a:solidFill>
                              <a:srgbClr val="FFFFFF"/>
                            </a:solidFill>
                            <a:latin typeface="Cambria Math" panose="02040503050406030204" pitchFamily="18" charset="0"/>
                          </a:rPr>
                          <m:t>∂</m:t>
                        </m:r>
                        <m:sSub>
                          <m:e>
                            <m: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j</m:t>
                            </m:r>
                          </m:sub>
                        </m:sSub>
                      </m:den>
                    </m:f>
                    <m:f>
                      <m:fPr>
                        <m:ctrlPr>
                          <a:rPr xmlns:a="http://schemas.openxmlformats.org/drawingml/2006/main" sz="1800" i="1">
                            <a:solidFill>
                              <a:srgbClr val="FFFFFF"/>
                            </a:solidFill>
                            <a:latin typeface="Cambria Math" panose="02040503050406030204" pitchFamily="18" charset="0"/>
                          </a:rPr>
                        </m:ctrlPr>
                        <m:type m:val="bar"/>
                      </m:fPr>
                      <m:num>
                        <m:r>
                          <a:rPr xmlns:a="http://schemas.openxmlformats.org/drawingml/2006/main" sz="1800" i="1">
                            <a:solidFill>
                              <a:srgbClr val="FFFFFF"/>
                            </a:solidFill>
                            <a:latin typeface="Cambria Math" panose="02040503050406030204" pitchFamily="18" charset="0"/>
                          </a:rPr>
                          <m:t>1</m:t>
                        </m:r>
                      </m:num>
                      <m:den>
                        <m:r>
                          <a:rPr xmlns:a="http://schemas.openxmlformats.org/drawingml/2006/main" sz="1800" i="1">
                            <a:solidFill>
                              <a:srgbClr val="FFFFFF"/>
                            </a:solidFill>
                            <a:latin typeface="Cambria Math" panose="02040503050406030204" pitchFamily="18" charset="0"/>
                          </a:rPr>
                          <m:t>2</m:t>
                        </m:r>
                        <m:r>
                          <a:rPr xmlns:a="http://schemas.openxmlformats.org/drawingml/2006/main" sz="1800" i="1">
                            <a:solidFill>
                              <a:srgbClr val="FFFFFF"/>
                            </a:solidFill>
                            <a:latin typeface="Cambria Math" panose="02040503050406030204" pitchFamily="18" charset="0"/>
                          </a:rPr>
                          <m:t>m</m:t>
                        </m:r>
                      </m:den>
                    </m:f>
                    <m:limUpp>
                      <m:e>
                        <m:limLow>
                          <m:e>
                            <m:r>
                              <a:rPr xmlns:a="http://schemas.openxmlformats.org/drawingml/2006/main" sz="1800" i="1">
                                <a:solidFill>
                                  <a:srgbClr val="FFFFFF"/>
                                </a:solidFill>
                                <a:latin typeface="Cambria Math" panose="02040503050406030204" pitchFamily="18" charset="0"/>
                              </a:rPr>
                              <m:t>∑</m:t>
                            </m:r>
                          </m:e>
                          <m:lim>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1</m:t>
                            </m:r>
                          </m:lim>
                        </m:limLow>
                      </m:e>
                      <m:lim>
                        <m:r>
                          <a:rPr xmlns:a="http://schemas.openxmlformats.org/drawingml/2006/main" sz="1800" i="1">
                            <a:solidFill>
                              <a:srgbClr val="FFFFFF"/>
                            </a:solidFill>
                            <a:latin typeface="Cambria Math" panose="02040503050406030204" pitchFamily="18" charset="0"/>
                          </a:rPr>
                          <m:t>m</m:t>
                        </m:r>
                      </m:lim>
                    </m:limUpp>
                    <m:sSup>
                      <m:e>
                        <m:d>
                          <m:dPr>
                            <m:ctrlPr>
                              <a:rPr xmlns:a="http://schemas.openxmlformats.org/drawingml/2006/main" sz="1800" i="1">
                                <a:solidFill>
                                  <a:srgbClr val="FFFFFF"/>
                                </a:solidFill>
                                <a:latin typeface="Cambria Math" panose="02040503050406030204" pitchFamily="18" charset="0"/>
                              </a:rPr>
                            </m:ctrlPr>
                          </m:dPr>
                          <m:e>
                            <m:sSub>
                              <m:e>
                                <m:r>
                                  <a:rPr xmlns:a="http://schemas.openxmlformats.org/drawingml/2006/main" sz="1800" i="1">
                                    <a:solidFill>
                                      <a:srgbClr val="FFFFFF"/>
                                    </a:solidFill>
                                    <a:latin typeface="Cambria Math" panose="02040503050406030204" pitchFamily="18" charset="0"/>
                                  </a:rPr>
                                  <m:t>h</m:t>
                                </m:r>
                              </m:e>
                              <m:sub>
                                <m:r>
                                  <m:rPr>
                                    <m:sty m:val="p"/>
                                  </m:rPr>
                                  <a:rPr xmlns:a="http://schemas.openxmlformats.org/drawingml/2006/main" sz="1800" i="1">
                                    <a:solidFill>
                                      <a:srgbClr val="FFFFFF"/>
                                    </a:solidFill>
                                    <a:latin typeface="Cambria Math" panose="02040503050406030204" pitchFamily="18" charset="0"/>
                                  </a:rPr>
                                  <m:t>Θ</m:t>
                                </m:r>
                              </m:sub>
                            </m:sSub>
                            <m:r>
                              <a:rPr xmlns:a="http://schemas.openxmlformats.org/drawingml/2006/main" sz="1800" i="1">
                                <a:solidFill>
                                  <a:srgbClr val="FFFFFF"/>
                                </a:solidFill>
                                <a:latin typeface="Cambria Math" panose="02040503050406030204" pitchFamily="18" charset="0"/>
                              </a:rPr>
                              <m:t>(</m:t>
                            </m:r>
                            <m:sSup>
                              <m:e>
                                <m:r>
                                  <a:rPr xmlns:a="http://schemas.openxmlformats.org/drawingml/2006/main" sz="1800" i="1">
                                    <a:solidFill>
                                      <a:srgbClr val="FFFFFF"/>
                                    </a:solidFill>
                                    <a:latin typeface="Cambria Math" panose="02040503050406030204" pitchFamily="18" charset="0"/>
                                  </a:rPr>
                                  <m:t>x</m:t>
                                </m:r>
                              </m:e>
                              <m:sup>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sup>
                            </m:sSup>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m:t>
                            </m:r>
                            <m:sSup>
                              <m:e>
                                <m:r>
                                  <a:rPr xmlns:a="http://schemas.openxmlformats.org/drawingml/2006/main" sz="1800" i="1">
                                    <a:solidFill>
                                      <a:srgbClr val="FFFFFF"/>
                                    </a:solidFill>
                                    <a:latin typeface="Cambria Math" panose="02040503050406030204" pitchFamily="18" charset="0"/>
                                  </a:rPr>
                                  <m:t>y</m:t>
                                </m:r>
                              </m:e>
                              <m:sup>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sup>
                            </m:sSup>
                          </m:e>
                        </m:d>
                      </m:e>
                      <m:sup>
                        <m:r>
                          <a:rPr xmlns:a="http://schemas.openxmlformats.org/drawingml/2006/main" sz="1800" i="1">
                            <a:solidFill>
                              <a:srgbClr val="FFFFFF"/>
                            </a:solidFill>
                            <a:latin typeface="Cambria Math" panose="02040503050406030204" pitchFamily="18" charset="0"/>
                          </a:rPr>
                          <m:t>2</m:t>
                        </m:r>
                      </m:sup>
                    </m:sSup>
                  </m:oMath>
                </m:oMathPara>
              </a14:m>
              <a:endParaRPr>
                <a:solidFill>
                  <a:srgbClr val="FFFFFF"/>
                </a:solidFill>
              </a:endParaRPr>
            </a:p>
          </p:txBody>
        </p:sp>
        <p:sp>
          <p:nvSpPr>
            <p:cNvPr id="1071" name="Equation"/>
            <p:cNvSpPr txBox="1"/>
            <p:nvPr/>
          </p:nvSpPr>
          <p:spPr>
            <a:xfrm>
              <a:off x="4290130" y="94485"/>
              <a:ext cx="2961549" cy="613202"/>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800" i="1">
                        <a:solidFill>
                          <a:srgbClr val="FFFFFF"/>
                        </a:solidFill>
                        <a:latin typeface="Cambria Math" panose="02040503050406030204" pitchFamily="18" charset="0"/>
                      </a:rPr>
                      <m:t>=</m:t>
                    </m:r>
                    <m:f>
                      <m:fPr>
                        <m:ctrlPr>
                          <a:rPr xmlns:a="http://schemas.openxmlformats.org/drawingml/2006/main" sz="1800" i="1">
                            <a:solidFill>
                              <a:srgbClr val="FFFFFF"/>
                            </a:solidFill>
                            <a:latin typeface="Cambria Math" panose="02040503050406030204" pitchFamily="18" charset="0"/>
                          </a:rPr>
                        </m:ctrlPr>
                        <m:type m:val="bar"/>
                      </m:fPr>
                      <m:num>
                        <m:r>
                          <m:rPr>
                            <m:sty m:val="p"/>
                          </m:rPr>
                          <a:rPr xmlns:a="http://schemas.openxmlformats.org/drawingml/2006/main" sz="1800" i="1">
                            <a:solidFill>
                              <a:srgbClr val="FFFFFF"/>
                            </a:solidFill>
                            <a:latin typeface="Cambria Math" panose="02040503050406030204" pitchFamily="18" charset="0"/>
                          </a:rPr>
                          <m:t>∂</m:t>
                        </m:r>
                      </m:num>
                      <m:den>
                        <m:r>
                          <m:rPr>
                            <m:sty m:val="p"/>
                          </m:rPr>
                          <a:rPr xmlns:a="http://schemas.openxmlformats.org/drawingml/2006/main" sz="1800" i="1">
                            <a:solidFill>
                              <a:srgbClr val="FFFFFF"/>
                            </a:solidFill>
                            <a:latin typeface="Cambria Math" panose="02040503050406030204" pitchFamily="18" charset="0"/>
                          </a:rPr>
                          <m:t>∂</m:t>
                        </m:r>
                        <m:sSub>
                          <m:e>
                            <m: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j</m:t>
                            </m:r>
                          </m:sub>
                        </m:sSub>
                      </m:den>
                    </m:f>
                    <m:f>
                      <m:fPr>
                        <m:ctrlPr>
                          <a:rPr xmlns:a="http://schemas.openxmlformats.org/drawingml/2006/main" sz="1800" i="1">
                            <a:solidFill>
                              <a:srgbClr val="FFFFFF"/>
                            </a:solidFill>
                            <a:latin typeface="Cambria Math" panose="02040503050406030204" pitchFamily="18" charset="0"/>
                          </a:rPr>
                        </m:ctrlPr>
                        <m:type m:val="bar"/>
                      </m:fPr>
                      <m:num>
                        <m:r>
                          <a:rPr xmlns:a="http://schemas.openxmlformats.org/drawingml/2006/main" sz="1800" i="1">
                            <a:solidFill>
                              <a:srgbClr val="FFFFFF"/>
                            </a:solidFill>
                            <a:latin typeface="Cambria Math" panose="02040503050406030204" pitchFamily="18" charset="0"/>
                          </a:rPr>
                          <m:t>1</m:t>
                        </m:r>
                      </m:num>
                      <m:den>
                        <m:r>
                          <a:rPr xmlns:a="http://schemas.openxmlformats.org/drawingml/2006/main" sz="1800" i="1">
                            <a:solidFill>
                              <a:srgbClr val="FFFFFF"/>
                            </a:solidFill>
                            <a:latin typeface="Cambria Math" panose="02040503050406030204" pitchFamily="18" charset="0"/>
                          </a:rPr>
                          <m:t>2</m:t>
                        </m:r>
                        <m:r>
                          <a:rPr xmlns:a="http://schemas.openxmlformats.org/drawingml/2006/main" sz="1800" i="1">
                            <a:solidFill>
                              <a:srgbClr val="FFFFFF"/>
                            </a:solidFill>
                            <a:latin typeface="Cambria Math" panose="02040503050406030204" pitchFamily="18" charset="0"/>
                          </a:rPr>
                          <m:t>m</m:t>
                        </m:r>
                      </m:den>
                    </m:f>
                    <m:limUpp>
                      <m:e>
                        <m:limLow>
                          <m:e>
                            <m:r>
                              <a:rPr xmlns:a="http://schemas.openxmlformats.org/drawingml/2006/main" sz="1800" i="1">
                                <a:solidFill>
                                  <a:srgbClr val="FFFFFF"/>
                                </a:solidFill>
                                <a:latin typeface="Cambria Math" panose="02040503050406030204" pitchFamily="18" charset="0"/>
                              </a:rPr>
                              <m:t>∑</m:t>
                            </m:r>
                          </m:e>
                          <m:lim>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1</m:t>
                            </m:r>
                          </m:lim>
                        </m:limLow>
                      </m:e>
                      <m:lim>
                        <m:r>
                          <a:rPr xmlns:a="http://schemas.openxmlformats.org/drawingml/2006/main" sz="1800" i="1">
                            <a:solidFill>
                              <a:srgbClr val="FFFFFF"/>
                            </a:solidFill>
                            <a:latin typeface="Cambria Math" panose="02040503050406030204" pitchFamily="18" charset="0"/>
                          </a:rPr>
                          <m:t>m</m:t>
                        </m:r>
                      </m:lim>
                    </m:limUpp>
                    <m:sSup>
                      <m:e>
                        <m:d>
                          <m:dPr>
                            <m:ctrlPr>
                              <a:rPr xmlns:a="http://schemas.openxmlformats.org/drawingml/2006/main" sz="1800" i="1">
                                <a:solidFill>
                                  <a:srgbClr val="FFFFFF"/>
                                </a:solidFill>
                                <a:latin typeface="Cambria Math" panose="02040503050406030204" pitchFamily="18" charset="0"/>
                              </a:rPr>
                            </m:ctrlPr>
                          </m:dPr>
                          <m:e>
                            <m:sSub>
                              <m:e>
                                <m: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0</m:t>
                                </m:r>
                              </m:sub>
                            </m:sSub>
                            <m:r>
                              <a:rPr xmlns:a="http://schemas.openxmlformats.org/drawingml/2006/main" sz="1800" i="1">
                                <a:solidFill>
                                  <a:srgbClr val="FFFFFF"/>
                                </a:solidFill>
                                <a:latin typeface="Cambria Math" panose="02040503050406030204" pitchFamily="18" charset="0"/>
                              </a:rPr>
                              <m:t>+</m:t>
                            </m:r>
                            <m:sSub>
                              <m:e>
                                <m: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1</m:t>
                                </m:r>
                              </m:sub>
                            </m:sSub>
                            <m:sSup>
                              <m:e>
                                <m:r>
                                  <a:rPr xmlns:a="http://schemas.openxmlformats.org/drawingml/2006/main" sz="1800" i="1">
                                    <a:solidFill>
                                      <a:srgbClr val="FFFFFF"/>
                                    </a:solidFill>
                                    <a:latin typeface="Cambria Math" panose="02040503050406030204" pitchFamily="18" charset="0"/>
                                  </a:rPr>
                                  <m:t>x</m:t>
                                </m:r>
                              </m:e>
                              <m:sup>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sup>
                            </m:sSup>
                            <m:r>
                              <a:rPr xmlns:a="http://schemas.openxmlformats.org/drawingml/2006/main" sz="1800" i="1">
                                <a:solidFill>
                                  <a:srgbClr val="FFFFFF"/>
                                </a:solidFill>
                                <a:latin typeface="Cambria Math" panose="02040503050406030204" pitchFamily="18" charset="0"/>
                              </a:rPr>
                              <m:t>-</m:t>
                            </m:r>
                            <m:sSup>
                              <m:e>
                                <m:r>
                                  <a:rPr xmlns:a="http://schemas.openxmlformats.org/drawingml/2006/main" sz="1800" i="1">
                                    <a:solidFill>
                                      <a:srgbClr val="FFFFFF"/>
                                    </a:solidFill>
                                    <a:latin typeface="Cambria Math" panose="02040503050406030204" pitchFamily="18" charset="0"/>
                                  </a:rPr>
                                  <m:t>y</m:t>
                                </m:r>
                              </m:e>
                              <m:sup>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i</m:t>
                                </m:r>
                                <m:r>
                                  <a:rPr xmlns:a="http://schemas.openxmlformats.org/drawingml/2006/main" sz="1800" i="1">
                                    <a:solidFill>
                                      <a:srgbClr val="FFFFFF"/>
                                    </a:solidFill>
                                    <a:latin typeface="Cambria Math" panose="02040503050406030204" pitchFamily="18" charset="0"/>
                                  </a:rPr>
                                  <m:t>)</m:t>
                                </m:r>
                              </m:sup>
                            </m:sSup>
                          </m:e>
                        </m:d>
                      </m:e>
                      <m:sup>
                        <m:r>
                          <a:rPr xmlns:a="http://schemas.openxmlformats.org/drawingml/2006/main" sz="1800" i="1">
                            <a:solidFill>
                              <a:srgbClr val="FFFFFF"/>
                            </a:solidFill>
                            <a:latin typeface="Cambria Math" panose="02040503050406030204" pitchFamily="18" charset="0"/>
                          </a:rPr>
                          <m:t>2</m:t>
                        </m:r>
                      </m:sup>
                    </m:sSup>
                  </m:oMath>
                </m:oMathPara>
              </a14:m>
              <a:endParaRPr>
                <a:solidFill>
                  <a:srgbClr val="FFFFFF"/>
                </a:solidFill>
              </a:endParaRPr>
            </a:p>
          </p:txBody>
        </p:sp>
      </p:grpSp>
      <p:grpSp>
        <p:nvGrpSpPr>
          <p:cNvPr id="1077" name="Group"/>
          <p:cNvGrpSpPr/>
          <p:nvPr/>
        </p:nvGrpSpPr>
        <p:grpSpPr>
          <a:xfrm>
            <a:off x="1261203" y="4429900"/>
            <a:ext cx="7802242" cy="942142"/>
            <a:chOff x="0" y="0"/>
            <a:chExt cx="7802241" cy="942141"/>
          </a:xfrm>
        </p:grpSpPr>
        <p:sp>
          <p:nvSpPr>
            <p:cNvPr id="1073" name="Rectangle 68"/>
            <p:cNvSpPr/>
            <p:nvPr/>
          </p:nvSpPr>
          <p:spPr>
            <a:xfrm>
              <a:off x="0" y="0"/>
              <a:ext cx="6359236" cy="942142"/>
            </a:xfrm>
            <a:prstGeom prst="rect">
              <a:avLst/>
            </a:prstGeom>
            <a:noFill/>
            <a:ln w="28575" cap="flat">
              <a:solidFill>
                <a:srgbClr val="FF0000"/>
              </a:solidFill>
              <a:prstDash val="solid"/>
              <a:round/>
            </a:ln>
            <a:effectLst/>
          </p:spPr>
          <p:txBody>
            <a:bodyPr wrap="square" lIns="45719" tIns="45719" rIns="45719" bIns="45719" numCol="1" anchor="ctr">
              <a:noAutofit/>
            </a:bodyPr>
            <a:lstStyle/>
            <a:p>
              <a:pPr algn="ctr">
                <a:defRPr sz="2000">
                  <a:solidFill>
                    <a:srgbClr val="FFFFFF"/>
                  </a:solidFill>
                </a:defRPr>
              </a:pPr>
            </a:p>
          </p:txBody>
        </p:sp>
        <p:sp>
          <p:nvSpPr>
            <p:cNvPr id="1074" name="Arrow: Right 70"/>
            <p:cNvSpPr/>
            <p:nvPr/>
          </p:nvSpPr>
          <p:spPr>
            <a:xfrm>
              <a:off x="6566315" y="304535"/>
              <a:ext cx="739303" cy="353303"/>
            </a:xfrm>
            <a:prstGeom prst="rightArrow">
              <a:avLst>
                <a:gd name="adj1" fmla="val 50000"/>
                <a:gd name="adj2" fmla="val 50000"/>
              </a:avLst>
            </a:prstGeom>
            <a:noFill/>
            <a:ln w="15875"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075" name="TextBox 75"/>
            <p:cNvSpPr txBox="1"/>
            <p:nvPr/>
          </p:nvSpPr>
          <p:spPr>
            <a:xfrm>
              <a:off x="7574609" y="342356"/>
              <a:ext cx="227633" cy="28283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0</m:t>
                        </m:r>
                      </m:sub>
                    </m:sSub>
                  </m:oMath>
                </m:oMathPara>
              </a14:m>
              <a:endParaRPr sz="2400">
                <a:solidFill>
                  <a:srgbClr val="FFFF00"/>
                </a:solidFill>
              </a:endParaRPr>
            </a:p>
          </p:txBody>
        </p:sp>
        <p:sp>
          <p:nvSpPr>
            <p:cNvPr id="1076" name="Equation"/>
            <p:cNvSpPr txBox="1"/>
            <p:nvPr/>
          </p:nvSpPr>
          <p:spPr>
            <a:xfrm>
              <a:off x="731809" y="93685"/>
              <a:ext cx="4606065" cy="68133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j</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0</m:t>
                    </m:r>
                    <m:r>
                      <a:rPr xmlns:a="http://schemas.openxmlformats.org/drawingml/2006/main" sz="2000" i="1">
                        <a:solidFill>
                          <a:srgbClr val="FFFFFF"/>
                        </a:solidFill>
                        <a:latin typeface="Cambria Math" panose="02040503050406030204" pitchFamily="18" charset="0"/>
                      </a:rPr>
                      <m:t>⇒</m:t>
                    </m:r>
                    <m:f>
                      <m:fPr>
                        <m:ctrlPr>
                          <a:rPr xmlns:a="http://schemas.openxmlformats.org/drawingml/2006/main" sz="2000" i="1">
                            <a:solidFill>
                              <a:srgbClr val="FFFFFF"/>
                            </a:solidFill>
                            <a:latin typeface="Cambria Math" panose="02040503050406030204" pitchFamily="18" charset="0"/>
                          </a:rPr>
                        </m:ctrlPr>
                        <m:type m:val="bar"/>
                      </m:fPr>
                      <m:num>
                        <m:r>
                          <m:rPr>
                            <m:sty m:val="p"/>
                          </m:rPr>
                          <a:rPr xmlns:a="http://schemas.openxmlformats.org/drawingml/2006/main" sz="2000" i="1">
                            <a:solidFill>
                              <a:srgbClr val="FFFFFF"/>
                            </a:solidFill>
                            <a:latin typeface="Cambria Math" panose="02040503050406030204" pitchFamily="18" charset="0"/>
                          </a:rPr>
                          <m:t>∂</m:t>
                        </m:r>
                      </m:num>
                      <m:den>
                        <m:r>
                          <m:rPr>
                            <m:sty m:val="p"/>
                          </m:rP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den>
                    </m:f>
                    <m:r>
                      <a:rPr xmlns:a="http://schemas.openxmlformats.org/drawingml/2006/main" sz="2000" i="1">
                        <a:solidFill>
                          <a:srgbClr val="FFFFFF"/>
                        </a:solidFill>
                        <a:latin typeface="Cambria Math" panose="02040503050406030204" pitchFamily="18" charset="0"/>
                      </a:rPr>
                      <m:t>J</m:t>
                    </m:r>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m:t>
                    </m:r>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m</m:t>
                        </m:r>
                      </m:den>
                    </m:f>
                    <m:limUpp>
                      <m:e>
                        <m:limLow>
                          <m:e>
                            <m:r>
                              <a:rPr xmlns:a="http://schemas.openxmlformats.org/drawingml/2006/main" sz="2000" i="1">
                                <a:solidFill>
                                  <a:srgbClr val="FFFFFF"/>
                                </a:solidFill>
                                <a:latin typeface="Cambria Math" panose="02040503050406030204" pitchFamily="18" charset="0"/>
                              </a:rPr>
                              <m:t>∑</m:t>
                            </m:r>
                          </m:e>
                          <m:lim>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lim>
                        </m:limLow>
                      </m:e>
                      <m:lim>
                        <m:r>
                          <a:rPr xmlns:a="http://schemas.openxmlformats.org/drawingml/2006/main" sz="2000" i="1">
                            <a:solidFill>
                              <a:srgbClr val="FFFFFF"/>
                            </a:solidFill>
                            <a:latin typeface="Cambria Math" panose="02040503050406030204" pitchFamily="18" charset="0"/>
                          </a:rPr>
                          <m:t>m</m:t>
                        </m:r>
                      </m:lim>
                    </m:limUpp>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h</m:t>
                            </m:r>
                          </m:e>
                          <m:sub>
                            <m:r>
                              <m:rPr>
                                <m:sty m:val="b"/>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x</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y</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sup>
                        </m:sSup>
                      </m:e>
                    </m:d>
                  </m:oMath>
                </m:oMathPara>
              </a14:m>
              <a:endParaRPr sz="2000">
                <a:solidFill>
                  <a:srgbClr val="FFFFFF"/>
                </a:solidFill>
              </a:endParaRPr>
            </a:p>
          </p:txBody>
        </p:sp>
      </p:grpSp>
      <p:grpSp>
        <p:nvGrpSpPr>
          <p:cNvPr id="1082" name="Group"/>
          <p:cNvGrpSpPr/>
          <p:nvPr/>
        </p:nvGrpSpPr>
        <p:grpSpPr>
          <a:xfrm>
            <a:off x="1261203" y="5375040"/>
            <a:ext cx="7880312" cy="847184"/>
            <a:chOff x="0" y="0"/>
            <a:chExt cx="7880311" cy="847182"/>
          </a:xfrm>
        </p:grpSpPr>
        <p:sp>
          <p:nvSpPr>
            <p:cNvPr id="1078" name="Rectangle 69"/>
            <p:cNvSpPr/>
            <p:nvPr/>
          </p:nvSpPr>
          <p:spPr>
            <a:xfrm>
              <a:off x="0" y="0"/>
              <a:ext cx="6359236" cy="847183"/>
            </a:xfrm>
            <a:prstGeom prst="rect">
              <a:avLst/>
            </a:prstGeom>
            <a:noFill/>
            <a:ln w="28575" cap="flat">
              <a:solidFill>
                <a:srgbClr val="FF0000"/>
              </a:solidFill>
              <a:prstDash val="solid"/>
              <a:round/>
            </a:ln>
            <a:effectLst/>
          </p:spPr>
          <p:txBody>
            <a:bodyPr wrap="square" lIns="45719" tIns="45719" rIns="45719" bIns="45719" numCol="1" anchor="ctr">
              <a:noAutofit/>
            </a:bodyPr>
            <a:lstStyle/>
            <a:p>
              <a:pPr algn="ctr">
                <a:defRPr sz="2000">
                  <a:solidFill>
                    <a:srgbClr val="FFFFFF"/>
                  </a:solidFill>
                </a:defRPr>
              </a:pPr>
            </a:p>
          </p:txBody>
        </p:sp>
        <p:sp>
          <p:nvSpPr>
            <p:cNvPr id="1079" name="Arrow: Right 71"/>
            <p:cNvSpPr/>
            <p:nvPr/>
          </p:nvSpPr>
          <p:spPr>
            <a:xfrm>
              <a:off x="6566315" y="229077"/>
              <a:ext cx="739303" cy="353303"/>
            </a:xfrm>
            <a:prstGeom prst="rightArrow">
              <a:avLst>
                <a:gd name="adj1" fmla="val 50000"/>
                <a:gd name="adj2" fmla="val 50000"/>
              </a:avLst>
            </a:prstGeom>
            <a:noFill/>
            <a:ln w="15875"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080" name="TextBox 76"/>
            <p:cNvSpPr txBox="1"/>
            <p:nvPr/>
          </p:nvSpPr>
          <p:spPr>
            <a:xfrm>
              <a:off x="7670424" y="265825"/>
              <a:ext cx="209888" cy="279808"/>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oMath>
                </m:oMathPara>
              </a14:m>
              <a:endParaRPr sz="2400">
                <a:solidFill>
                  <a:srgbClr val="FFFF00"/>
                </a:solidFill>
              </a:endParaRPr>
            </a:p>
          </p:txBody>
        </p:sp>
        <p:sp>
          <p:nvSpPr>
            <p:cNvPr id="1081" name="Equation"/>
            <p:cNvSpPr txBox="1"/>
            <p:nvPr/>
          </p:nvSpPr>
          <p:spPr>
            <a:xfrm>
              <a:off x="725884" y="123084"/>
              <a:ext cx="5118487" cy="681336"/>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2000" i="1">
                        <a:solidFill>
                          <a:srgbClr val="FFFFFF"/>
                        </a:solidFill>
                        <a:latin typeface="Cambria Math" panose="02040503050406030204" pitchFamily="18" charset="0"/>
                      </a:rPr>
                      <m:t>j</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r>
                      <a:rPr xmlns:a="http://schemas.openxmlformats.org/drawingml/2006/main" sz="2000" i="1">
                        <a:solidFill>
                          <a:srgbClr val="FFFFFF"/>
                        </a:solidFill>
                        <a:latin typeface="Cambria Math" panose="02040503050406030204" pitchFamily="18" charset="0"/>
                      </a:rPr>
                      <m:t>⇒</m:t>
                    </m:r>
                    <m:f>
                      <m:fPr>
                        <m:ctrlPr>
                          <a:rPr xmlns:a="http://schemas.openxmlformats.org/drawingml/2006/main" sz="2000" i="1">
                            <a:solidFill>
                              <a:srgbClr val="FFFFFF"/>
                            </a:solidFill>
                            <a:latin typeface="Cambria Math" panose="02040503050406030204" pitchFamily="18" charset="0"/>
                          </a:rPr>
                        </m:ctrlPr>
                        <m:type m:val="bar"/>
                      </m:fPr>
                      <m:num>
                        <m:r>
                          <m:rPr>
                            <m:sty m:val="p"/>
                          </m:rPr>
                          <a:rPr xmlns:a="http://schemas.openxmlformats.org/drawingml/2006/main" sz="2000" i="1">
                            <a:solidFill>
                              <a:srgbClr val="FFFFFF"/>
                            </a:solidFill>
                            <a:latin typeface="Cambria Math" panose="02040503050406030204" pitchFamily="18" charset="0"/>
                          </a:rPr>
                          <m:t>∂</m:t>
                        </m:r>
                      </m:num>
                      <m:den>
                        <m:r>
                          <m:rPr>
                            <m:sty m:val="p"/>
                          </m:rP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den>
                    </m:f>
                    <m:r>
                      <a:rPr xmlns:a="http://schemas.openxmlformats.org/drawingml/2006/main" sz="2000" i="1">
                        <a:solidFill>
                          <a:srgbClr val="FFFFFF"/>
                        </a:solidFill>
                        <a:latin typeface="Cambria Math" panose="02040503050406030204" pitchFamily="18" charset="0"/>
                      </a:rPr>
                      <m:t>J</m:t>
                    </m:r>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0</m:t>
                        </m:r>
                      </m:sub>
                    </m:sSub>
                    <m:r>
                      <a:rPr xmlns:a="http://schemas.openxmlformats.org/drawingml/2006/main" sz="2000" i="1">
                        <a:solidFill>
                          <a:srgbClr val="FFFFFF"/>
                        </a:solidFill>
                        <a:latin typeface="Cambria Math" panose="02040503050406030204" pitchFamily="18" charset="0"/>
                      </a:rPr>
                      <m:t>,</m:t>
                    </m:r>
                    <m:sSub>
                      <m:e>
                        <m:r>
                          <a:rPr xmlns:a="http://schemas.openxmlformats.org/drawingml/2006/main" sz="2000" i="1">
                            <a:solidFill>
                              <a:srgbClr val="FFFFFF"/>
                            </a:solidFill>
                            <a:latin typeface="Cambria Math" panose="02040503050406030204" pitchFamily="18" charset="0"/>
                          </a:rPr>
                          <m:t>θ</m:t>
                        </m:r>
                      </m:e>
                      <m:sub>
                        <m:r>
                          <a:rPr xmlns:a="http://schemas.openxmlformats.org/drawingml/2006/main" sz="2000" i="1">
                            <a:solidFill>
                              <a:srgbClr val="FFFFFF"/>
                            </a:solidFill>
                            <a:latin typeface="Cambria Math" panose="02040503050406030204" pitchFamily="18" charset="0"/>
                          </a:rPr>
                          <m:t>1</m:t>
                        </m:r>
                      </m:sub>
                    </m:sSub>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m:t>
                    </m:r>
                    <m:f>
                      <m:fPr>
                        <m:ctrlPr>
                          <a:rPr xmlns:a="http://schemas.openxmlformats.org/drawingml/2006/main" sz="2000" i="1">
                            <a:solidFill>
                              <a:srgbClr val="FFFFFF"/>
                            </a:solidFill>
                            <a:latin typeface="Cambria Math" panose="02040503050406030204" pitchFamily="18" charset="0"/>
                          </a:rPr>
                        </m:ctrlPr>
                        <m:type m:val="bar"/>
                      </m:fPr>
                      <m:num>
                        <m:r>
                          <a:rPr xmlns:a="http://schemas.openxmlformats.org/drawingml/2006/main" sz="2000" i="1">
                            <a:solidFill>
                              <a:srgbClr val="FFFFFF"/>
                            </a:solidFill>
                            <a:latin typeface="Cambria Math" panose="02040503050406030204" pitchFamily="18" charset="0"/>
                          </a:rPr>
                          <m:t>1</m:t>
                        </m:r>
                      </m:num>
                      <m:den>
                        <m:r>
                          <a:rPr xmlns:a="http://schemas.openxmlformats.org/drawingml/2006/main" sz="2000" i="1">
                            <a:solidFill>
                              <a:srgbClr val="FFFFFF"/>
                            </a:solidFill>
                            <a:latin typeface="Cambria Math" panose="02040503050406030204" pitchFamily="18" charset="0"/>
                          </a:rPr>
                          <m:t>m</m:t>
                        </m:r>
                      </m:den>
                    </m:f>
                    <m:limUpp>
                      <m:e>
                        <m:limLow>
                          <m:e>
                            <m:r>
                              <a:rPr xmlns:a="http://schemas.openxmlformats.org/drawingml/2006/main" sz="2000" i="1">
                                <a:solidFill>
                                  <a:srgbClr val="FFFFFF"/>
                                </a:solidFill>
                                <a:latin typeface="Cambria Math" panose="02040503050406030204" pitchFamily="18" charset="0"/>
                              </a:rPr>
                              <m:t>∑</m:t>
                            </m:r>
                          </m:e>
                          <m:lim>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1</m:t>
                            </m:r>
                          </m:lim>
                        </m:limLow>
                      </m:e>
                      <m:lim>
                        <m:r>
                          <a:rPr xmlns:a="http://schemas.openxmlformats.org/drawingml/2006/main" sz="2000" i="1">
                            <a:solidFill>
                              <a:srgbClr val="FFFFFF"/>
                            </a:solidFill>
                            <a:latin typeface="Cambria Math" panose="02040503050406030204" pitchFamily="18" charset="0"/>
                          </a:rPr>
                          <m:t>m</m:t>
                        </m:r>
                      </m:lim>
                    </m:limUpp>
                    <m:d>
                      <m:dPr>
                        <m:ctrlPr>
                          <a:rPr xmlns:a="http://schemas.openxmlformats.org/drawingml/2006/main" sz="2000" i="1">
                            <a:solidFill>
                              <a:srgbClr val="FFFFFF"/>
                            </a:solidFill>
                            <a:latin typeface="Cambria Math" panose="02040503050406030204" pitchFamily="18" charset="0"/>
                          </a:rPr>
                        </m:ctrlPr>
                      </m:dPr>
                      <m:e>
                        <m:sSub>
                          <m:e>
                            <m:r>
                              <a:rPr xmlns:a="http://schemas.openxmlformats.org/drawingml/2006/main" sz="2000" i="1">
                                <a:solidFill>
                                  <a:srgbClr val="FFFFFF"/>
                                </a:solidFill>
                                <a:latin typeface="Cambria Math" panose="02040503050406030204" pitchFamily="18" charset="0"/>
                              </a:rPr>
                              <m:t>h</m:t>
                            </m:r>
                          </m:e>
                          <m:sub>
                            <m:r>
                              <m:rPr>
                                <m:sty m:val="b"/>
                              </m:rPr>
                              <a:rPr xmlns:a="http://schemas.openxmlformats.org/drawingml/2006/main" sz="2000" i="1">
                                <a:solidFill>
                                  <a:srgbClr val="FFFFFF"/>
                                </a:solidFill>
                                <a:latin typeface="Cambria Math" panose="02040503050406030204" pitchFamily="18" charset="0"/>
                              </a:rPr>
                              <m:t>Θ</m:t>
                            </m:r>
                          </m:sub>
                        </m:sSub>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x</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sup>
                        </m:s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y</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sup>
                        </m:sSup>
                      </m:e>
                    </m:d>
                    <m:r>
                      <a:rPr xmlns:a="http://schemas.openxmlformats.org/drawingml/2006/main" sz="2000" i="1">
                        <a:solidFill>
                          <a:srgbClr val="FFFFFF"/>
                        </a:solidFill>
                        <a:latin typeface="Cambria Math" panose="02040503050406030204" pitchFamily="18" charset="0"/>
                      </a:rPr>
                      <m:t>⋅</m:t>
                    </m:r>
                    <m:sSup>
                      <m:e>
                        <m:r>
                          <a:rPr xmlns:a="http://schemas.openxmlformats.org/drawingml/2006/main" sz="2000" i="1">
                            <a:solidFill>
                              <a:srgbClr val="FFFFFF"/>
                            </a:solidFill>
                            <a:latin typeface="Cambria Math" panose="02040503050406030204" pitchFamily="18" charset="0"/>
                          </a:rPr>
                          <m:t>x</m:t>
                        </m:r>
                      </m:e>
                      <m:sup>
                        <m:r>
                          <a:rPr xmlns:a="http://schemas.openxmlformats.org/drawingml/2006/main" sz="2000" i="1">
                            <a:solidFill>
                              <a:srgbClr val="FFFFFF"/>
                            </a:solidFill>
                            <a:latin typeface="Cambria Math" panose="02040503050406030204" pitchFamily="18" charset="0"/>
                          </a:rPr>
                          <m:t>(</m:t>
                        </m:r>
                        <m:r>
                          <a:rPr xmlns:a="http://schemas.openxmlformats.org/drawingml/2006/main" sz="2000" i="1">
                            <a:solidFill>
                              <a:srgbClr val="FFFFFF"/>
                            </a:solidFill>
                            <a:latin typeface="Cambria Math" panose="02040503050406030204" pitchFamily="18" charset="0"/>
                          </a:rPr>
                          <m:t>i</m:t>
                        </m:r>
                        <m:r>
                          <a:rPr xmlns:a="http://schemas.openxmlformats.org/drawingml/2006/main" sz="2000" i="1">
                            <a:solidFill>
                              <a:srgbClr val="FFFFFF"/>
                            </a:solidFill>
                            <a:latin typeface="Cambria Math" panose="02040503050406030204" pitchFamily="18" charset="0"/>
                          </a:rPr>
                          <m:t>)</m:t>
                        </m:r>
                      </m:sup>
                    </m:sSup>
                  </m:oMath>
                </m:oMathPara>
              </a14:m>
              <a:endParaRPr sz="2000">
                <a:solidFill>
                  <a:srgbClr val="FFFFFF"/>
                </a:solidFill>
              </a:endParaRP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050"/>
                                        </p:tgtEl>
                                        <p:attrNameLst>
                                          <p:attrName>style.visibility</p:attrName>
                                        </p:attrNameLst>
                                      </p:cBhvr>
                                      <p:to>
                                        <p:strVal val="visible"/>
                                      </p:to>
                                    </p:set>
                                    <p:animEffect filter="wipe(left)" transition="in">
                                      <p:cBhvr>
                                        <p:cTn id="7" dur="1000"/>
                                        <p:tgtEl>
                                          <p:spTgt spid="105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1067"/>
                                        </p:tgtEl>
                                        <p:attrNameLst>
                                          <p:attrName>style.visibility</p:attrName>
                                        </p:attrNameLst>
                                      </p:cBhvr>
                                      <p:to>
                                        <p:strVal val="visible"/>
                                      </p:to>
                                    </p:set>
                                    <p:animEffect filter="wipe(left)" transition="in">
                                      <p:cBhvr>
                                        <p:cTn id="12" dur="1000"/>
                                        <p:tgtEl>
                                          <p:spTgt spid="106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1072"/>
                                        </p:tgtEl>
                                        <p:attrNameLst>
                                          <p:attrName>style.visibility</p:attrName>
                                        </p:attrNameLst>
                                      </p:cBhvr>
                                      <p:to>
                                        <p:strVal val="visible"/>
                                      </p:to>
                                    </p:set>
                                    <p:animEffect filter="wipe(left)" transition="in">
                                      <p:cBhvr>
                                        <p:cTn id="17" dur="1000"/>
                                        <p:tgtEl>
                                          <p:spTgt spid="1072"/>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1077"/>
                                        </p:tgtEl>
                                        <p:attrNameLst>
                                          <p:attrName>style.visibility</p:attrName>
                                        </p:attrNameLst>
                                      </p:cBhvr>
                                      <p:to>
                                        <p:strVal val="visible"/>
                                      </p:to>
                                    </p:set>
                                    <p:animEffect filter="wipe(left)" transition="in">
                                      <p:cBhvr>
                                        <p:cTn id="22" dur="1000"/>
                                        <p:tgtEl>
                                          <p:spTgt spid="107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1082"/>
                                        </p:tgtEl>
                                        <p:attrNameLst>
                                          <p:attrName>style.visibility</p:attrName>
                                        </p:attrNameLst>
                                      </p:cBhvr>
                                      <p:to>
                                        <p:strVal val="visible"/>
                                      </p:to>
                                    </p:set>
                                    <p:animEffect filter="wipe(left)" transition="in">
                                      <p:cBhvr>
                                        <p:cTn id="27" dur="1000"/>
                                        <p:tgtEl>
                                          <p:spTgt spid="10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72" grpId="3"/>
      <p:bldP build="whole" bldLvl="1" animBg="1" rev="0" advAuto="0" spid="1082" grpId="5"/>
      <p:bldP build="whole" bldLvl="1" animBg="1" rev="0" advAuto="0" spid="1050" grpId="1"/>
      <p:bldP build="whole" bldLvl="1" animBg="1" rev="0" advAuto="0" spid="1067" grpId="2"/>
      <p:bldP build="whole" bldLvl="1" animBg="1" rev="0" advAuto="0" spid="1077" grpId="4"/>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4" name="TextBox 16"/>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085" name="TextBox 21"/>
          <p:cNvSpPr txBox="1"/>
          <p:nvPr/>
        </p:nvSpPr>
        <p:spPr>
          <a:xfrm>
            <a:off x="1414967" y="1434389"/>
            <a:ext cx="4940113" cy="39622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solidFill>
                  <a:srgbClr val="FFFFFF"/>
                </a:solidFill>
              </a:defRPr>
            </a:pPr>
            <a:r>
              <a:t>Repeat until convergence {</a:t>
            </a:r>
          </a:p>
          <a:p>
            <a:pPr>
              <a:defRPr b="1" sz="2400">
                <a:solidFill>
                  <a:srgbClr val="FFFFFF"/>
                </a:solidFill>
              </a:defRPr>
            </a:pPr>
            <a:r>
              <a:t>	</a:t>
            </a:r>
          </a:p>
          <a:p>
            <a:pPr>
              <a:defRPr b="1" sz="2400">
                <a:solidFill>
                  <a:srgbClr val="FFFFFF"/>
                </a:solidFill>
              </a:defRPr>
            </a:pPr>
            <a:r>
              <a:t>	</a:t>
            </a:r>
          </a:p>
          <a:p>
            <a:pPr>
              <a:defRPr b="1"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p>
          <a:p>
            <a:pPr>
              <a:defRPr sz="2400">
                <a:solidFill>
                  <a:srgbClr val="FFFFFF"/>
                </a:solidFill>
                <a:latin typeface="Times New Roman"/>
                <a:ea typeface="Times New Roman"/>
                <a:cs typeface="Times New Roman"/>
                <a:sym typeface="Times New Roman"/>
              </a:defRPr>
            </a:pPr>
            <a:r>
              <a:t>	(for </a:t>
            </a:r>
            <a:r>
              <a:rPr i="1"/>
              <a:t>j = 0 </a:t>
            </a:r>
            <a:r>
              <a:t>and </a:t>
            </a:r>
            <a:r>
              <a:rPr i="1"/>
              <a:t>j = 1</a:t>
            </a:r>
            <a:r>
              <a:t>)</a:t>
            </a:r>
            <a:r>
              <a:rPr b="1">
                <a:latin typeface="+mn-lt"/>
                <a:ea typeface="+mn-ea"/>
                <a:cs typeface="+mn-cs"/>
                <a:sym typeface="Calibri"/>
              </a:rPr>
              <a:t>	</a:t>
            </a:r>
          </a:p>
          <a:p>
            <a:pPr>
              <a:defRPr b="1" sz="2400">
                <a:solidFill>
                  <a:srgbClr val="FFFFFF"/>
                </a:solidFill>
              </a:defRPr>
            </a:pPr>
            <a:r>
              <a:t>}</a:t>
            </a:r>
          </a:p>
        </p:txBody>
      </p:sp>
      <p:sp>
        <p:nvSpPr>
          <p:cNvPr id="1086" name="TextBox 42"/>
          <p:cNvSpPr txBox="1"/>
          <p:nvPr/>
        </p:nvSpPr>
        <p:spPr>
          <a:xfrm>
            <a:off x="1251991" y="499153"/>
            <a:ext cx="4713983" cy="4447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sz="2800">
                <a:solidFill>
                  <a:srgbClr val="FFFF00"/>
                </a:solidFill>
              </a:defRPr>
            </a:lvl1pPr>
          </a:lstStyle>
          <a:p>
            <a:pPr/>
            <a:r>
              <a:t>Gradient descent algorithm</a:t>
            </a:r>
          </a:p>
        </p:txBody>
      </p:sp>
      <p:grpSp>
        <p:nvGrpSpPr>
          <p:cNvPr id="1090" name="Group 19"/>
          <p:cNvGrpSpPr/>
          <p:nvPr/>
        </p:nvGrpSpPr>
        <p:grpSpPr>
          <a:xfrm>
            <a:off x="2332144" y="2208240"/>
            <a:ext cx="4556700" cy="934166"/>
            <a:chOff x="0" y="0"/>
            <a:chExt cx="4556699" cy="934165"/>
          </a:xfrm>
        </p:grpSpPr>
        <p:sp>
          <p:nvSpPr>
            <p:cNvPr id="1087" name="TextBox 7"/>
            <p:cNvSpPr txBox="1"/>
            <p:nvPr/>
          </p:nvSpPr>
          <p:spPr>
            <a:xfrm>
              <a:off x="0" y="190758"/>
              <a:ext cx="3372723" cy="7434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0</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0</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1</m:t>
                      </m:r>
                    </m:num>
                    <m:den>
                      <m:r>
                        <a:rPr xmlns:a="http://schemas.openxmlformats.org/drawingml/2006/main" sz="2400" i="1">
                          <a:solidFill>
                            <a:srgbClr val="FFFFFF"/>
                          </a:solidFill>
                          <a:latin typeface="Cambria Math" panose="02040503050406030204" pitchFamily="18" charset="0"/>
                        </a:rPr>
                        <m:t>𝑚</m:t>
                      </m:r>
                    </m:den>
                  </m:f>
                </m:oMath>
              </a14:m>
              <a:endParaRPr sz="2264"/>
            </a:p>
          </p:txBody>
        </p:sp>
        <p:sp>
          <p:nvSpPr>
            <p:cNvPr id="1088" name="TextBox 4"/>
            <p:cNvSpPr txBox="1"/>
            <p:nvPr/>
          </p:nvSpPr>
          <p:spPr>
            <a:xfrm>
              <a:off x="2438156" y="266761"/>
              <a:ext cx="2118544" cy="56235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400" i="1">
                                <a:solidFill>
                                  <a:srgbClr val="FFFFFF"/>
                                </a:solidFill>
                                <a:latin typeface="Cambria Math" panose="02040503050406030204" pitchFamily="18" charset="0"/>
                              </a:rPr>
                            </m:ctrlPr>
                          </m:dPr>
                          <m:e>
                            <m:sSub>
                              <m:e>
                                <m:r>
                                  <a:rPr xmlns:a="http://schemas.openxmlformats.org/drawingml/2006/main" sz="2400" i="1">
                                    <a:solidFill>
                                      <a:srgbClr val="FFFFFF"/>
                                    </a:solidFill>
                                    <a:latin typeface="Cambria Math" panose="02040503050406030204" pitchFamily="18" charset="0"/>
                                  </a:rPr>
                                  <m:t>h</m:t>
                                </m:r>
                              </m:e>
                              <m:sub>
                                <m:r>
                                  <m:rPr>
                                    <m:nor/>
                                  </m:rPr>
                                  <a:rPr xmlns:a="http://schemas.openxmlformats.org/drawingml/2006/main" sz="2400" i="1">
                                    <a:solidFill>
                                      <a:srgbClr val="FFFFFF"/>
                                    </a:solidFill>
                                    <a:latin typeface="Cambria Math" panose="02040503050406030204" pitchFamily="18" charset="0"/>
                                  </a:rPr>
                                  <m:t>θ</m:t>
                                </m:r>
                              </m:sub>
                            </m:sSub>
                            <m:r>
                              <a:rPr xmlns:a="http://schemas.openxmlformats.org/drawingml/2006/main" sz="2400" i="1">
                                <a:solidFill>
                                  <a:srgbClr val="FFFFFF"/>
                                </a:solidFill>
                                <a:latin typeface="Cambria Math" panose="02040503050406030204" pitchFamily="18" charset="0"/>
                              </a:rPr>
                              <m:t>(</m:t>
                            </m:r>
                            <m:sSup>
                              <m:e>
                                <m:r>
                                  <a:rPr xmlns:a="http://schemas.openxmlformats.org/drawingml/2006/main" sz="2400" i="1">
                                    <a:solidFill>
                                      <a:srgbClr val="FFFFFF"/>
                                    </a:solidFill>
                                    <a:latin typeface="Cambria Math" panose="02040503050406030204" pitchFamily="18" charset="0"/>
                                  </a:rPr>
                                  <m:t>𝑥</m:t>
                                </m:r>
                              </m:e>
                              <m:sup>
                                <m:d>
                                  <m:dPr>
                                    <m:ctrlPr>
                                      <a:rPr xmlns:a="http://schemas.openxmlformats.org/drawingml/2006/main" sz="2400" i="1">
                                        <a:solidFill>
                                          <a:srgbClr val="FFFFFF"/>
                                        </a:solidFill>
                                        <a:latin typeface="Cambria Math" panose="02040503050406030204" pitchFamily="18" charset="0"/>
                                      </a:rPr>
                                    </m:ctrlPr>
                                  </m:dPr>
                                  <m:e>
                                    <m:r>
                                      <a:rPr xmlns:a="http://schemas.openxmlformats.org/drawingml/2006/main" sz="2400" i="1">
                                        <a:solidFill>
                                          <a:srgbClr val="FFFFFF"/>
                                        </a:solidFill>
                                        <a:latin typeface="Cambria Math" panose="02040503050406030204" pitchFamily="18" charset="0"/>
                                      </a:rPr>
                                      <m:t>𝑖</m:t>
                                    </m:r>
                                  </m:e>
                                </m:d>
                              </m:sup>
                            </m:sSup>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
                            </m:r>
                            <m:sSup>
                              <m:e>
                                <m:r>
                                  <a:rPr xmlns:a="http://schemas.openxmlformats.org/drawingml/2006/main" sz="2400" i="1">
                                    <a:solidFill>
                                      <a:srgbClr val="FFFFFF"/>
                                    </a:solidFill>
                                    <a:latin typeface="Cambria Math" panose="02040503050406030204" pitchFamily="18" charset="0"/>
                                  </a:rPr>
                                  <m:t>𝑦</m:t>
                                </m:r>
                              </m:e>
                              <m:sup>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m:t>
                                </m:r>
                              </m:sup>
                            </m:sSup>
                          </m:e>
                        </m:d>
                      </m:e>
                      <m:sup>
                        <m:r>
                          <a:rPr xmlns:a="http://schemas.openxmlformats.org/drawingml/2006/main" sz="2400" i="1">
                            <a:solidFill>
                              <a:srgbClr val="FFFFFF"/>
                            </a:solidFill>
                            <a:latin typeface="Cambria Math" panose="02040503050406030204" pitchFamily="18" charset="0"/>
                          </a:rPr>
                          <m:t/>
                        </m:r>
                      </m:sup>
                    </m:sSup>
                  </m:oMath>
                </m:oMathPara>
              </a14:m>
              <a:endParaRPr sz="2400">
                <a:solidFill>
                  <a:srgbClr val="FFFFFF"/>
                </a:solidFill>
              </a:endParaRPr>
            </a:p>
          </p:txBody>
        </p:sp>
        <p:sp>
          <p:nvSpPr>
            <p:cNvPr id="1089" name="TextBox 9"/>
            <p:cNvSpPr txBox="1"/>
            <p:nvPr/>
          </p:nvSpPr>
          <p:spPr>
            <a:xfrm>
              <a:off x="2043557" y="0"/>
              <a:ext cx="444603" cy="817602"/>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4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1</m:t>
                        </m:r>
                      </m:sub>
                      <m:sup>
                        <m:r>
                          <a:rPr xmlns:a="http://schemas.openxmlformats.org/drawingml/2006/main" sz="2400" i="1">
                            <a:solidFill>
                              <a:srgbClr val="FFFFFF"/>
                            </a:solidFill>
                            <a:latin typeface="Cambria Math" panose="02040503050406030204" pitchFamily="18" charset="0"/>
                          </a:rPr>
                          <m:t>𝑚</m:t>
                        </m:r>
                      </m:sup>
                      <m:e>
                        <m:r>
                          <a:rPr xmlns:a="http://schemas.openxmlformats.org/drawingml/2006/main" sz="2400" i="1">
                            <a:solidFill>
                              <a:srgbClr val="FFFFFF"/>
                            </a:solidFill>
                            <a:latin typeface="Cambria Math" panose="02040503050406030204" pitchFamily="18" charset="0"/>
                          </a:rPr>
                          <m:t/>
                        </m:r>
                      </m:e>
                    </m:nary>
                  </m:oMath>
                </m:oMathPara>
              </a14:m>
              <a:endParaRPr sz="2400">
                <a:solidFill>
                  <a:srgbClr val="FFFFFF"/>
                </a:solidFill>
              </a:endParaRPr>
            </a:p>
          </p:txBody>
        </p:sp>
      </p:grpSp>
      <p:grpSp>
        <p:nvGrpSpPr>
          <p:cNvPr id="1094" name="Group 31"/>
          <p:cNvGrpSpPr/>
          <p:nvPr/>
        </p:nvGrpSpPr>
        <p:grpSpPr>
          <a:xfrm>
            <a:off x="2369783" y="3389105"/>
            <a:ext cx="5211891" cy="934167"/>
            <a:chOff x="0" y="0"/>
            <a:chExt cx="5211889" cy="934165"/>
          </a:xfrm>
        </p:grpSpPr>
        <p:sp>
          <p:nvSpPr>
            <p:cNvPr id="1091" name="TextBox 33"/>
            <p:cNvSpPr txBox="1"/>
            <p:nvPr/>
          </p:nvSpPr>
          <p:spPr>
            <a:xfrm>
              <a:off x="0" y="190758"/>
              <a:ext cx="3372723" cy="7434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2400">
                  <a:solidFill>
                    <a:srgbClr val="FFFFFF"/>
                  </a:solidFill>
                  <a:latin typeface="Cambria Math"/>
                  <a:ea typeface="Cambria Math"/>
                  <a:cs typeface="Cambria Math"/>
                  <a:sym typeface="Cambria Math"/>
                </a:defRPr>
              </a:pP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oMath>
              </a14:m>
              <a:r>
                <a:t> = </a:t>
              </a:r>
              <a14:m>
                <m:oMath>
                  <m:sSub>
                    <m:e>
                      <m:r>
                        <a:rPr xmlns:a="http://schemas.openxmlformats.org/drawingml/2006/main" sz="2400" i="1">
                          <a:solidFill>
                            <a:srgbClr val="FFFFFF"/>
                          </a:solidFill>
                          <a:latin typeface="Cambria Math" panose="02040503050406030204" pitchFamily="18" charset="0"/>
                        </a:rPr>
                        <m:t>𝜃</m:t>
                      </m:r>
                    </m:e>
                    <m:sub>
                      <m:r>
                        <a:rPr xmlns:a="http://schemas.openxmlformats.org/drawingml/2006/main" sz="2400" i="1">
                          <a:solidFill>
                            <a:srgbClr val="FFFFFF"/>
                          </a:solidFill>
                          <a:latin typeface="Cambria Math" panose="02040503050406030204" pitchFamily="18" charset="0"/>
                        </a:rPr>
                        <m:t>1</m:t>
                      </m:r>
                    </m:sub>
                  </m:sSub>
                  <m:r>
                    <a:rPr xmlns:a="http://schemas.openxmlformats.org/drawingml/2006/main" sz="2400" i="1">
                      <a:solidFill>
                        <a:srgbClr val="FFFFFF"/>
                      </a:solidFill>
                      <a:latin typeface="Cambria Math" panose="02040503050406030204" pitchFamily="18" charset="0"/>
                    </a:rPr>
                    <m:t>−</m:t>
                  </m:r>
                </m:oMath>
              </a14:m>
              <a:r>
                <a:t> </a:t>
              </a:r>
              <a14:m>
                <m:oMath>
                  <m:r>
                    <a:rPr xmlns:a="http://schemas.openxmlformats.org/drawingml/2006/main" sz="2400" i="1">
                      <a:solidFill>
                        <a:srgbClr val="FFFFFF"/>
                      </a:solidFill>
                      <a:latin typeface="Cambria Math" panose="02040503050406030204" pitchFamily="18" charset="0"/>
                    </a:rPr>
                    <m:t>𝛼</m:t>
                  </m:r>
                  <m:r>
                    <a:rPr xmlns:a="http://schemas.openxmlformats.org/drawingml/2006/main" sz="2400" i="1">
                      <a:solidFill>
                        <a:srgbClr val="FFFFFF"/>
                      </a:solidFill>
                      <a:latin typeface="Cambria Math" panose="02040503050406030204" pitchFamily="18" charset="0"/>
                    </a:rPr>
                    <m:t>∙</m:t>
                  </m:r>
                  <m:f>
                    <m:fPr>
                      <m:ctrlPr>
                        <a:rPr xmlns:a="http://schemas.openxmlformats.org/drawingml/2006/main" sz="2400" i="1">
                          <a:solidFill>
                            <a:srgbClr val="FFFFFF"/>
                          </a:solidFill>
                          <a:latin typeface="Cambria Math" panose="02040503050406030204" pitchFamily="18" charset="0"/>
                        </a:rPr>
                      </m:ctrlPr>
                      <m:type m:val="bar"/>
                    </m:fPr>
                    <m:num>
                      <m:r>
                        <a:rPr xmlns:a="http://schemas.openxmlformats.org/drawingml/2006/main" sz="2400" i="1">
                          <a:solidFill>
                            <a:srgbClr val="FFFFFF"/>
                          </a:solidFill>
                          <a:latin typeface="Cambria Math" panose="02040503050406030204" pitchFamily="18" charset="0"/>
                        </a:rPr>
                        <m:t>1</m:t>
                      </m:r>
                    </m:num>
                    <m:den>
                      <m:r>
                        <a:rPr xmlns:a="http://schemas.openxmlformats.org/drawingml/2006/main" sz="2400" i="1">
                          <a:solidFill>
                            <a:srgbClr val="FFFFFF"/>
                          </a:solidFill>
                          <a:latin typeface="Cambria Math" panose="02040503050406030204" pitchFamily="18" charset="0"/>
                        </a:rPr>
                        <m:t>𝑚</m:t>
                      </m:r>
                    </m:den>
                  </m:f>
                </m:oMath>
              </a14:m>
              <a:endParaRPr sz="2264"/>
            </a:p>
          </p:txBody>
        </p:sp>
        <p:sp>
          <p:nvSpPr>
            <p:cNvPr id="1092" name="TextBox 40"/>
            <p:cNvSpPr txBox="1"/>
            <p:nvPr/>
          </p:nvSpPr>
          <p:spPr>
            <a:xfrm>
              <a:off x="2472129" y="266761"/>
              <a:ext cx="2739761" cy="56235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2400" i="1">
                                <a:solidFill>
                                  <a:srgbClr val="FFFFFF"/>
                                </a:solidFill>
                                <a:latin typeface="Cambria Math" panose="02040503050406030204" pitchFamily="18" charset="0"/>
                              </a:rPr>
                            </m:ctrlPr>
                          </m:dPr>
                          <m:e>
                            <m:sSub>
                              <m:e>
                                <m:r>
                                  <a:rPr xmlns:a="http://schemas.openxmlformats.org/drawingml/2006/main" sz="2400" i="1">
                                    <a:solidFill>
                                      <a:srgbClr val="FFFFFF"/>
                                    </a:solidFill>
                                    <a:latin typeface="Cambria Math" panose="02040503050406030204" pitchFamily="18" charset="0"/>
                                  </a:rPr>
                                  <m:t>h</m:t>
                                </m:r>
                              </m:e>
                              <m:sub>
                                <m:r>
                                  <m:rPr>
                                    <m:nor/>
                                  </m:rPr>
                                  <a:rPr xmlns:a="http://schemas.openxmlformats.org/drawingml/2006/main" sz="2400" i="1">
                                    <a:solidFill>
                                      <a:srgbClr val="FFFFFF"/>
                                    </a:solidFill>
                                    <a:latin typeface="Cambria Math" panose="02040503050406030204" pitchFamily="18" charset="0"/>
                                  </a:rPr>
                                  <m:t>θ</m:t>
                                </m:r>
                              </m:sub>
                            </m:sSub>
                            <m:r>
                              <a:rPr xmlns:a="http://schemas.openxmlformats.org/drawingml/2006/main" sz="2400" i="1">
                                <a:solidFill>
                                  <a:srgbClr val="FFFFFF"/>
                                </a:solidFill>
                                <a:latin typeface="Cambria Math" panose="02040503050406030204" pitchFamily="18" charset="0"/>
                              </a:rPr>
                              <m:t>(</m:t>
                            </m:r>
                            <m:sSup>
                              <m:e>
                                <m:r>
                                  <a:rPr xmlns:a="http://schemas.openxmlformats.org/drawingml/2006/main" sz="2400" i="1">
                                    <a:solidFill>
                                      <a:srgbClr val="FFFFFF"/>
                                    </a:solidFill>
                                    <a:latin typeface="Cambria Math" panose="02040503050406030204" pitchFamily="18" charset="0"/>
                                  </a:rPr>
                                  <m:t>𝑥</m:t>
                                </m:r>
                              </m:e>
                              <m:sup>
                                <m:d>
                                  <m:dPr>
                                    <m:ctrlPr>
                                      <a:rPr xmlns:a="http://schemas.openxmlformats.org/drawingml/2006/main" sz="2400" i="1">
                                        <a:solidFill>
                                          <a:srgbClr val="FFFFFF"/>
                                        </a:solidFill>
                                        <a:latin typeface="Cambria Math" panose="02040503050406030204" pitchFamily="18" charset="0"/>
                                      </a:rPr>
                                    </m:ctrlPr>
                                  </m:dPr>
                                  <m:e>
                                    <m:r>
                                      <a:rPr xmlns:a="http://schemas.openxmlformats.org/drawingml/2006/main" sz="2400" i="1">
                                        <a:solidFill>
                                          <a:srgbClr val="FFFFFF"/>
                                        </a:solidFill>
                                        <a:latin typeface="Cambria Math" panose="02040503050406030204" pitchFamily="18" charset="0"/>
                                      </a:rPr>
                                      <m:t>𝑖</m:t>
                                    </m:r>
                                  </m:e>
                                </m:d>
                              </m:sup>
                            </m:sSup>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
                            </m:r>
                            <m:sSup>
                              <m:e>
                                <m:r>
                                  <a:rPr xmlns:a="http://schemas.openxmlformats.org/drawingml/2006/main" sz="2400" i="1">
                                    <a:solidFill>
                                      <a:srgbClr val="FFFFFF"/>
                                    </a:solidFill>
                                    <a:latin typeface="Cambria Math" panose="02040503050406030204" pitchFamily="18" charset="0"/>
                                  </a:rPr>
                                  <m:t>𝑦</m:t>
                                </m:r>
                              </m:e>
                              <m:sup>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m:t>
                                </m:r>
                              </m:sup>
                            </m:sSup>
                          </m:e>
                        </m:d>
                        <m:r>
                          <a:rPr xmlns:a="http://schemas.openxmlformats.org/drawingml/2006/main" sz="2400" i="1">
                            <a:solidFill>
                              <a:srgbClr val="FFFFFF"/>
                            </a:solidFill>
                            <a:latin typeface="Cambria Math" panose="02040503050406030204" pitchFamily="18" charset="0"/>
                          </a:rPr>
                          <m:t>∙</m:t>
                        </m:r>
                        <m:sSup>
                          <m:e>
                            <m:r>
                              <a:rPr xmlns:a="http://schemas.openxmlformats.org/drawingml/2006/main" sz="2400" i="1">
                                <a:solidFill>
                                  <a:srgbClr val="FFFFFF"/>
                                </a:solidFill>
                                <a:latin typeface="Cambria Math" panose="02040503050406030204" pitchFamily="18" charset="0"/>
                              </a:rPr>
                              <m:t>𝑥</m:t>
                            </m:r>
                          </m:e>
                          <m:sup>
                            <m:d>
                              <m:dPr>
                                <m:ctrlPr>
                                  <a:rPr xmlns:a="http://schemas.openxmlformats.org/drawingml/2006/main" sz="2400" i="1">
                                    <a:solidFill>
                                      <a:srgbClr val="FFFFFF"/>
                                    </a:solidFill>
                                    <a:latin typeface="Cambria Math" panose="02040503050406030204" pitchFamily="18" charset="0"/>
                                  </a:rPr>
                                </m:ctrlPr>
                              </m:dPr>
                              <m:e>
                                <m:r>
                                  <a:rPr xmlns:a="http://schemas.openxmlformats.org/drawingml/2006/main" sz="2400" i="1">
                                    <a:solidFill>
                                      <a:srgbClr val="FFFFFF"/>
                                    </a:solidFill>
                                    <a:latin typeface="Cambria Math" panose="02040503050406030204" pitchFamily="18" charset="0"/>
                                  </a:rPr>
                                  <m:t>𝑖</m:t>
                                </m:r>
                              </m:e>
                            </m:d>
                          </m:sup>
                        </m:sSup>
                      </m:e>
                      <m:sup>
                        <m:r>
                          <a:rPr xmlns:a="http://schemas.openxmlformats.org/drawingml/2006/main" sz="2400" i="1">
                            <a:solidFill>
                              <a:srgbClr val="FFFFFF"/>
                            </a:solidFill>
                            <a:latin typeface="Cambria Math" panose="02040503050406030204" pitchFamily="18" charset="0"/>
                          </a:rPr>
                          <m:t/>
                        </m:r>
                      </m:sup>
                    </m:sSup>
                  </m:oMath>
                </m:oMathPara>
              </a14:m>
              <a:endParaRPr sz="2400">
                <a:solidFill>
                  <a:srgbClr val="FFFFFF"/>
                </a:solidFill>
              </a:endParaRPr>
            </a:p>
          </p:txBody>
        </p:sp>
        <p:sp>
          <p:nvSpPr>
            <p:cNvPr id="1093" name="TextBox 43"/>
            <p:cNvSpPr txBox="1"/>
            <p:nvPr/>
          </p:nvSpPr>
          <p:spPr>
            <a:xfrm>
              <a:off x="2043557" y="0"/>
              <a:ext cx="444603" cy="817602"/>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24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2400" i="1">
                            <a:solidFill>
                              <a:srgbClr val="FFFFFF"/>
                            </a:solidFill>
                            <a:latin typeface="Cambria Math" panose="02040503050406030204" pitchFamily="18" charset="0"/>
                          </a:rPr>
                          <m:t>𝑖</m:t>
                        </m:r>
                        <m:r>
                          <a:rPr xmlns:a="http://schemas.openxmlformats.org/drawingml/2006/main" sz="2400" i="1">
                            <a:solidFill>
                              <a:srgbClr val="FFFFFF"/>
                            </a:solidFill>
                            <a:latin typeface="Cambria Math" panose="02040503050406030204" pitchFamily="18" charset="0"/>
                          </a:rPr>
                          <m:t>=</m:t>
                        </m:r>
                        <m:r>
                          <a:rPr xmlns:a="http://schemas.openxmlformats.org/drawingml/2006/main" sz="2400" i="1">
                            <a:solidFill>
                              <a:srgbClr val="FFFFFF"/>
                            </a:solidFill>
                            <a:latin typeface="Cambria Math" panose="02040503050406030204" pitchFamily="18" charset="0"/>
                          </a:rPr>
                          <m:t>1</m:t>
                        </m:r>
                      </m:sub>
                      <m:sup>
                        <m:r>
                          <a:rPr xmlns:a="http://schemas.openxmlformats.org/drawingml/2006/main" sz="2400" i="1">
                            <a:solidFill>
                              <a:srgbClr val="FFFFFF"/>
                            </a:solidFill>
                            <a:latin typeface="Cambria Math" panose="02040503050406030204" pitchFamily="18" charset="0"/>
                          </a:rPr>
                          <m:t>𝑚</m:t>
                        </m:r>
                      </m:sup>
                      <m:e>
                        <m:r>
                          <a:rPr xmlns:a="http://schemas.openxmlformats.org/drawingml/2006/main" sz="2400" i="1">
                            <a:solidFill>
                              <a:srgbClr val="FFFFFF"/>
                            </a:solidFill>
                            <a:latin typeface="Cambria Math" panose="02040503050406030204" pitchFamily="18" charset="0"/>
                          </a:rPr>
                          <m:t/>
                        </m:r>
                      </m:e>
                    </m:nary>
                  </m:oMath>
                </m:oMathPara>
              </a14:m>
              <a:endParaRPr sz="2400">
                <a:solidFill>
                  <a:srgbClr val="FFFFFF"/>
                </a:solidFill>
              </a:endParaRPr>
            </a:p>
          </p:txBody>
        </p:sp>
      </p:grpSp>
      <p:sp>
        <p:nvSpPr>
          <p:cNvPr id="1095" name="Right Brace 44"/>
          <p:cNvSpPr/>
          <p:nvPr/>
        </p:nvSpPr>
        <p:spPr>
          <a:xfrm>
            <a:off x="7864396" y="2298144"/>
            <a:ext cx="265305" cy="2181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98"/>
                  <a:pt x="10800" y="219"/>
                </a:cubicBezTo>
                <a:lnTo>
                  <a:pt x="10800" y="10581"/>
                </a:lnTo>
                <a:cubicBezTo>
                  <a:pt x="10800" y="10702"/>
                  <a:pt x="15635" y="10800"/>
                  <a:pt x="21600" y="10800"/>
                </a:cubicBezTo>
                <a:cubicBezTo>
                  <a:pt x="15635" y="10800"/>
                  <a:pt x="10800" y="10898"/>
                  <a:pt x="10800" y="11019"/>
                </a:cubicBezTo>
                <a:lnTo>
                  <a:pt x="10800" y="21381"/>
                </a:lnTo>
                <a:cubicBezTo>
                  <a:pt x="10800" y="21502"/>
                  <a:pt x="5965" y="21600"/>
                  <a:pt x="0" y="21600"/>
                </a:cubicBezTo>
              </a:path>
            </a:pathLst>
          </a:custGeom>
          <a:ln w="28575">
            <a:solidFill>
              <a:srgbClr val="00B0F0"/>
            </a:solidFill>
          </a:ln>
        </p:spPr>
        <p:txBody>
          <a:bodyPr lIns="45719" rIns="45719" anchor="ctr"/>
          <a:lstStyle/>
          <a:p>
            <a:pPr algn="ctr">
              <a:defRPr>
                <a:solidFill>
                  <a:srgbClr val="FFFFFF"/>
                </a:solidFill>
              </a:defRPr>
            </a:pPr>
          </a:p>
        </p:txBody>
      </p:sp>
      <p:sp>
        <p:nvSpPr>
          <p:cNvPr id="1096" name="TextBox 2"/>
          <p:cNvSpPr txBox="1"/>
          <p:nvPr/>
        </p:nvSpPr>
        <p:spPr>
          <a:xfrm>
            <a:off x="8760919" y="2786641"/>
            <a:ext cx="1984495" cy="82267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2400">
                <a:solidFill>
                  <a:srgbClr val="FFFFFF"/>
                </a:solidFill>
              </a:defRPr>
            </a:pPr>
            <a:r>
              <a:t>Update</a:t>
            </a:r>
            <a:r>
              <a:rPr>
                <a:solidFill>
                  <a:srgbClr val="FFFF00"/>
                </a:solidFill>
              </a:rPr>
              <a:t> </a:t>
            </a:r>
          </a:p>
          <a:p>
            <a:pPr algn="ctr">
              <a:defRPr sz="2400">
                <a:solidFill>
                  <a:srgbClr val="FFFF00"/>
                </a:solidFill>
                <a:latin typeface="Cambria Math"/>
                <a:ea typeface="Cambria Math"/>
                <a:cs typeface="Cambria Math"/>
                <a:sym typeface="Cambria Math"/>
              </a:defRPr>
            </a:pPr>
            <a14:m>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0</m:t>
                    </m:r>
                  </m:sub>
                </m:sSub>
              </m:oMath>
            </a14:m>
            <a:r>
              <a:rPr>
                <a:solidFill>
                  <a:srgbClr val="FFFFFF"/>
                </a:solidFill>
                <a:latin typeface="+mn-lt"/>
                <a:ea typeface="+mn-ea"/>
                <a:cs typeface="+mn-cs"/>
                <a:sym typeface="Calibri"/>
              </a:rPr>
              <a:t> and </a:t>
            </a:r>
            <a14:m>
              <m:oMath>
                <m:sSub>
                  <m:e>
                    <m:r>
                      <a:rPr xmlns:a="http://schemas.openxmlformats.org/drawingml/2006/main" sz="2400" i="1">
                        <a:solidFill>
                          <a:srgbClr val="FFFF00"/>
                        </a:solidFill>
                        <a:latin typeface="Cambria Math" panose="02040503050406030204" pitchFamily="18" charset="0"/>
                      </a:rPr>
                      <m:t>𝜃</m:t>
                    </m:r>
                  </m:e>
                  <m:sub>
                    <m:r>
                      <a:rPr xmlns:a="http://schemas.openxmlformats.org/drawingml/2006/main" sz="2400" i="1">
                        <a:solidFill>
                          <a:srgbClr val="FFFF00"/>
                        </a:solidFill>
                        <a:latin typeface="Cambria Math" panose="02040503050406030204" pitchFamily="18" charset="0"/>
                      </a:rPr>
                      <m:t>1</m:t>
                    </m:r>
                  </m:sub>
                </m:sSub>
              </m:oMath>
            </a14:m>
            <a:endParaRPr sz="2264"/>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8" name="TextBox 3"/>
          <p:cNvSpPr txBox="1"/>
          <p:nvPr/>
        </p:nvSpPr>
        <p:spPr>
          <a:xfrm>
            <a:off x="10685144" y="6353175"/>
            <a:ext cx="140117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00B0F0"/>
                </a:solidFill>
              </a:defRPr>
            </a:lvl1pPr>
          </a:lstStyle>
          <a:p>
            <a:pPr/>
            <a:r>
              <a:t>Oybek Eraliev</a:t>
            </a:r>
          </a:p>
        </p:txBody>
      </p:sp>
      <p:sp>
        <p:nvSpPr>
          <p:cNvPr id="1099" name="Straight Arrow Connector 5"/>
          <p:cNvSpPr/>
          <p:nvPr/>
        </p:nvSpPr>
        <p:spPr>
          <a:xfrm flipH="1" flipV="1">
            <a:off x="933567" y="669202"/>
            <a:ext cx="2968" cy="2931302"/>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100" name="Straight Arrow Connector 6"/>
          <p:cNvSpPr/>
          <p:nvPr/>
        </p:nvSpPr>
        <p:spPr>
          <a:xfrm>
            <a:off x="812554" y="3438114"/>
            <a:ext cx="4594161" cy="1"/>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101" name="Flowchart: Connector 7"/>
          <p:cNvSpPr/>
          <p:nvPr/>
        </p:nvSpPr>
        <p:spPr>
          <a:xfrm>
            <a:off x="2478688" y="255990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02" name="Flowchart: Connector 8"/>
          <p:cNvSpPr/>
          <p:nvPr/>
        </p:nvSpPr>
        <p:spPr>
          <a:xfrm>
            <a:off x="3208417" y="2227584"/>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03" name="Flowchart: Connector 10"/>
          <p:cNvSpPr/>
          <p:nvPr/>
        </p:nvSpPr>
        <p:spPr>
          <a:xfrm>
            <a:off x="1665149" y="2952763"/>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04" name="Flowchart: Connector 11"/>
          <p:cNvSpPr/>
          <p:nvPr/>
        </p:nvSpPr>
        <p:spPr>
          <a:xfrm>
            <a:off x="4047902" y="183022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05" name="Straight Connector 50"/>
          <p:cNvSpPr/>
          <p:nvPr/>
        </p:nvSpPr>
        <p:spPr>
          <a:xfrm>
            <a:off x="812554" y="3009900"/>
            <a:ext cx="4594161" cy="0"/>
          </a:xfrm>
          <a:prstGeom prst="line">
            <a:avLst/>
          </a:prstGeom>
          <a:ln w="12700">
            <a:solidFill>
              <a:schemeClr val="accent1"/>
            </a:solidFill>
          </a:ln>
        </p:spPr>
        <p:txBody>
          <a:bodyPr lIns="45719" rIns="45719"/>
          <a:lstStyle/>
          <a:p>
            <a:pPr>
              <a:defRPr>
                <a:solidFill>
                  <a:srgbClr val="FFFFFF"/>
                </a:solidFill>
              </a:defRPr>
            </a:pPr>
          </a:p>
        </p:txBody>
      </p:sp>
      <p:sp>
        <p:nvSpPr>
          <p:cNvPr id="1106" name="Straight Connector 52"/>
          <p:cNvSpPr/>
          <p:nvPr/>
        </p:nvSpPr>
        <p:spPr>
          <a:xfrm>
            <a:off x="831604" y="2590800"/>
            <a:ext cx="4575110" cy="0"/>
          </a:xfrm>
          <a:prstGeom prst="line">
            <a:avLst/>
          </a:prstGeom>
          <a:ln w="12700">
            <a:solidFill>
              <a:schemeClr val="accent1"/>
            </a:solidFill>
          </a:ln>
        </p:spPr>
        <p:txBody>
          <a:bodyPr lIns="45719" rIns="45719"/>
          <a:lstStyle/>
          <a:p>
            <a:pPr>
              <a:defRPr>
                <a:solidFill>
                  <a:srgbClr val="FFFFFF"/>
                </a:solidFill>
              </a:defRPr>
            </a:pPr>
          </a:p>
        </p:txBody>
      </p:sp>
      <p:sp>
        <p:nvSpPr>
          <p:cNvPr id="1107" name="Straight Connector 53"/>
          <p:cNvSpPr/>
          <p:nvPr/>
        </p:nvSpPr>
        <p:spPr>
          <a:xfrm>
            <a:off x="822079" y="2171700"/>
            <a:ext cx="4584635" cy="0"/>
          </a:xfrm>
          <a:prstGeom prst="line">
            <a:avLst/>
          </a:prstGeom>
          <a:ln w="12700">
            <a:solidFill>
              <a:schemeClr val="accent1"/>
            </a:solidFill>
          </a:ln>
        </p:spPr>
        <p:txBody>
          <a:bodyPr lIns="45719" rIns="45719"/>
          <a:lstStyle/>
          <a:p>
            <a:pPr>
              <a:defRPr>
                <a:solidFill>
                  <a:srgbClr val="FFFFFF"/>
                </a:solidFill>
              </a:defRPr>
            </a:pPr>
          </a:p>
        </p:txBody>
      </p:sp>
      <p:sp>
        <p:nvSpPr>
          <p:cNvPr id="1108" name="Straight Connector 54"/>
          <p:cNvSpPr/>
          <p:nvPr/>
        </p:nvSpPr>
        <p:spPr>
          <a:xfrm>
            <a:off x="841129" y="1752600"/>
            <a:ext cx="4565585" cy="0"/>
          </a:xfrm>
          <a:prstGeom prst="line">
            <a:avLst/>
          </a:prstGeom>
          <a:ln w="12700">
            <a:solidFill>
              <a:schemeClr val="accent1"/>
            </a:solidFill>
          </a:ln>
        </p:spPr>
        <p:txBody>
          <a:bodyPr lIns="45719" rIns="45719"/>
          <a:lstStyle/>
          <a:p>
            <a:pPr>
              <a:defRPr>
                <a:solidFill>
                  <a:srgbClr val="FFFFFF"/>
                </a:solidFill>
              </a:defRPr>
            </a:pPr>
          </a:p>
        </p:txBody>
      </p:sp>
      <p:sp>
        <p:nvSpPr>
          <p:cNvPr id="1109" name="Straight Connector 55"/>
          <p:cNvSpPr/>
          <p:nvPr/>
        </p:nvSpPr>
        <p:spPr>
          <a:xfrm>
            <a:off x="841129" y="1400175"/>
            <a:ext cx="4565585" cy="0"/>
          </a:xfrm>
          <a:prstGeom prst="line">
            <a:avLst/>
          </a:prstGeom>
          <a:ln w="12700">
            <a:solidFill>
              <a:schemeClr val="accent1"/>
            </a:solidFill>
          </a:ln>
        </p:spPr>
        <p:txBody>
          <a:bodyPr lIns="45719" rIns="45719"/>
          <a:lstStyle/>
          <a:p>
            <a:pPr>
              <a:defRPr>
                <a:solidFill>
                  <a:srgbClr val="FFFFFF"/>
                </a:solidFill>
              </a:defRPr>
            </a:pPr>
          </a:p>
        </p:txBody>
      </p:sp>
      <p:sp>
        <p:nvSpPr>
          <p:cNvPr id="1110" name="Straight Connector 56"/>
          <p:cNvSpPr/>
          <p:nvPr/>
        </p:nvSpPr>
        <p:spPr>
          <a:xfrm>
            <a:off x="860179" y="981074"/>
            <a:ext cx="4546536" cy="15108"/>
          </a:xfrm>
          <a:prstGeom prst="line">
            <a:avLst/>
          </a:prstGeom>
          <a:ln w="12700">
            <a:solidFill>
              <a:schemeClr val="accent1"/>
            </a:solidFill>
          </a:ln>
        </p:spPr>
        <p:txBody>
          <a:bodyPr lIns="45719" rIns="45719"/>
          <a:lstStyle/>
          <a:p>
            <a:pPr>
              <a:defRPr>
                <a:solidFill>
                  <a:srgbClr val="FFFFFF"/>
                </a:solidFill>
              </a:defRPr>
            </a:pPr>
          </a:p>
        </p:txBody>
      </p:sp>
      <p:sp>
        <p:nvSpPr>
          <p:cNvPr id="1111" name="Straight Connector 67"/>
          <p:cNvSpPr/>
          <p:nvPr/>
        </p:nvSpPr>
        <p:spPr>
          <a:xfrm flipV="1">
            <a:off x="1717430" y="3349141"/>
            <a:ext cx="1" cy="177948"/>
          </a:xfrm>
          <a:prstGeom prst="line">
            <a:avLst/>
          </a:prstGeom>
          <a:ln w="12700">
            <a:solidFill>
              <a:schemeClr val="accent1"/>
            </a:solidFill>
          </a:ln>
        </p:spPr>
        <p:txBody>
          <a:bodyPr lIns="45719" rIns="45719"/>
          <a:lstStyle/>
          <a:p>
            <a:pPr>
              <a:defRPr>
                <a:solidFill>
                  <a:srgbClr val="FFFFFF"/>
                </a:solidFill>
              </a:defRPr>
            </a:pPr>
          </a:p>
        </p:txBody>
      </p:sp>
      <p:sp>
        <p:nvSpPr>
          <p:cNvPr id="1112" name="Straight Connector 70"/>
          <p:cNvSpPr/>
          <p:nvPr/>
        </p:nvSpPr>
        <p:spPr>
          <a:xfrm flipV="1">
            <a:off x="2565155" y="3362325"/>
            <a:ext cx="1" cy="177948"/>
          </a:xfrm>
          <a:prstGeom prst="line">
            <a:avLst/>
          </a:prstGeom>
          <a:ln w="12700">
            <a:solidFill>
              <a:schemeClr val="accent1"/>
            </a:solidFill>
          </a:ln>
        </p:spPr>
        <p:txBody>
          <a:bodyPr lIns="45719" rIns="45719"/>
          <a:lstStyle/>
          <a:p>
            <a:pPr>
              <a:defRPr>
                <a:solidFill>
                  <a:srgbClr val="FFFFFF"/>
                </a:solidFill>
              </a:defRPr>
            </a:pPr>
          </a:p>
        </p:txBody>
      </p:sp>
      <p:sp>
        <p:nvSpPr>
          <p:cNvPr id="1113" name="Straight Connector 71"/>
          <p:cNvSpPr/>
          <p:nvPr/>
        </p:nvSpPr>
        <p:spPr>
          <a:xfrm flipV="1">
            <a:off x="3270005" y="3362325"/>
            <a:ext cx="1" cy="177948"/>
          </a:xfrm>
          <a:prstGeom prst="line">
            <a:avLst/>
          </a:prstGeom>
          <a:ln w="12700">
            <a:solidFill>
              <a:schemeClr val="accent1"/>
            </a:solidFill>
          </a:ln>
        </p:spPr>
        <p:txBody>
          <a:bodyPr lIns="45719" rIns="45719"/>
          <a:lstStyle/>
          <a:p>
            <a:pPr>
              <a:defRPr>
                <a:solidFill>
                  <a:srgbClr val="FFFFFF"/>
                </a:solidFill>
              </a:defRPr>
            </a:pPr>
          </a:p>
        </p:txBody>
      </p:sp>
      <p:sp>
        <p:nvSpPr>
          <p:cNvPr id="1114" name="Straight Connector 72"/>
          <p:cNvSpPr/>
          <p:nvPr/>
        </p:nvSpPr>
        <p:spPr>
          <a:xfrm flipV="1">
            <a:off x="4117729" y="3375509"/>
            <a:ext cx="1" cy="177948"/>
          </a:xfrm>
          <a:prstGeom prst="line">
            <a:avLst/>
          </a:prstGeom>
          <a:ln w="12700">
            <a:solidFill>
              <a:schemeClr val="accent1"/>
            </a:solidFill>
          </a:ln>
        </p:spPr>
        <p:txBody>
          <a:bodyPr lIns="45719" rIns="45719"/>
          <a:lstStyle/>
          <a:p>
            <a:pPr>
              <a:defRPr>
                <a:solidFill>
                  <a:srgbClr val="FFFFFF"/>
                </a:solidFill>
              </a:defRPr>
            </a:pPr>
          </a:p>
        </p:txBody>
      </p:sp>
      <p:sp>
        <p:nvSpPr>
          <p:cNvPr id="1115" name="Straight Connector 73"/>
          <p:cNvSpPr/>
          <p:nvPr/>
        </p:nvSpPr>
        <p:spPr>
          <a:xfrm flipV="1">
            <a:off x="4898779" y="3375509"/>
            <a:ext cx="1" cy="177948"/>
          </a:xfrm>
          <a:prstGeom prst="line">
            <a:avLst/>
          </a:prstGeom>
          <a:ln w="12700">
            <a:solidFill>
              <a:schemeClr val="accent1"/>
            </a:solidFill>
          </a:ln>
        </p:spPr>
        <p:txBody>
          <a:bodyPr lIns="45719" rIns="45719"/>
          <a:lstStyle/>
          <a:p>
            <a:pPr>
              <a:defRPr>
                <a:solidFill>
                  <a:srgbClr val="FFFFFF"/>
                </a:solidFill>
              </a:defRPr>
            </a:pPr>
          </a:p>
        </p:txBody>
      </p:sp>
      <p:sp>
        <p:nvSpPr>
          <p:cNvPr id="1116" name="Flowchart: Connector 84"/>
          <p:cNvSpPr/>
          <p:nvPr/>
        </p:nvSpPr>
        <p:spPr>
          <a:xfrm>
            <a:off x="4756946" y="1494168"/>
            <a:ext cx="123175" cy="116327"/>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17" name="Straight Connector 129"/>
          <p:cNvSpPr/>
          <p:nvPr/>
        </p:nvSpPr>
        <p:spPr>
          <a:xfrm flipV="1">
            <a:off x="1313418" y="1261675"/>
            <a:ext cx="4093296" cy="1945295"/>
          </a:xfrm>
          <a:prstGeom prst="line">
            <a:avLst/>
          </a:prstGeom>
          <a:ln w="38100">
            <a:solidFill>
              <a:srgbClr val="FF99FF"/>
            </a:solidFill>
          </a:ln>
        </p:spPr>
        <p:txBody>
          <a:bodyPr lIns="45719" rIns="45719"/>
          <a:lstStyle/>
          <a:p>
            <a:pPr>
              <a:defRPr>
                <a:solidFill>
                  <a:srgbClr val="FFFFFF"/>
                </a:solidFill>
              </a:defRPr>
            </a:pPr>
          </a:p>
        </p:txBody>
      </p:sp>
      <p:sp>
        <p:nvSpPr>
          <p:cNvPr id="1118" name="Rectangle 66"/>
          <p:cNvSpPr/>
          <p:nvPr/>
        </p:nvSpPr>
        <p:spPr>
          <a:xfrm>
            <a:off x="325500" y="1293340"/>
            <a:ext cx="371319" cy="2059960"/>
          </a:xfrm>
          <a:prstGeom prst="rect">
            <a:avLst/>
          </a:prstGeom>
          <a:solidFill>
            <a:srgbClr val="000000"/>
          </a:solidFill>
          <a:ln w="15875">
            <a:solidFill>
              <a:srgbClr val="000000"/>
            </a:solidFill>
          </a:ln>
        </p:spPr>
        <p:txBody>
          <a:bodyPr lIns="45719" rIns="45719" anchor="ctr"/>
          <a:lstStyle/>
          <a:p>
            <a:pPr algn="ctr">
              <a:defRPr>
                <a:solidFill>
                  <a:srgbClr val="FFFFFF"/>
                </a:solidFill>
              </a:defRPr>
            </a:pPr>
          </a:p>
        </p:txBody>
      </p:sp>
      <p:sp>
        <p:nvSpPr>
          <p:cNvPr id="1119" name="TextBox 60"/>
          <p:cNvSpPr txBox="1"/>
          <p:nvPr/>
        </p:nvSpPr>
        <p:spPr>
          <a:xfrm>
            <a:off x="332075" y="2406133"/>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60</a:t>
            </a:r>
          </a:p>
        </p:txBody>
      </p:sp>
      <p:sp>
        <p:nvSpPr>
          <p:cNvPr id="1120" name="TextBox 61"/>
          <p:cNvSpPr txBox="1"/>
          <p:nvPr/>
        </p:nvSpPr>
        <p:spPr>
          <a:xfrm>
            <a:off x="322550" y="2006083"/>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70</a:t>
            </a:r>
          </a:p>
        </p:txBody>
      </p:sp>
      <p:sp>
        <p:nvSpPr>
          <p:cNvPr id="1121" name="TextBox 62"/>
          <p:cNvSpPr txBox="1"/>
          <p:nvPr/>
        </p:nvSpPr>
        <p:spPr>
          <a:xfrm>
            <a:off x="332075" y="1586984"/>
            <a:ext cx="335867"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80</a:t>
            </a:r>
          </a:p>
        </p:txBody>
      </p:sp>
      <p:sp>
        <p:nvSpPr>
          <p:cNvPr id="1122" name="TextBox 63"/>
          <p:cNvSpPr txBox="1"/>
          <p:nvPr/>
        </p:nvSpPr>
        <p:spPr>
          <a:xfrm>
            <a:off x="341600" y="1186934"/>
            <a:ext cx="335867"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90</a:t>
            </a:r>
          </a:p>
        </p:txBody>
      </p:sp>
      <p:sp>
        <p:nvSpPr>
          <p:cNvPr id="1123" name="TextBox 64"/>
          <p:cNvSpPr txBox="1"/>
          <p:nvPr/>
        </p:nvSpPr>
        <p:spPr>
          <a:xfrm>
            <a:off x="351125" y="767833"/>
            <a:ext cx="451730"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100</a:t>
            </a:r>
          </a:p>
        </p:txBody>
      </p:sp>
      <p:sp>
        <p:nvSpPr>
          <p:cNvPr id="1124" name="TextBox 4"/>
          <p:cNvSpPr txBox="1"/>
          <p:nvPr/>
        </p:nvSpPr>
        <p:spPr>
          <a:xfrm>
            <a:off x="341600" y="2825232"/>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50</a:t>
            </a:r>
          </a:p>
        </p:txBody>
      </p:sp>
      <p:sp>
        <p:nvSpPr>
          <p:cNvPr id="1125" name="Straight Arrow Connector 1"/>
          <p:cNvSpPr/>
          <p:nvPr/>
        </p:nvSpPr>
        <p:spPr>
          <a:xfrm flipH="1" flipV="1">
            <a:off x="7444617" y="1444562"/>
            <a:ext cx="3954" cy="2138418"/>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126" name="Straight Arrow Connector 2"/>
          <p:cNvSpPr/>
          <p:nvPr/>
        </p:nvSpPr>
        <p:spPr>
          <a:xfrm flipV="1">
            <a:off x="7208086" y="3420590"/>
            <a:ext cx="3628421" cy="599"/>
          </a:xfrm>
          <a:prstGeom prst="line">
            <a:avLst/>
          </a:prstGeom>
          <a:ln w="38100">
            <a:solidFill>
              <a:srgbClr val="0099CC"/>
            </a:solidFill>
            <a:tailEnd type="triangle"/>
          </a:ln>
        </p:spPr>
        <p:txBody>
          <a:bodyPr lIns="45719" rIns="45719"/>
          <a:lstStyle/>
          <a:p>
            <a:pPr>
              <a:defRPr>
                <a:solidFill>
                  <a:srgbClr val="FFFFFF"/>
                </a:solidFill>
              </a:defRPr>
            </a:pPr>
          </a:p>
        </p:txBody>
      </p:sp>
      <p:sp>
        <p:nvSpPr>
          <p:cNvPr id="1127" name="TextBox 9"/>
          <p:cNvSpPr txBox="1"/>
          <p:nvPr/>
        </p:nvSpPr>
        <p:spPr>
          <a:xfrm>
            <a:off x="7188149" y="1075230"/>
            <a:ext cx="512938" cy="28117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𝐽</m:t>
                  </m:r>
                  <m:d>
                    <m:dPr>
                      <m:ctrlPr>
                        <a:rPr xmlns:a="http://schemas.openxmlformats.org/drawingml/2006/main" sz="1800" i="1">
                          <a:solidFill>
                            <a:srgbClr val="FFFF00"/>
                          </a:solidFill>
                          <a:latin typeface="Cambria Math" panose="02040503050406030204" pitchFamily="18" charset="0"/>
                        </a:rPr>
                      </m:ctrlPr>
                    </m:dPr>
                    <m:e>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e>
                  </m:d>
                </m:oMath>
              </m:oMathPara>
            </a14:m>
            <a:endParaRPr>
              <a:solidFill>
                <a:srgbClr val="FFFF00"/>
              </a:solidFill>
            </a:endParaRPr>
          </a:p>
        </p:txBody>
      </p:sp>
      <p:sp>
        <p:nvSpPr>
          <p:cNvPr id="1128" name="TextBox 12"/>
          <p:cNvSpPr txBox="1"/>
          <p:nvPr/>
        </p:nvSpPr>
        <p:spPr>
          <a:xfrm>
            <a:off x="8955826" y="3577625"/>
            <a:ext cx="187849" cy="204286"/>
          </a:xfrm>
          <a:prstGeom prst="rect">
            <a:avLst/>
          </a:prstGeom>
          <a:ln w="12700">
            <a:miter lim="400000"/>
          </a:ln>
        </p:spPr>
        <p:txBody>
          <a:bodyPr wrap="none" lIns="0" tIns="0" rIns="0" bIns="0">
            <a:spAutoFit/>
          </a:bodyPr>
          <a:lstStyle/>
          <a:p>
            <a:pPr latinLnBrk="1"/>
            <a14:m>
              <m:oMathPara>
                <m:oMathParaPr>
                  <m:jc m:val="centerGroup"/>
                </m:oMathParaPr>
                <m:oMath>
                  <m:sSub>
                    <m:e>
                      <m:r>
                        <m:rPr>
                          <m:nor/>
                        </m:rPr>
                        <a:rPr xmlns:a="http://schemas.openxmlformats.org/drawingml/2006/main" sz="1800" i="1">
                          <a:solidFill>
                            <a:srgbClr val="FFFF00"/>
                          </a:solidFill>
                          <a:latin typeface="Cambria Math" panose="02040503050406030204" pitchFamily="18" charset="0"/>
                        </a:rPr>
                        <m:t>θ</m:t>
                      </m:r>
                    </m:e>
                    <m:sub>
                      <m:r>
                        <a:rPr xmlns:a="http://schemas.openxmlformats.org/drawingml/2006/main" sz="1800" i="1">
                          <a:solidFill>
                            <a:srgbClr val="FFFF00"/>
                          </a:solidFill>
                          <a:latin typeface="Cambria Math" panose="02040503050406030204" pitchFamily="18" charset="0"/>
                        </a:rPr>
                        <m:t>1</m:t>
                      </m:r>
                    </m:sub>
                  </m:sSub>
                </m:oMath>
              </m:oMathPara>
            </a14:m>
            <a:endParaRPr>
              <a:solidFill>
                <a:srgbClr val="FFFF00"/>
              </a:solidFill>
            </a:endParaRPr>
          </a:p>
        </p:txBody>
      </p:sp>
      <p:sp>
        <p:nvSpPr>
          <p:cNvPr id="1129" name="TextBox 13"/>
          <p:cNvSpPr txBox="1"/>
          <p:nvPr/>
        </p:nvSpPr>
        <p:spPr>
          <a:xfrm>
            <a:off x="7356925" y="3579140"/>
            <a:ext cx="22000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0</a:t>
            </a:r>
          </a:p>
        </p:txBody>
      </p:sp>
      <p:sp>
        <p:nvSpPr>
          <p:cNvPr id="1130" name="Freeform: Shape 14"/>
          <p:cNvSpPr/>
          <p:nvPr/>
        </p:nvSpPr>
        <p:spPr>
          <a:xfrm>
            <a:off x="7834771" y="1495362"/>
            <a:ext cx="2429959" cy="1767877"/>
          </a:xfrm>
          <a:custGeom>
            <a:avLst/>
            <a:gdLst/>
            <a:ahLst/>
            <a:cxnLst>
              <a:cxn ang="0">
                <a:pos x="wd2" y="hd2"/>
              </a:cxn>
              <a:cxn ang="5400000">
                <a:pos x="wd2" y="hd2"/>
              </a:cxn>
              <a:cxn ang="10800000">
                <a:pos x="wd2" y="hd2"/>
              </a:cxn>
              <a:cxn ang="16200000">
                <a:pos x="wd2" y="hd2"/>
              </a:cxn>
            </a:cxnLst>
            <a:rect l="0" t="0" r="r" b="b"/>
            <a:pathLst>
              <a:path w="21451" h="21408" fill="norm" stroke="1" extrusionOk="0">
                <a:moveTo>
                  <a:pt x="0" y="391"/>
                </a:moveTo>
                <a:cubicBezTo>
                  <a:pt x="1934" y="6890"/>
                  <a:pt x="3868" y="13388"/>
                  <a:pt x="5662" y="16891"/>
                </a:cubicBezTo>
                <a:cubicBezTo>
                  <a:pt x="7455" y="20394"/>
                  <a:pt x="9118" y="21392"/>
                  <a:pt x="10763" y="21408"/>
                </a:cubicBezTo>
                <a:cubicBezTo>
                  <a:pt x="12407" y="21423"/>
                  <a:pt x="13948" y="19810"/>
                  <a:pt x="15527" y="16983"/>
                </a:cubicBezTo>
                <a:cubicBezTo>
                  <a:pt x="17106" y="14156"/>
                  <a:pt x="19255" y="7197"/>
                  <a:pt x="20236" y="4447"/>
                </a:cubicBezTo>
                <a:cubicBezTo>
                  <a:pt x="21217" y="1697"/>
                  <a:pt x="21413" y="484"/>
                  <a:pt x="21413" y="484"/>
                </a:cubicBezTo>
                <a:cubicBezTo>
                  <a:pt x="21600" y="-177"/>
                  <a:pt x="21011" y="-146"/>
                  <a:pt x="21357" y="484"/>
                </a:cubicBezTo>
              </a:path>
            </a:pathLst>
          </a:custGeom>
          <a:ln w="15875">
            <a:solidFill>
              <a:srgbClr val="FFFF00"/>
            </a:solidFill>
          </a:ln>
        </p:spPr>
        <p:txBody>
          <a:bodyPr lIns="45719" rIns="45719" anchor="ctr"/>
          <a:lstStyle/>
          <a:p>
            <a:pPr algn="ctr">
              <a:defRPr>
                <a:solidFill>
                  <a:srgbClr val="FFFFFF"/>
                </a:solidFill>
              </a:defRPr>
            </a:pPr>
          </a:p>
        </p:txBody>
      </p:sp>
      <p:sp>
        <p:nvSpPr>
          <p:cNvPr id="1131" name="Oval 15"/>
          <p:cNvSpPr/>
          <p:nvPr/>
        </p:nvSpPr>
        <p:spPr>
          <a:xfrm>
            <a:off x="10082851" y="1778554"/>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32" name="Straight Arrow Connector 17"/>
          <p:cNvSpPr/>
          <p:nvPr/>
        </p:nvSpPr>
        <p:spPr>
          <a:xfrm flipH="1">
            <a:off x="9921740" y="1867985"/>
            <a:ext cx="194647" cy="434408"/>
          </a:xfrm>
          <a:prstGeom prst="line">
            <a:avLst/>
          </a:prstGeom>
          <a:ln w="28575">
            <a:solidFill>
              <a:srgbClr val="00FFFF"/>
            </a:solidFill>
            <a:tailEnd type="triangle"/>
          </a:ln>
        </p:spPr>
        <p:txBody>
          <a:bodyPr lIns="45719" rIns="45719"/>
          <a:lstStyle/>
          <a:p>
            <a:pPr>
              <a:defRPr>
                <a:solidFill>
                  <a:srgbClr val="FFFFFF"/>
                </a:solidFill>
              </a:defRPr>
            </a:pPr>
          </a:p>
        </p:txBody>
      </p:sp>
      <p:sp>
        <p:nvSpPr>
          <p:cNvPr id="1133" name="Oval 18"/>
          <p:cNvSpPr/>
          <p:nvPr/>
        </p:nvSpPr>
        <p:spPr>
          <a:xfrm>
            <a:off x="9849686" y="2302392"/>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34" name="Straight Arrow Connector 21"/>
          <p:cNvSpPr/>
          <p:nvPr/>
        </p:nvSpPr>
        <p:spPr>
          <a:xfrm flipH="1">
            <a:off x="9649659" y="2395035"/>
            <a:ext cx="231777" cy="409008"/>
          </a:xfrm>
          <a:prstGeom prst="line">
            <a:avLst/>
          </a:prstGeom>
          <a:ln w="28575">
            <a:solidFill>
              <a:srgbClr val="00FFFF"/>
            </a:solidFill>
            <a:tailEnd type="triangle"/>
          </a:ln>
        </p:spPr>
        <p:txBody>
          <a:bodyPr lIns="45719" rIns="45719"/>
          <a:lstStyle/>
          <a:p>
            <a:pPr>
              <a:defRPr>
                <a:solidFill>
                  <a:srgbClr val="FFFFFF"/>
                </a:solidFill>
              </a:defRPr>
            </a:pPr>
          </a:p>
        </p:txBody>
      </p:sp>
      <p:sp>
        <p:nvSpPr>
          <p:cNvPr id="1135" name="Oval 22"/>
          <p:cNvSpPr/>
          <p:nvPr/>
        </p:nvSpPr>
        <p:spPr>
          <a:xfrm>
            <a:off x="9582986" y="2804042"/>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36" name="Straight Arrow Connector 25"/>
          <p:cNvSpPr/>
          <p:nvPr/>
        </p:nvSpPr>
        <p:spPr>
          <a:xfrm flipH="1">
            <a:off x="9413461" y="2877636"/>
            <a:ext cx="169526" cy="209312"/>
          </a:xfrm>
          <a:prstGeom prst="line">
            <a:avLst/>
          </a:prstGeom>
          <a:ln w="28575">
            <a:solidFill>
              <a:srgbClr val="00FFFF"/>
            </a:solidFill>
            <a:tailEnd type="triangle"/>
          </a:ln>
        </p:spPr>
        <p:txBody>
          <a:bodyPr lIns="45719" rIns="45719"/>
          <a:lstStyle/>
          <a:p>
            <a:pPr>
              <a:defRPr>
                <a:solidFill>
                  <a:srgbClr val="FFFFFF"/>
                </a:solidFill>
              </a:defRPr>
            </a:pPr>
          </a:p>
        </p:txBody>
      </p:sp>
      <p:sp>
        <p:nvSpPr>
          <p:cNvPr id="1137" name="Oval 26"/>
          <p:cNvSpPr/>
          <p:nvPr/>
        </p:nvSpPr>
        <p:spPr>
          <a:xfrm>
            <a:off x="9332161" y="3073917"/>
            <a:ext cx="95251" cy="88975"/>
          </a:xfrm>
          <a:prstGeom prst="ellipse">
            <a:avLst/>
          </a:prstGeom>
          <a:solidFill>
            <a:srgbClr val="FF0000"/>
          </a:solidFill>
          <a:ln w="15875">
            <a:solidFill>
              <a:srgbClr val="FF0000"/>
            </a:solidFill>
          </a:ln>
        </p:spPr>
        <p:txBody>
          <a:bodyPr lIns="45719" rIns="45719" anchor="ctr"/>
          <a:lstStyle/>
          <a:p>
            <a:pPr algn="ctr">
              <a:defRPr>
                <a:solidFill>
                  <a:srgbClr val="FFFFFF"/>
                </a:solidFill>
              </a:defRPr>
            </a:pPr>
          </a:p>
        </p:txBody>
      </p:sp>
      <p:sp>
        <p:nvSpPr>
          <p:cNvPr id="1138" name="Oval 28"/>
          <p:cNvSpPr/>
          <p:nvPr/>
        </p:nvSpPr>
        <p:spPr>
          <a:xfrm>
            <a:off x="8966040" y="3162892"/>
            <a:ext cx="167421" cy="167163"/>
          </a:xfrm>
          <a:prstGeom prst="ellipse">
            <a:avLst/>
          </a:prstGeom>
          <a:solidFill>
            <a:srgbClr val="FF99FF"/>
          </a:solidFill>
          <a:ln w="15875">
            <a:solidFill>
              <a:srgbClr val="FF99FF"/>
            </a:solidFill>
          </a:ln>
        </p:spPr>
        <p:txBody>
          <a:bodyPr lIns="45719" rIns="45719" anchor="ctr"/>
          <a:lstStyle/>
          <a:p>
            <a:pPr algn="ctr">
              <a:defRPr>
                <a:solidFill>
                  <a:srgbClr val="FFFFFF"/>
                </a:solidFill>
              </a:defRPr>
            </a:pPr>
          </a:p>
        </p:txBody>
      </p:sp>
      <p:cxnSp>
        <p:nvCxnSpPr>
          <p:cNvPr id="1139" name="Straight Arrow Connector 29"/>
          <p:cNvCxnSpPr>
            <a:stCxn id="1137" idx="0"/>
            <a:endCxn id="1138" idx="0"/>
          </p:cNvCxnSpPr>
          <p:nvPr/>
        </p:nvCxnSpPr>
        <p:spPr>
          <a:xfrm flipH="1">
            <a:off x="9049750" y="3118404"/>
            <a:ext cx="330037" cy="128070"/>
          </a:xfrm>
          <a:prstGeom prst="straightConnector1">
            <a:avLst/>
          </a:prstGeom>
          <a:ln w="28575">
            <a:solidFill>
              <a:srgbClr val="00FFFF"/>
            </a:solidFill>
            <a:tailEnd type="triangle"/>
          </a:ln>
        </p:spPr>
      </p:cxnSp>
      <p:sp>
        <p:nvSpPr>
          <p:cNvPr id="1140" name="TextBox 30"/>
          <p:cNvSpPr txBox="1"/>
          <p:nvPr/>
        </p:nvSpPr>
        <p:spPr>
          <a:xfrm>
            <a:off x="1132294" y="540690"/>
            <a:ext cx="106528" cy="142419"/>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𝑦</m:t>
                  </m:r>
                </m:oMath>
              </m:oMathPara>
            </a14:m>
            <a:endParaRPr>
              <a:solidFill>
                <a:srgbClr val="FFFF00"/>
              </a:solidFill>
            </a:endParaRPr>
          </a:p>
        </p:txBody>
      </p:sp>
      <p:sp>
        <p:nvSpPr>
          <p:cNvPr id="1141" name="TextBox 31"/>
          <p:cNvSpPr txBox="1"/>
          <p:nvPr/>
        </p:nvSpPr>
        <p:spPr>
          <a:xfrm>
            <a:off x="5436184" y="3225501"/>
            <a:ext cx="109729" cy="102871"/>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𝑥</m:t>
                  </m:r>
                </m:oMath>
              </m:oMathPara>
            </a14:m>
            <a:endParaRPr>
              <a:solidFill>
                <a:srgbClr val="FFFF00"/>
              </a:solidFill>
            </a:endParaRPr>
          </a:p>
        </p:txBody>
      </p:sp>
      <p:sp>
        <p:nvSpPr>
          <p:cNvPr id="1142" name="TextBox 32"/>
          <p:cNvSpPr txBox="1"/>
          <p:nvPr/>
        </p:nvSpPr>
        <p:spPr>
          <a:xfrm>
            <a:off x="1563104" y="3553455"/>
            <a:ext cx="33586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10</a:t>
            </a:r>
          </a:p>
        </p:txBody>
      </p:sp>
      <p:sp>
        <p:nvSpPr>
          <p:cNvPr id="1143" name="TextBox 33"/>
          <p:cNvSpPr txBox="1"/>
          <p:nvPr/>
        </p:nvSpPr>
        <p:spPr>
          <a:xfrm>
            <a:off x="2398208" y="3553455"/>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15</a:t>
            </a:r>
          </a:p>
        </p:txBody>
      </p:sp>
      <p:sp>
        <p:nvSpPr>
          <p:cNvPr id="1144" name="TextBox 34"/>
          <p:cNvSpPr txBox="1"/>
          <p:nvPr/>
        </p:nvSpPr>
        <p:spPr>
          <a:xfrm>
            <a:off x="3106960" y="3553455"/>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20</a:t>
            </a:r>
          </a:p>
        </p:txBody>
      </p:sp>
      <p:sp>
        <p:nvSpPr>
          <p:cNvPr id="1145" name="TextBox 35"/>
          <p:cNvSpPr txBox="1"/>
          <p:nvPr/>
        </p:nvSpPr>
        <p:spPr>
          <a:xfrm>
            <a:off x="3942063" y="3553455"/>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25</a:t>
            </a:r>
          </a:p>
        </p:txBody>
      </p:sp>
      <p:sp>
        <p:nvSpPr>
          <p:cNvPr id="1146" name="TextBox 36"/>
          <p:cNvSpPr txBox="1"/>
          <p:nvPr/>
        </p:nvSpPr>
        <p:spPr>
          <a:xfrm>
            <a:off x="4744604" y="3553455"/>
            <a:ext cx="335866"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30</a:t>
            </a:r>
          </a:p>
        </p:txBody>
      </p:sp>
      <p:sp>
        <p:nvSpPr>
          <p:cNvPr id="1147" name="TextBox 38"/>
          <p:cNvSpPr txBox="1"/>
          <p:nvPr/>
        </p:nvSpPr>
        <p:spPr>
          <a:xfrm>
            <a:off x="2550777" y="323006"/>
            <a:ext cx="891429" cy="507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i="1" sz="2400">
                <a:solidFill>
                  <a:srgbClr val="FFFF00"/>
                </a:solidFill>
                <a:latin typeface="Times New Roman"/>
                <a:ea typeface="Times New Roman"/>
                <a:cs typeface="Times New Roman"/>
                <a:sym typeface="Times New Roman"/>
              </a:defRPr>
            </a:pPr>
            <a:r>
              <a:t>h</a:t>
            </a:r>
            <a:r>
              <a:rPr baseline="-25000"/>
              <a:t>θ</a:t>
            </a:r>
            <a:r>
              <a:t>(x</a:t>
            </a:r>
            <a:r>
              <a:rPr b="0" i="0">
                <a:latin typeface="Cambria Math"/>
                <a:ea typeface="Cambria Math"/>
                <a:cs typeface="Cambria Math"/>
                <a:sym typeface="Cambria Math"/>
              </a:rPr>
              <a:t>)</a:t>
            </a:r>
          </a:p>
        </p:txBody>
      </p:sp>
      <p:sp>
        <p:nvSpPr>
          <p:cNvPr id="1148" name="TextBox 40"/>
          <p:cNvSpPr txBox="1"/>
          <p:nvPr/>
        </p:nvSpPr>
        <p:spPr>
          <a:xfrm>
            <a:off x="8507807" y="400906"/>
            <a:ext cx="1270893" cy="4541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00"/>
                </a:solidFill>
                <a:latin typeface="Cambria Math"/>
                <a:ea typeface="Cambria Math"/>
                <a:cs typeface="Cambria Math"/>
                <a:sym typeface="Cambria Math"/>
              </a:defRPr>
            </a:pPr>
            <a14:m>
              <m:oMath>
                <m:r>
                  <a:rPr xmlns:a="http://schemas.openxmlformats.org/drawingml/2006/main" sz="2400" i="1">
                    <a:solidFill>
                      <a:srgbClr val="FFFF00"/>
                    </a:solidFill>
                    <a:latin typeface="Cambria Math" panose="02040503050406030204" pitchFamily="18" charset="0"/>
                  </a:rPr>
                  <m:t>𝑱</m:t>
                </m:r>
                <m:r>
                  <a:rPr xmlns:a="http://schemas.openxmlformats.org/drawingml/2006/main" sz="2400" i="1">
                    <a:solidFill>
                      <a:srgbClr val="FFFF00"/>
                    </a:solidFill>
                    <a:latin typeface="Cambria Math" panose="02040503050406030204" pitchFamily="18" charset="0"/>
                  </a:rPr>
                  <m:t>(</m:t>
                </m:r>
                <m:sSub>
                  <m:e>
                    <m:r>
                      <a:rPr xmlns:a="http://schemas.openxmlformats.org/drawingml/2006/main" sz="2400" i="1">
                        <a:solidFill>
                          <a:srgbClr val="FFFF00"/>
                        </a:solidFill>
                        <a:latin typeface="Cambria Math" panose="02040503050406030204" pitchFamily="18" charset="0"/>
                      </a:rPr>
                      <m:t>𝜽</m:t>
                    </m:r>
                  </m:e>
                  <m:sub>
                    <m:r>
                      <a:rPr xmlns:a="http://schemas.openxmlformats.org/drawingml/2006/main" sz="2400" i="1">
                        <a:solidFill>
                          <a:srgbClr val="FFFF00"/>
                        </a:solidFill>
                        <a:latin typeface="Cambria Math" panose="02040503050406030204" pitchFamily="18" charset="0"/>
                      </a:rPr>
                      <m:t>𝟎</m:t>
                    </m:r>
                  </m:sub>
                </m:sSub>
                <m:r>
                  <a:rPr xmlns:a="http://schemas.openxmlformats.org/drawingml/2006/main" sz="2400" i="1">
                    <a:solidFill>
                      <a:srgbClr val="FFFF00"/>
                    </a:solidFill>
                    <a:latin typeface="Cambria Math" panose="02040503050406030204" pitchFamily="18" charset="0"/>
                  </a:rPr>
                  <m:t>,</m:t>
                </m:r>
                <m:sSub>
                  <m:e>
                    <m:r>
                      <a:rPr xmlns:a="http://schemas.openxmlformats.org/drawingml/2006/main" sz="2400" i="1">
                        <a:solidFill>
                          <a:srgbClr val="FFFF00"/>
                        </a:solidFill>
                        <a:latin typeface="Cambria Math" panose="02040503050406030204" pitchFamily="18" charset="0"/>
                      </a:rPr>
                      <m:t>𝜽</m:t>
                    </m:r>
                  </m:e>
                  <m:sub>
                    <m:r>
                      <a:rPr xmlns:a="http://schemas.openxmlformats.org/drawingml/2006/main" sz="2400" i="1">
                        <a:solidFill>
                          <a:srgbClr val="FFFF00"/>
                        </a:solidFill>
                        <a:latin typeface="Cambria Math" panose="02040503050406030204" pitchFamily="18" charset="0"/>
                      </a:rPr>
                      <m:t>𝟏</m:t>
                    </m:r>
                  </m:sub>
                </m:sSub>
                <m:r>
                  <a:rPr xmlns:a="http://schemas.openxmlformats.org/drawingml/2006/main" sz="2400" i="1">
                    <a:solidFill>
                      <a:srgbClr val="FFFF00"/>
                    </a:solidFill>
                    <a:latin typeface="Cambria Math" panose="02040503050406030204" pitchFamily="18" charset="0"/>
                  </a:rPr>
                  <m:t>)</m:t>
                </m:r>
              </m:oMath>
            </a14:m>
            <a:r>
              <a:rPr b="1">
                <a:latin typeface="Times New Roman"/>
                <a:ea typeface="Times New Roman"/>
                <a:cs typeface="Times New Roman"/>
                <a:sym typeface="Times New Roman"/>
              </a:rPr>
              <a:t> </a:t>
            </a:r>
            <a:endParaRPr sz="2264"/>
          </a:p>
        </p:txBody>
      </p:sp>
      <p:sp>
        <p:nvSpPr>
          <p:cNvPr id="1149" name="Straight Connector 44"/>
          <p:cNvSpPr/>
          <p:nvPr/>
        </p:nvSpPr>
        <p:spPr>
          <a:xfrm>
            <a:off x="933567" y="3428999"/>
            <a:ext cx="4417156" cy="6824"/>
          </a:xfrm>
          <a:prstGeom prst="line">
            <a:avLst/>
          </a:prstGeom>
          <a:ln w="28575">
            <a:solidFill>
              <a:srgbClr val="92D050"/>
            </a:solidFill>
          </a:ln>
        </p:spPr>
        <p:txBody>
          <a:bodyPr lIns="45719" rIns="45719"/>
          <a:lstStyle/>
          <a:p>
            <a:pPr>
              <a:defRPr>
                <a:solidFill>
                  <a:srgbClr val="FFFFFF"/>
                </a:solidFill>
              </a:defRPr>
            </a:pPr>
          </a:p>
        </p:txBody>
      </p:sp>
      <p:sp>
        <p:nvSpPr>
          <p:cNvPr id="1150" name="Straight Connector 48"/>
          <p:cNvSpPr/>
          <p:nvPr/>
        </p:nvSpPr>
        <p:spPr>
          <a:xfrm flipV="1">
            <a:off x="1285793" y="2701949"/>
            <a:ext cx="4060589" cy="636962"/>
          </a:xfrm>
          <a:prstGeom prst="line">
            <a:avLst/>
          </a:prstGeom>
          <a:ln w="28575">
            <a:solidFill>
              <a:srgbClr val="92D050"/>
            </a:solidFill>
          </a:ln>
        </p:spPr>
        <p:txBody>
          <a:bodyPr lIns="45719" rIns="45719"/>
          <a:lstStyle/>
          <a:p>
            <a:pPr>
              <a:defRPr>
                <a:solidFill>
                  <a:srgbClr val="FFFFFF"/>
                </a:solidFill>
              </a:defRPr>
            </a:pPr>
          </a:p>
        </p:txBody>
      </p:sp>
      <p:sp>
        <p:nvSpPr>
          <p:cNvPr id="1151" name="Straight Connector 57"/>
          <p:cNvSpPr/>
          <p:nvPr/>
        </p:nvSpPr>
        <p:spPr>
          <a:xfrm flipV="1">
            <a:off x="1322734" y="2158515"/>
            <a:ext cx="4005649" cy="1104849"/>
          </a:xfrm>
          <a:prstGeom prst="line">
            <a:avLst/>
          </a:prstGeom>
          <a:ln w="28575">
            <a:solidFill>
              <a:srgbClr val="92D050"/>
            </a:solidFill>
          </a:ln>
        </p:spPr>
        <p:txBody>
          <a:bodyPr lIns="45719" rIns="45719"/>
          <a:lstStyle/>
          <a:p>
            <a:pPr>
              <a:defRPr>
                <a:solidFill>
                  <a:srgbClr val="FFFFFF"/>
                </a:solidFill>
              </a:defRPr>
            </a:pPr>
          </a:p>
        </p:txBody>
      </p:sp>
      <p:sp>
        <p:nvSpPr>
          <p:cNvPr id="1152" name="Straight Connector 59"/>
          <p:cNvSpPr/>
          <p:nvPr/>
        </p:nvSpPr>
        <p:spPr>
          <a:xfrm flipV="1">
            <a:off x="1313262" y="1572755"/>
            <a:ext cx="4121078" cy="1632853"/>
          </a:xfrm>
          <a:prstGeom prst="line">
            <a:avLst/>
          </a:prstGeom>
          <a:ln w="28575">
            <a:solidFill>
              <a:srgbClr val="92D050"/>
            </a:solidFill>
          </a:ln>
        </p:spPr>
        <p:txBody>
          <a:bodyPr lIns="45719" rIns="45719"/>
          <a:lstStyle/>
          <a:p>
            <a:pPr>
              <a:defRPr>
                <a:solidFill>
                  <a:srgbClr val="FFFFFF"/>
                </a:solidFill>
              </a:defRPr>
            </a:pPr>
          </a:p>
        </p:txBody>
      </p:sp>
      <p:sp>
        <p:nvSpPr>
          <p:cNvPr id="1153" name="TextBox 75"/>
          <p:cNvSpPr txBox="1"/>
          <p:nvPr/>
        </p:nvSpPr>
        <p:spPr>
          <a:xfrm>
            <a:off x="303757" y="4177077"/>
            <a:ext cx="1130497"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FFFF00"/>
                </a:solidFill>
              </a:defRPr>
            </a:lvl1pPr>
          </a:lstStyle>
          <a:p>
            <a:pPr/>
            <a:r>
              <a:t>Iterations: </a:t>
            </a:r>
          </a:p>
        </p:txBody>
      </p:sp>
      <p:sp>
        <p:nvSpPr>
          <p:cNvPr id="1154" name="TextBox 77"/>
          <p:cNvSpPr txBox="1"/>
          <p:nvPr/>
        </p:nvSpPr>
        <p:spPr>
          <a:xfrm>
            <a:off x="5673821" y="3266632"/>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1.</a:t>
            </a:r>
            <a:r>
              <a:rPr b="0">
                <a:solidFill>
                  <a:srgbClr val="FFFFFF"/>
                </a:solidFill>
              </a:rPr>
              <a:t> </a:t>
            </a:r>
          </a:p>
        </p:txBody>
      </p:sp>
      <p:sp>
        <p:nvSpPr>
          <p:cNvPr id="1155" name="TextBox 78"/>
          <p:cNvSpPr txBox="1"/>
          <p:nvPr/>
        </p:nvSpPr>
        <p:spPr>
          <a:xfrm>
            <a:off x="10382502" y="1638374"/>
            <a:ext cx="34848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1.</a:t>
            </a:r>
            <a:r>
              <a:rPr b="0">
                <a:solidFill>
                  <a:srgbClr val="FFFFFF"/>
                </a:solidFill>
              </a:rPr>
              <a:t> </a:t>
            </a:r>
          </a:p>
        </p:txBody>
      </p:sp>
      <p:sp>
        <p:nvSpPr>
          <p:cNvPr id="1156" name="TextBox 79"/>
          <p:cNvSpPr txBox="1"/>
          <p:nvPr/>
        </p:nvSpPr>
        <p:spPr>
          <a:xfrm>
            <a:off x="5498572" y="2496254"/>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2.</a:t>
            </a:r>
            <a:r>
              <a:rPr b="0">
                <a:solidFill>
                  <a:srgbClr val="FFFFFF"/>
                </a:solidFill>
              </a:rPr>
              <a:t> </a:t>
            </a:r>
          </a:p>
        </p:txBody>
      </p:sp>
      <p:sp>
        <p:nvSpPr>
          <p:cNvPr id="1157" name="TextBox 80"/>
          <p:cNvSpPr txBox="1"/>
          <p:nvPr/>
        </p:nvSpPr>
        <p:spPr>
          <a:xfrm>
            <a:off x="10171983" y="2194634"/>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2.</a:t>
            </a:r>
            <a:r>
              <a:rPr b="0">
                <a:solidFill>
                  <a:srgbClr val="FFFFFF"/>
                </a:solidFill>
              </a:rPr>
              <a:t> </a:t>
            </a:r>
          </a:p>
        </p:txBody>
      </p:sp>
      <p:sp>
        <p:nvSpPr>
          <p:cNvPr id="1158" name="TextBox 81"/>
          <p:cNvSpPr txBox="1"/>
          <p:nvPr/>
        </p:nvSpPr>
        <p:spPr>
          <a:xfrm>
            <a:off x="5504924" y="1933580"/>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3.</a:t>
            </a:r>
            <a:r>
              <a:rPr b="0">
                <a:solidFill>
                  <a:srgbClr val="FFFFFF"/>
                </a:solidFill>
              </a:rPr>
              <a:t> </a:t>
            </a:r>
          </a:p>
        </p:txBody>
      </p:sp>
      <p:sp>
        <p:nvSpPr>
          <p:cNvPr id="1159" name="TextBox 82"/>
          <p:cNvSpPr txBox="1"/>
          <p:nvPr/>
        </p:nvSpPr>
        <p:spPr>
          <a:xfrm>
            <a:off x="9842207" y="2706405"/>
            <a:ext cx="34848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3.</a:t>
            </a:r>
            <a:r>
              <a:rPr b="0">
                <a:solidFill>
                  <a:srgbClr val="FFFFFF"/>
                </a:solidFill>
              </a:rPr>
              <a:t> </a:t>
            </a:r>
          </a:p>
        </p:txBody>
      </p:sp>
      <p:sp>
        <p:nvSpPr>
          <p:cNvPr id="1160" name="TextBox 83"/>
          <p:cNvSpPr txBox="1"/>
          <p:nvPr/>
        </p:nvSpPr>
        <p:spPr>
          <a:xfrm>
            <a:off x="5529055" y="1417013"/>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4.</a:t>
            </a:r>
            <a:r>
              <a:rPr b="0">
                <a:solidFill>
                  <a:srgbClr val="FFFFFF"/>
                </a:solidFill>
              </a:rPr>
              <a:t> </a:t>
            </a:r>
          </a:p>
        </p:txBody>
      </p:sp>
      <p:sp>
        <p:nvSpPr>
          <p:cNvPr id="1161" name="TextBox 85"/>
          <p:cNvSpPr txBox="1"/>
          <p:nvPr/>
        </p:nvSpPr>
        <p:spPr>
          <a:xfrm>
            <a:off x="9581201" y="3021141"/>
            <a:ext cx="34848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4.</a:t>
            </a:r>
            <a:r>
              <a:rPr b="0">
                <a:solidFill>
                  <a:srgbClr val="FFFFFF"/>
                </a:solidFill>
              </a:rPr>
              <a:t> </a:t>
            </a:r>
          </a:p>
        </p:txBody>
      </p:sp>
      <p:sp>
        <p:nvSpPr>
          <p:cNvPr id="1162" name="TextBox 86"/>
          <p:cNvSpPr txBox="1"/>
          <p:nvPr/>
        </p:nvSpPr>
        <p:spPr>
          <a:xfrm>
            <a:off x="5480058" y="1035995"/>
            <a:ext cx="348486"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5.</a:t>
            </a:r>
            <a:r>
              <a:rPr b="0">
                <a:solidFill>
                  <a:srgbClr val="FFFFFF"/>
                </a:solidFill>
              </a:rPr>
              <a:t> </a:t>
            </a:r>
          </a:p>
        </p:txBody>
      </p:sp>
      <p:sp>
        <p:nvSpPr>
          <p:cNvPr id="1163" name="TextBox 87"/>
          <p:cNvSpPr txBox="1"/>
          <p:nvPr/>
        </p:nvSpPr>
        <p:spPr>
          <a:xfrm>
            <a:off x="8835391" y="2838079"/>
            <a:ext cx="348486"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EF0000"/>
                </a:solidFill>
              </a:defRPr>
            </a:pPr>
            <a:r>
              <a:t>5.</a:t>
            </a:r>
            <a:r>
              <a:rPr b="0">
                <a:solidFill>
                  <a:srgbClr val="FFFFFF"/>
                </a:solidFill>
              </a:rPr>
              <a:t> </a:t>
            </a:r>
          </a:p>
        </p:txBody>
      </p:sp>
      <p:sp>
        <p:nvSpPr>
          <p:cNvPr id="1164" name="TextBox 19"/>
          <p:cNvSpPr txBox="1"/>
          <p:nvPr/>
        </p:nvSpPr>
        <p:spPr>
          <a:xfrm>
            <a:off x="287356" y="4765847"/>
            <a:ext cx="1972462" cy="3486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FF0000"/>
                </a:solidFill>
              </a:defRPr>
            </a:pPr>
            <a:r>
              <a:t>2.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0</m:t>
                    </m:r>
                  </m:sub>
                </m:sSub>
              </m:oMath>
            </a14:m>
            <a:r>
              <a:rPr b="0">
                <a:solidFill>
                  <a:srgbClr val="FFFFFF"/>
                </a:solidFill>
              </a:rPr>
              <a:t> = …,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1</m:t>
                    </m:r>
                  </m:sub>
                </m:sSub>
              </m:oMath>
            </a14:m>
            <a:r>
              <a:rPr b="0">
                <a:solidFill>
                  <a:srgbClr val="FFFFFF"/>
                </a:solidFill>
              </a:rPr>
              <a:t> = …</a:t>
            </a:r>
            <a:endParaRPr sz="1698"/>
          </a:p>
        </p:txBody>
      </p:sp>
      <p:sp>
        <p:nvSpPr>
          <p:cNvPr id="1165" name="TextBox 23"/>
          <p:cNvSpPr txBox="1"/>
          <p:nvPr/>
        </p:nvSpPr>
        <p:spPr>
          <a:xfrm>
            <a:off x="266910" y="5649864"/>
            <a:ext cx="2194171" cy="3486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FF0000"/>
                </a:solidFill>
              </a:defRPr>
            </a:pPr>
            <a:r>
              <a:t>5.</a:t>
            </a:r>
            <a:r>
              <a:rPr b="0">
                <a:solidFill>
                  <a:srgbClr val="FFFFFF"/>
                </a:solidFill>
              </a:rPr>
              <a:t> </a:t>
            </a:r>
            <a14:m>
              <m:oMath>
                <m:sSub>
                  <m:e>
                    <m:r>
                      <m:rPr>
                        <m:nor/>
                      </m:rPr>
                      <a:rPr xmlns:a="http://schemas.openxmlformats.org/drawingml/2006/main" sz="1800" i="1">
                        <a:solidFill>
                          <a:srgbClr val="FF99FF"/>
                        </a:solidFill>
                        <a:latin typeface="Cambria Math" panose="02040503050406030204" pitchFamily="18" charset="0"/>
                      </a:rPr>
                      <m:t>θ</m:t>
                    </m:r>
                  </m:e>
                  <m:sub>
                    <m:r>
                      <a:rPr xmlns:a="http://schemas.openxmlformats.org/drawingml/2006/main" sz="1800" i="1">
                        <a:solidFill>
                          <a:srgbClr val="FF99FF"/>
                        </a:solidFill>
                        <a:latin typeface="Cambria Math" panose="02040503050406030204" pitchFamily="18" charset="0"/>
                      </a:rPr>
                      <m:t>0</m:t>
                    </m:r>
                  </m:sub>
                </m:sSub>
              </m:oMath>
            </a14:m>
            <a:r>
              <a:rPr b="0">
                <a:solidFill>
                  <a:srgbClr val="FF99FF"/>
                </a:solidFill>
              </a:rPr>
              <a:t> = 32, </a:t>
            </a:r>
            <a14:m>
              <m:oMath>
                <m:sSub>
                  <m:e>
                    <m:r>
                      <m:rPr>
                        <m:nor/>
                      </m:rPr>
                      <a:rPr xmlns:a="http://schemas.openxmlformats.org/drawingml/2006/main" sz="1800" i="1">
                        <a:solidFill>
                          <a:srgbClr val="FF99FF"/>
                        </a:solidFill>
                        <a:latin typeface="Cambria Math" panose="02040503050406030204" pitchFamily="18" charset="0"/>
                      </a:rPr>
                      <m:t>θ</m:t>
                    </m:r>
                  </m:e>
                  <m:sub>
                    <m:r>
                      <a:rPr xmlns:a="http://schemas.openxmlformats.org/drawingml/2006/main" sz="1800" i="1">
                        <a:solidFill>
                          <a:srgbClr val="FF99FF"/>
                        </a:solidFill>
                        <a:latin typeface="Cambria Math" panose="02040503050406030204" pitchFamily="18" charset="0"/>
                      </a:rPr>
                      <m:t>1</m:t>
                    </m:r>
                  </m:sub>
                </m:sSub>
              </m:oMath>
            </a14:m>
            <a:r>
              <a:rPr b="0">
                <a:solidFill>
                  <a:srgbClr val="FF99FF"/>
                </a:solidFill>
              </a:rPr>
              <a:t> = 1.8</a:t>
            </a:r>
            <a:endParaRPr sz="1698"/>
          </a:p>
        </p:txBody>
      </p:sp>
      <p:sp>
        <p:nvSpPr>
          <p:cNvPr id="1166" name="TextBox 24"/>
          <p:cNvSpPr txBox="1"/>
          <p:nvPr/>
        </p:nvSpPr>
        <p:spPr>
          <a:xfrm>
            <a:off x="278868" y="5071774"/>
            <a:ext cx="1972462" cy="3486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FF0000"/>
                </a:solidFill>
              </a:defRPr>
            </a:pPr>
            <a:r>
              <a:t>3.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0</m:t>
                    </m:r>
                  </m:sub>
                </m:sSub>
              </m:oMath>
            </a14:m>
            <a:r>
              <a:rPr b="0">
                <a:solidFill>
                  <a:srgbClr val="FFFFFF"/>
                </a:solidFill>
              </a:rPr>
              <a:t> = …,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1</m:t>
                    </m:r>
                  </m:sub>
                </m:sSub>
              </m:oMath>
            </a14:m>
            <a:r>
              <a:rPr b="0">
                <a:solidFill>
                  <a:srgbClr val="FFFFFF"/>
                </a:solidFill>
              </a:rPr>
              <a:t> = …</a:t>
            </a:r>
            <a:endParaRPr sz="1698"/>
          </a:p>
        </p:txBody>
      </p:sp>
      <p:sp>
        <p:nvSpPr>
          <p:cNvPr id="1167" name="TextBox 27"/>
          <p:cNvSpPr txBox="1"/>
          <p:nvPr/>
        </p:nvSpPr>
        <p:spPr>
          <a:xfrm>
            <a:off x="265897" y="5348909"/>
            <a:ext cx="1972462" cy="3486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FF0000"/>
                </a:solidFill>
              </a:defRPr>
            </a:pPr>
            <a:r>
              <a:t>4.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0</m:t>
                    </m:r>
                  </m:sub>
                </m:sSub>
              </m:oMath>
            </a14:m>
            <a:r>
              <a:rPr b="0">
                <a:solidFill>
                  <a:srgbClr val="FFFFFF"/>
                </a:solidFill>
              </a:rPr>
              <a:t> = …,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1</m:t>
                    </m:r>
                  </m:sub>
                </m:sSub>
              </m:oMath>
            </a14:m>
            <a:r>
              <a:rPr b="0">
                <a:solidFill>
                  <a:srgbClr val="FFFFFF"/>
                </a:solidFill>
              </a:rPr>
              <a:t> = …</a:t>
            </a:r>
            <a:endParaRPr sz="1698"/>
          </a:p>
        </p:txBody>
      </p:sp>
      <p:sp>
        <p:nvSpPr>
          <p:cNvPr id="1168" name="TextBox 39"/>
          <p:cNvSpPr txBox="1"/>
          <p:nvPr/>
        </p:nvSpPr>
        <p:spPr>
          <a:xfrm>
            <a:off x="7005661" y="6339849"/>
            <a:ext cx="785173" cy="157735"/>
          </a:xfrm>
          <a:prstGeom prst="rect">
            <a:avLst/>
          </a:prstGeom>
          <a:ln w="12700">
            <a:miter lim="400000"/>
          </a:ln>
        </p:spPr>
        <p:txBody>
          <a:bodyPr wrap="none" lIns="0" tIns="0" rIns="0" bIns="0">
            <a:spAutoFit/>
          </a:bodyPr>
          <a:lstStyle/>
          <a:p>
            <a:pPr latinLnBrk="1"/>
            <a14:m>
              <m:oMathPara>
                <m:oMathParaPr>
                  <m:jc m:val="centerGroup"/>
                </m:oMathParaPr>
                <m:oMath>
                  <m:r>
                    <a:rPr xmlns:a="http://schemas.openxmlformats.org/drawingml/2006/main" sz="1800" i="1">
                      <a:solidFill>
                        <a:srgbClr val="FFFF00"/>
                      </a:solidFill>
                      <a:latin typeface="Cambria Math" panose="02040503050406030204" pitchFamily="18" charset="0"/>
                    </a:rPr>
                    <m:t>𝛼</m:t>
                  </m:r>
                  <m:r>
                    <a:rPr xmlns:a="http://schemas.openxmlformats.org/drawingml/2006/main" sz="1800" i="1">
                      <a:solidFill>
                        <a:srgbClr val="FFFF00"/>
                      </a:solidFill>
                      <a:latin typeface="Cambria Math" panose="02040503050406030204" pitchFamily="18" charset="0"/>
                    </a:rPr>
                    <m:t>=</m:t>
                  </m:r>
                  <m:r>
                    <a:rPr xmlns:a="http://schemas.openxmlformats.org/drawingml/2006/main" sz="1800" i="1">
                      <a:solidFill>
                        <a:srgbClr val="FFFF00"/>
                      </a:solidFill>
                      <a:latin typeface="Cambria Math" panose="02040503050406030204" pitchFamily="18" charset="0"/>
                    </a:rPr>
                    <m:t>0.01</m:t>
                  </m:r>
                </m:oMath>
              </m:oMathPara>
            </a14:m>
            <a:endParaRPr>
              <a:solidFill>
                <a:srgbClr val="FFFF00"/>
              </a:solidFill>
            </a:endParaRPr>
          </a:p>
        </p:txBody>
      </p:sp>
      <p:grpSp>
        <p:nvGrpSpPr>
          <p:cNvPr id="1174" name="Group 42"/>
          <p:cNvGrpSpPr/>
          <p:nvPr/>
        </p:nvGrpSpPr>
        <p:grpSpPr>
          <a:xfrm>
            <a:off x="2340840" y="4860906"/>
            <a:ext cx="3385247" cy="593155"/>
            <a:chOff x="0" y="0"/>
            <a:chExt cx="3385246" cy="593154"/>
          </a:xfrm>
        </p:grpSpPr>
        <p:grpSp>
          <p:nvGrpSpPr>
            <p:cNvPr id="1172" name="Group 43"/>
            <p:cNvGrpSpPr/>
            <p:nvPr/>
          </p:nvGrpSpPr>
          <p:grpSpPr>
            <a:xfrm>
              <a:off x="1023326" y="0"/>
              <a:ext cx="2361921" cy="593155"/>
              <a:chOff x="0" y="0"/>
              <a:chExt cx="2361920" cy="593154"/>
            </a:xfrm>
          </p:grpSpPr>
          <p:sp>
            <p:nvSpPr>
              <p:cNvPr id="1169" name="TextBox 46"/>
              <p:cNvSpPr txBox="1"/>
              <p:nvPr/>
            </p:nvSpPr>
            <p:spPr>
              <a:xfrm>
                <a:off x="839688" y="169486"/>
                <a:ext cx="1522233" cy="423669"/>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sSup>
                        <m:e>
                          <m:d>
                            <m:dPr>
                              <m:ctrlPr>
                                <a:rPr xmlns:a="http://schemas.openxmlformats.org/drawingml/2006/main" sz="1600" i="1">
                                  <a:solidFill>
                                    <a:srgbClr val="FFFFFF"/>
                                  </a:solidFill>
                                  <a:latin typeface="Cambria Math" panose="02040503050406030204" pitchFamily="18" charset="0"/>
                                </a:rPr>
                              </m:ctrlPr>
                            </m:dPr>
                            <m:e>
                              <m:sSub>
                                <m:e>
                                  <m:r>
                                    <a:rPr xmlns:a="http://schemas.openxmlformats.org/drawingml/2006/main" sz="1600" i="1">
                                      <a:solidFill>
                                        <a:srgbClr val="FFFFFF"/>
                                      </a:solidFill>
                                      <a:latin typeface="Cambria Math" panose="02040503050406030204" pitchFamily="18" charset="0"/>
                                    </a:rPr>
                                    <m:t>𝒉</m:t>
                                  </m:r>
                                </m:e>
                                <m:sub>
                                  <m:r>
                                    <m:rPr>
                                      <m:nor/>
                                    </m:rPr>
                                    <a:rPr xmlns:a="http://schemas.openxmlformats.org/drawingml/2006/main" sz="1600" i="1">
                                      <a:solidFill>
                                        <a:srgbClr val="FFFFFF"/>
                                      </a:solidFill>
                                      <a:latin typeface="Cambria Math" panose="02040503050406030204" pitchFamily="18" charset="0"/>
                                    </a:rPr>
                                    <m:t>θ</m:t>
                                  </m:r>
                                </m:sub>
                              </m:sSub>
                              <m:r>
                                <a:rPr xmlns:a="http://schemas.openxmlformats.org/drawingml/2006/main" sz="1600" i="1">
                                  <a:solidFill>
                                    <a:srgbClr val="FFFFFF"/>
                                  </a:solidFill>
                                  <a:latin typeface="Cambria Math" panose="02040503050406030204" pitchFamily="18" charset="0"/>
                                </a:rPr>
                                <m:t>(</m:t>
                              </m:r>
                              <m:sSup>
                                <m:e>
                                  <m:r>
                                    <a:rPr xmlns:a="http://schemas.openxmlformats.org/drawingml/2006/main" sz="1600" i="1">
                                      <a:solidFill>
                                        <a:srgbClr val="FFFFFF"/>
                                      </a:solidFill>
                                      <a:latin typeface="Cambria Math" panose="02040503050406030204" pitchFamily="18" charset="0"/>
                                    </a:rPr>
                                    <m:t>𝒙</m:t>
                                  </m:r>
                                </m:e>
                                <m:sup>
                                  <m:d>
                                    <m:dPr>
                                      <m:ctrlPr>
                                        <a:rPr xmlns:a="http://schemas.openxmlformats.org/drawingml/2006/main" sz="1600" i="1">
                                          <a:solidFill>
                                            <a:srgbClr val="FFFFFF"/>
                                          </a:solidFill>
                                          <a:latin typeface="Cambria Math" panose="02040503050406030204" pitchFamily="18" charset="0"/>
                                        </a:rPr>
                                      </m:ctrlPr>
                                    </m:dPr>
                                    <m:e>
                                      <m:r>
                                        <a:rPr xmlns:a="http://schemas.openxmlformats.org/drawingml/2006/main" sz="1600" i="1">
                                          <a:solidFill>
                                            <a:srgbClr val="FFFFFF"/>
                                          </a:solidFill>
                                          <a:latin typeface="Cambria Math" panose="02040503050406030204" pitchFamily="18" charset="0"/>
                                        </a:rPr>
                                        <m:t>𝒊</m:t>
                                      </m:r>
                                    </m:e>
                                  </m:d>
                                </m:sup>
                              </m:sSup>
                              <m:r>
                                <a:rPr xmlns:a="http://schemas.openxmlformats.org/drawingml/2006/main" sz="1600" i="1">
                                  <a:solidFill>
                                    <a:srgbClr val="FFFFFF"/>
                                  </a:solidFill>
                                  <a:latin typeface="Cambria Math" panose="02040503050406030204" pitchFamily="18" charset="0"/>
                                </a:rPr>
                                <m:t>)</m:t>
                              </m:r>
                              <m:r>
                                <a:rPr xmlns:a="http://schemas.openxmlformats.org/drawingml/2006/main" sz="1600" i="1">
                                  <a:solidFill>
                                    <a:srgbClr val="FFFFFF"/>
                                  </a:solidFill>
                                  <a:latin typeface="Cambria Math" panose="02040503050406030204" pitchFamily="18" charset="0"/>
                                </a:rPr>
                                <m:t/>
                              </m:r>
                              <m:r>
                                <a:rPr xmlns:a="http://schemas.openxmlformats.org/drawingml/2006/main" sz="1600" i="1">
                                  <a:solidFill>
                                    <a:srgbClr val="FFFFFF"/>
                                  </a:solidFill>
                                  <a:latin typeface="Cambria Math" panose="02040503050406030204" pitchFamily="18" charset="0"/>
                                </a:rPr>
                                <m:t>−</m:t>
                              </m:r>
                              <m:r>
                                <a:rPr xmlns:a="http://schemas.openxmlformats.org/drawingml/2006/main" sz="1600" i="1">
                                  <a:solidFill>
                                    <a:srgbClr val="FFFFFF"/>
                                  </a:solidFill>
                                  <a:latin typeface="Cambria Math" panose="02040503050406030204" pitchFamily="18" charset="0"/>
                                </a:rPr>
                                <m:t/>
                              </m:r>
                              <m:sSup>
                                <m:e>
                                  <m:r>
                                    <a:rPr xmlns:a="http://schemas.openxmlformats.org/drawingml/2006/main" sz="1600" i="1">
                                      <a:solidFill>
                                        <a:srgbClr val="FFFFFF"/>
                                      </a:solidFill>
                                      <a:latin typeface="Cambria Math" panose="02040503050406030204" pitchFamily="18" charset="0"/>
                                    </a:rPr>
                                    <m:t>𝒚</m:t>
                                  </m:r>
                                </m:e>
                                <m:sup>
                                  <m:r>
                                    <a:rPr xmlns:a="http://schemas.openxmlformats.org/drawingml/2006/main" sz="1600" i="1">
                                      <a:solidFill>
                                        <a:srgbClr val="FFFFFF"/>
                                      </a:solidFill>
                                      <a:latin typeface="Cambria Math" panose="02040503050406030204" pitchFamily="18" charset="0"/>
                                    </a:rPr>
                                    <m:t>(</m:t>
                                  </m:r>
                                  <m:r>
                                    <a:rPr xmlns:a="http://schemas.openxmlformats.org/drawingml/2006/main" sz="1600" i="1">
                                      <a:solidFill>
                                        <a:srgbClr val="FFFFFF"/>
                                      </a:solidFill>
                                      <a:latin typeface="Cambria Math" panose="02040503050406030204" pitchFamily="18" charset="0"/>
                                    </a:rPr>
                                    <m:t>𝒊</m:t>
                                  </m:r>
                                  <m:r>
                                    <a:rPr xmlns:a="http://schemas.openxmlformats.org/drawingml/2006/main" sz="1600" i="1">
                                      <a:solidFill>
                                        <a:srgbClr val="FFFFFF"/>
                                      </a:solidFill>
                                      <a:latin typeface="Cambria Math" panose="02040503050406030204" pitchFamily="18" charset="0"/>
                                    </a:rPr>
                                    <m:t>)</m:t>
                                  </m:r>
                                </m:sup>
                              </m:sSup>
                            </m:e>
                          </m:d>
                        </m:e>
                        <m:sup>
                          <m:r>
                            <a:rPr xmlns:a="http://schemas.openxmlformats.org/drawingml/2006/main" sz="1600" i="1">
                              <a:solidFill>
                                <a:srgbClr val="FFFFFF"/>
                              </a:solidFill>
                              <a:latin typeface="Cambria Math" panose="02040503050406030204" pitchFamily="18" charset="0"/>
                            </a:rPr>
                            <m:t>𝟐</m:t>
                          </m:r>
                        </m:sup>
                      </m:sSup>
                    </m:oMath>
                  </m:oMathPara>
                </a14:m>
                <a:endParaRPr sz="1600">
                  <a:solidFill>
                    <a:srgbClr val="FFFFFF"/>
                  </a:solidFill>
                </a:endParaRPr>
              </a:p>
            </p:txBody>
          </p:sp>
          <p:sp>
            <p:nvSpPr>
              <p:cNvPr id="1170" name="TextBox 47"/>
              <p:cNvSpPr txBox="1"/>
              <p:nvPr/>
            </p:nvSpPr>
            <p:spPr>
              <a:xfrm>
                <a:off x="477537" y="0"/>
                <a:ext cx="296403" cy="545068"/>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nary>
                        <m:naryPr>
                          <m:ctrlPr>
                            <a:rPr xmlns:a="http://schemas.openxmlformats.org/drawingml/2006/main" sz="1600" i="1">
                              <a:solidFill>
                                <a:srgbClr val="FFFFFF"/>
                              </a:solidFill>
                              <a:latin typeface="Cambria Math" panose="02040503050406030204" pitchFamily="18" charset="0"/>
                            </a:rPr>
                          </m:ctrlPr>
                          <m:chr m:val="∑"/>
                          <m:limLoc m:val="undOvr"/>
                          <m:grow m:val="0"/>
                          <m:subHide m:val="off"/>
                          <m:supHide m:val="off"/>
                        </m:naryPr>
                        <m:sub>
                          <m:r>
                            <a:rPr xmlns:a="http://schemas.openxmlformats.org/drawingml/2006/main" sz="1600" i="1">
                              <a:solidFill>
                                <a:srgbClr val="FFFFFF"/>
                              </a:solidFill>
                              <a:latin typeface="Cambria Math" panose="02040503050406030204" pitchFamily="18" charset="0"/>
                            </a:rPr>
                            <m:t>𝑖</m:t>
                          </m:r>
                          <m:r>
                            <a:rPr xmlns:a="http://schemas.openxmlformats.org/drawingml/2006/main" sz="1600" i="1">
                              <a:solidFill>
                                <a:srgbClr val="FFFFFF"/>
                              </a:solidFill>
                              <a:latin typeface="Cambria Math" panose="02040503050406030204" pitchFamily="18" charset="0"/>
                            </a:rPr>
                            <m:t>=</m:t>
                          </m:r>
                          <m:r>
                            <a:rPr xmlns:a="http://schemas.openxmlformats.org/drawingml/2006/main" sz="1600" i="1">
                              <a:solidFill>
                                <a:srgbClr val="FFFFFF"/>
                              </a:solidFill>
                              <a:latin typeface="Cambria Math" panose="02040503050406030204" pitchFamily="18" charset="0"/>
                            </a:rPr>
                            <m:t>1</m:t>
                          </m:r>
                        </m:sub>
                        <m:sup>
                          <m:r>
                            <a:rPr xmlns:a="http://schemas.openxmlformats.org/drawingml/2006/main" sz="1600" i="1">
                              <a:solidFill>
                                <a:srgbClr val="FFFFFF"/>
                              </a:solidFill>
                              <a:latin typeface="Cambria Math" panose="02040503050406030204" pitchFamily="18" charset="0"/>
                            </a:rPr>
                            <m:t>𝑚</m:t>
                          </m:r>
                        </m:sup>
                        <m:e>
                          <m:r>
                            <a:rPr xmlns:a="http://schemas.openxmlformats.org/drawingml/2006/main" sz="1600" i="1">
                              <a:solidFill>
                                <a:srgbClr val="FFFFFF"/>
                              </a:solidFill>
                              <a:latin typeface="Cambria Math" panose="02040503050406030204" pitchFamily="18" charset="0"/>
                            </a:rPr>
                            <m:t/>
                          </m:r>
                        </m:e>
                      </m:nary>
                    </m:oMath>
                  </m:oMathPara>
                </a14:m>
                <a:endParaRPr sz="1600">
                  <a:solidFill>
                    <a:srgbClr val="FFFFFF"/>
                  </a:solidFill>
                </a:endParaRPr>
              </a:p>
            </p:txBody>
          </p:sp>
          <p:sp>
            <p:nvSpPr>
              <p:cNvPr id="1171" name="TextBox 49"/>
              <p:cNvSpPr txBox="1"/>
              <p:nvPr/>
            </p:nvSpPr>
            <p:spPr>
              <a:xfrm>
                <a:off x="0" y="116844"/>
                <a:ext cx="286512" cy="434645"/>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f>
                        <m:fPr>
                          <m:ctrlPr>
                            <a:rPr xmlns:a="http://schemas.openxmlformats.org/drawingml/2006/main" sz="1600" i="1">
                              <a:solidFill>
                                <a:srgbClr val="FFFFFF"/>
                              </a:solidFill>
                              <a:latin typeface="Cambria Math" panose="02040503050406030204" pitchFamily="18" charset="0"/>
                            </a:rPr>
                          </m:ctrlPr>
                          <m:type m:val="bar"/>
                        </m:fPr>
                        <m:num>
                          <m:r>
                            <a:rPr xmlns:a="http://schemas.openxmlformats.org/drawingml/2006/main" sz="1600" i="1">
                              <a:solidFill>
                                <a:srgbClr val="FFFFFF"/>
                              </a:solidFill>
                              <a:latin typeface="Cambria Math" panose="02040503050406030204" pitchFamily="18" charset="0"/>
                            </a:rPr>
                            <m:t>1</m:t>
                          </m:r>
                        </m:num>
                        <m:den>
                          <m:r>
                            <a:rPr xmlns:a="http://schemas.openxmlformats.org/drawingml/2006/main" sz="1600" i="1">
                              <a:solidFill>
                                <a:srgbClr val="FFFFFF"/>
                              </a:solidFill>
                              <a:latin typeface="Cambria Math" panose="02040503050406030204" pitchFamily="18" charset="0"/>
                            </a:rPr>
                            <m:t>2</m:t>
                          </m:r>
                          <m:r>
                            <a:rPr xmlns:a="http://schemas.openxmlformats.org/drawingml/2006/main" sz="1600" i="1">
                              <a:solidFill>
                                <a:srgbClr val="FFFFFF"/>
                              </a:solidFill>
                              <a:latin typeface="Cambria Math" panose="02040503050406030204" pitchFamily="18" charset="0"/>
                            </a:rPr>
                            <m:t>𝑚</m:t>
                          </m:r>
                        </m:den>
                      </m:f>
                    </m:oMath>
                  </m:oMathPara>
                </a14:m>
                <a:endParaRPr sz="1600">
                  <a:solidFill>
                    <a:srgbClr val="FFFFFF"/>
                  </a:solidFill>
                </a:endParaRPr>
              </a:p>
            </p:txBody>
          </p:sp>
        </p:grpSp>
        <p:sp>
          <p:nvSpPr>
            <p:cNvPr id="1173" name="TextBox 45"/>
            <p:cNvSpPr txBox="1"/>
            <p:nvPr/>
          </p:nvSpPr>
          <p:spPr>
            <a:xfrm>
              <a:off x="0" y="225046"/>
              <a:ext cx="1021146" cy="249937"/>
            </a:xfrm>
            <a:prstGeom prst="rect">
              <a:avLst/>
            </a:prstGeom>
            <a:noFill/>
            <a:ln w="12700" cap="flat">
              <a:noFill/>
              <a:miter lim="400000"/>
            </a:ln>
            <a:effectLst/>
          </p:spPr>
          <p:txBody>
            <a:bodyPr wrap="none" lIns="0" tIns="0" rIns="0" bIns="0">
              <a:spAutoFit/>
            </a:bodyPr>
            <a:lstStyle/>
            <a:p>
              <a:pPr latinLnBrk="1"/>
              <a14:m>
                <m:oMathPara>
                  <m:oMathParaPr>
                    <m:jc m:val="centerGroup"/>
                  </m:oMathParaPr>
                  <m:oMath>
                    <m:r>
                      <a:rPr xmlns:a="http://schemas.openxmlformats.org/drawingml/2006/main" sz="1600" i="1">
                        <a:solidFill>
                          <a:srgbClr val="FFFFFF"/>
                        </a:solidFill>
                        <a:latin typeface="Cambria Math" panose="02040503050406030204" pitchFamily="18" charset="0"/>
                      </a:rPr>
                      <m:t>𝑱</m:t>
                    </m:r>
                    <m:d>
                      <m:dPr>
                        <m:ctrlPr>
                          <a:rPr xmlns:a="http://schemas.openxmlformats.org/drawingml/2006/main" sz="1600" i="1">
                            <a:solidFill>
                              <a:srgbClr val="FFFFFF"/>
                            </a:solidFill>
                            <a:latin typeface="Cambria Math" panose="02040503050406030204" pitchFamily="18" charset="0"/>
                          </a:rPr>
                        </m:ctrlPr>
                      </m:dPr>
                      <m:e>
                        <m:sSub>
                          <m:e>
                            <m:r>
                              <m:rPr>
                                <m:nor/>
                              </m:rPr>
                              <a:rPr xmlns:a="http://schemas.openxmlformats.org/drawingml/2006/main" sz="1600" i="1">
                                <a:solidFill>
                                  <a:srgbClr val="FFFFFF"/>
                                </a:solidFill>
                                <a:latin typeface="Cambria Math" panose="02040503050406030204" pitchFamily="18" charset="0"/>
                              </a:rPr>
                              <m:t>θ</m:t>
                            </m:r>
                          </m:e>
                          <m:sub>
                            <m:r>
                              <a:rPr xmlns:a="http://schemas.openxmlformats.org/drawingml/2006/main" sz="1600" i="1">
                                <a:solidFill>
                                  <a:srgbClr val="FFFFFF"/>
                                </a:solidFill>
                                <a:latin typeface="Cambria Math" panose="02040503050406030204" pitchFamily="18" charset="0"/>
                              </a:rPr>
                              <m:t>𝟎</m:t>
                            </m:r>
                          </m:sub>
                        </m:sSub>
                        <m:r>
                          <a:rPr xmlns:a="http://schemas.openxmlformats.org/drawingml/2006/main" sz="1600" i="1">
                            <a:solidFill>
                              <a:srgbClr val="FFFFFF"/>
                            </a:solidFill>
                            <a:latin typeface="Cambria Math" panose="02040503050406030204" pitchFamily="18" charset="0"/>
                          </a:rPr>
                          <m:t>,</m:t>
                        </m:r>
                        <m:sSub>
                          <m:e>
                            <m:r>
                              <m:rPr>
                                <m:nor/>
                              </m:rPr>
                              <a:rPr xmlns:a="http://schemas.openxmlformats.org/drawingml/2006/main" sz="1600" i="1">
                                <a:solidFill>
                                  <a:srgbClr val="FFFFFF"/>
                                </a:solidFill>
                                <a:latin typeface="Cambria Math" panose="02040503050406030204" pitchFamily="18" charset="0"/>
                              </a:rPr>
                              <m:t>θ</m:t>
                            </m:r>
                          </m:e>
                          <m:sub>
                            <m:r>
                              <a:rPr xmlns:a="http://schemas.openxmlformats.org/drawingml/2006/main" sz="1600" i="1">
                                <a:solidFill>
                                  <a:srgbClr val="FFFFFF"/>
                                </a:solidFill>
                                <a:latin typeface="Cambria Math" panose="02040503050406030204" pitchFamily="18" charset="0"/>
                              </a:rPr>
                              <m:t>𝟏</m:t>
                            </m:r>
                          </m:sub>
                        </m:sSub>
                      </m:e>
                    </m:d>
                    <m:r>
                      <a:rPr xmlns:a="http://schemas.openxmlformats.org/drawingml/2006/main" sz="1600" i="1">
                        <a:solidFill>
                          <a:srgbClr val="FFFFFF"/>
                        </a:solidFill>
                        <a:latin typeface="Cambria Math" panose="02040503050406030204" pitchFamily="18" charset="0"/>
                      </a:rPr>
                      <m:t>=</m:t>
                    </m:r>
                  </m:oMath>
                </m:oMathPara>
              </a14:m>
              <a:endParaRPr sz="1600">
                <a:solidFill>
                  <a:srgbClr val="FFFFFF"/>
                </a:solidFill>
              </a:endParaRPr>
            </a:p>
          </p:txBody>
        </p:sp>
      </p:grpSp>
      <p:sp>
        <p:nvSpPr>
          <p:cNvPr id="1175" name="TextBox 58"/>
          <p:cNvSpPr txBox="1"/>
          <p:nvPr/>
        </p:nvSpPr>
        <p:spPr>
          <a:xfrm>
            <a:off x="2263645" y="4195619"/>
            <a:ext cx="2220312"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Cost function: </a:t>
            </a:r>
          </a:p>
        </p:txBody>
      </p:sp>
      <p:sp>
        <p:nvSpPr>
          <p:cNvPr id="1176" name="TextBox 65"/>
          <p:cNvSpPr txBox="1"/>
          <p:nvPr/>
        </p:nvSpPr>
        <p:spPr>
          <a:xfrm>
            <a:off x="6196057" y="4171551"/>
            <a:ext cx="2220312"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FFFF00"/>
                </a:solidFill>
              </a:defRPr>
            </a:lvl1pPr>
          </a:lstStyle>
          <a:p>
            <a:pPr/>
            <a:r>
              <a:t>Gradient descent:</a:t>
            </a:r>
          </a:p>
        </p:txBody>
      </p:sp>
      <p:sp>
        <p:nvSpPr>
          <p:cNvPr id="1177" name="Straight Connector 69"/>
          <p:cNvSpPr/>
          <p:nvPr/>
        </p:nvSpPr>
        <p:spPr>
          <a:xfrm>
            <a:off x="84305" y="4056603"/>
            <a:ext cx="12044824" cy="1"/>
          </a:xfrm>
          <a:prstGeom prst="line">
            <a:avLst/>
          </a:prstGeom>
          <a:ln w="38100">
            <a:solidFill>
              <a:srgbClr val="00B0F0"/>
            </a:solidFill>
          </a:ln>
        </p:spPr>
        <p:txBody>
          <a:bodyPr lIns="45719" rIns="45719"/>
          <a:lstStyle/>
          <a:p>
            <a:pPr>
              <a:defRPr>
                <a:solidFill>
                  <a:srgbClr val="FFFFFF"/>
                </a:solidFill>
              </a:defRPr>
            </a:pPr>
          </a:p>
        </p:txBody>
      </p:sp>
      <p:sp>
        <p:nvSpPr>
          <p:cNvPr id="1178" name="Straight Connector 76"/>
          <p:cNvSpPr/>
          <p:nvPr/>
        </p:nvSpPr>
        <p:spPr>
          <a:xfrm flipH="1">
            <a:off x="2133600" y="4056603"/>
            <a:ext cx="1" cy="2174736"/>
          </a:xfrm>
          <a:prstGeom prst="line">
            <a:avLst/>
          </a:prstGeom>
          <a:ln w="38100">
            <a:solidFill>
              <a:srgbClr val="00B0F0"/>
            </a:solidFill>
          </a:ln>
        </p:spPr>
        <p:txBody>
          <a:bodyPr lIns="45719" rIns="45719"/>
          <a:lstStyle/>
          <a:p>
            <a:pPr>
              <a:defRPr>
                <a:solidFill>
                  <a:srgbClr val="FFFFFF"/>
                </a:solidFill>
              </a:defRPr>
            </a:pPr>
          </a:p>
        </p:txBody>
      </p:sp>
      <p:sp>
        <p:nvSpPr>
          <p:cNvPr id="1179" name="Straight Connector 89"/>
          <p:cNvSpPr/>
          <p:nvPr/>
        </p:nvSpPr>
        <p:spPr>
          <a:xfrm flipH="1">
            <a:off x="6071268" y="4052308"/>
            <a:ext cx="1" cy="2179032"/>
          </a:xfrm>
          <a:prstGeom prst="line">
            <a:avLst/>
          </a:prstGeom>
          <a:ln w="38100">
            <a:solidFill>
              <a:srgbClr val="00B0F0"/>
            </a:solidFill>
          </a:ln>
        </p:spPr>
        <p:txBody>
          <a:bodyPr lIns="45719" rIns="45719"/>
          <a:lstStyle/>
          <a:p>
            <a:pPr>
              <a:defRPr>
                <a:solidFill>
                  <a:srgbClr val="FFFFFF"/>
                </a:solidFill>
              </a:defRPr>
            </a:pPr>
          </a:p>
        </p:txBody>
      </p:sp>
      <p:sp>
        <p:nvSpPr>
          <p:cNvPr id="1180" name="TextBox 90"/>
          <p:cNvSpPr txBox="1"/>
          <p:nvPr/>
        </p:nvSpPr>
        <p:spPr>
          <a:xfrm>
            <a:off x="287356" y="4496587"/>
            <a:ext cx="1972462" cy="3486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FF0000"/>
                </a:solidFill>
              </a:defRPr>
            </a:pPr>
            <a:r>
              <a:t>1. </a:t>
            </a:r>
            <a14:m>
              <m:oMath>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0</m:t>
                    </m:r>
                  </m:sub>
                </m:sSub>
              </m:oMath>
            </a14:m>
            <a:r>
              <a:rPr b="0">
                <a:solidFill>
                  <a:srgbClr val="FFFFFF"/>
                </a:solidFill>
              </a:rPr>
              <a:t> = 0</a:t>
            </a:r>
            <a14:m>
              <m:oMath>
                <m:r>
                  <a:rPr xmlns:a="http://schemas.openxmlformats.org/drawingml/2006/main" sz="1800" i="1">
                    <a:solidFill>
                      <a:srgbClr val="FFFFFF"/>
                    </a:solidFill>
                    <a:latin typeface="Cambria Math" panose="02040503050406030204" pitchFamily="18" charset="0"/>
                  </a:rPr>
                  <m:t>,</m:t>
                </m:r>
                <m:r>
                  <a:rPr xmlns:a="http://schemas.openxmlformats.org/drawingml/2006/main" sz="1800" i="1">
                    <a:solidFill>
                      <a:srgbClr val="FFFFFF"/>
                    </a:solidFill>
                    <a:latin typeface="Cambria Math" panose="02040503050406030204" pitchFamily="18" charset="0"/>
                  </a:rPr>
                  <m:t/>
                </m:r>
                <m:sSub>
                  <m:e>
                    <m:r>
                      <m:rPr>
                        <m:nor/>
                      </m:rPr>
                      <a:rPr xmlns:a="http://schemas.openxmlformats.org/drawingml/2006/main" sz="1800" i="1">
                        <a:solidFill>
                          <a:srgbClr val="FFFFFF"/>
                        </a:solidFill>
                        <a:latin typeface="Cambria Math" panose="02040503050406030204" pitchFamily="18" charset="0"/>
                      </a:rPr>
                      <m:t>θ</m:t>
                    </m:r>
                  </m:e>
                  <m:sub>
                    <m:r>
                      <a:rPr xmlns:a="http://schemas.openxmlformats.org/drawingml/2006/main" sz="1800" i="1">
                        <a:solidFill>
                          <a:srgbClr val="FFFFFF"/>
                        </a:solidFill>
                        <a:latin typeface="Cambria Math" panose="02040503050406030204" pitchFamily="18" charset="0"/>
                      </a:rPr>
                      <m:t>1</m:t>
                    </m:r>
                  </m:sub>
                </m:sSub>
              </m:oMath>
            </a14:m>
            <a:r>
              <a:rPr b="0">
                <a:solidFill>
                  <a:srgbClr val="FFFFFF"/>
                </a:solidFill>
              </a:rPr>
              <a:t> = 0</a:t>
            </a:r>
            <a:endParaRPr sz="1698"/>
          </a:p>
        </p:txBody>
      </p:sp>
      <p:pic>
        <p:nvPicPr>
          <p:cNvPr id="1181" name="Picture 68" descr="Picture 68"/>
          <p:cNvPicPr>
            <a:picLocks noChangeAspect="1"/>
          </p:cNvPicPr>
          <p:nvPr/>
        </p:nvPicPr>
        <p:blipFill>
          <a:blip r:embed="rId2">
            <a:extLst/>
          </a:blip>
          <a:stretch>
            <a:fillRect/>
          </a:stretch>
        </p:blipFill>
        <p:spPr>
          <a:xfrm>
            <a:off x="6206264" y="4522568"/>
            <a:ext cx="5727700" cy="174157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147"/>
                                        </p:tgtEl>
                                        <p:attrNameLst>
                                          <p:attrName>style.visibility</p:attrName>
                                        </p:attrNameLst>
                                      </p:cBhvr>
                                      <p:to>
                                        <p:strVal val="visible"/>
                                      </p:to>
                                    </p:set>
                                    <p:animEffect filter="wipe(left)" transition="in">
                                      <p:cBhvr>
                                        <p:cTn id="7" dur="1000"/>
                                        <p:tgtEl>
                                          <p:spTgt spid="1147"/>
                                        </p:tgtEl>
                                      </p:cBhvr>
                                    </p:animEffect>
                                  </p:childTnLst>
                                </p:cTn>
                              </p:par>
                            </p:childTnLst>
                          </p:cTn>
                        </p:par>
                        <p:par>
                          <p:cTn id="8" fill="hold">
                            <p:stCondLst>
                              <p:cond delay="1000"/>
                            </p:stCondLst>
                            <p:childTnLst>
                              <p:par>
                                <p:cTn id="9" presetClass="entr" nodeType="afterEffect" presetSubtype="8" presetID="22" grpId="2" fill="hold">
                                  <p:stCondLst>
                                    <p:cond delay="0"/>
                                  </p:stCondLst>
                                  <p:iterate type="el" backwards="0">
                                    <p:tmAbs val="0"/>
                                  </p:iterate>
                                  <p:childTnLst>
                                    <p:set>
                                      <p:cBhvr>
                                        <p:cTn id="10" fill="hold"/>
                                        <p:tgtEl>
                                          <p:spTgt spid="1148"/>
                                        </p:tgtEl>
                                        <p:attrNameLst>
                                          <p:attrName>style.visibility</p:attrName>
                                        </p:attrNameLst>
                                      </p:cBhvr>
                                      <p:to>
                                        <p:strVal val="visible"/>
                                      </p:to>
                                    </p:set>
                                    <p:animEffect filter="wipe(left)" transition="in">
                                      <p:cBhvr>
                                        <p:cTn id="11" dur="1000"/>
                                        <p:tgtEl>
                                          <p:spTgt spid="114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4" presetID="22" grpId="3" fill="hold">
                                  <p:stCondLst>
                                    <p:cond delay="0"/>
                                  </p:stCondLst>
                                  <p:iterate type="el" backwards="0">
                                    <p:tmAbs val="0"/>
                                  </p:iterate>
                                  <p:childTnLst>
                                    <p:set>
                                      <p:cBhvr>
                                        <p:cTn id="15" fill="hold"/>
                                        <p:tgtEl>
                                          <p:spTgt spid="1099"/>
                                        </p:tgtEl>
                                        <p:attrNameLst>
                                          <p:attrName>style.visibility</p:attrName>
                                        </p:attrNameLst>
                                      </p:cBhvr>
                                      <p:to>
                                        <p:strVal val="visible"/>
                                      </p:to>
                                    </p:set>
                                    <p:animEffect filter="wipe(down)" transition="in">
                                      <p:cBhvr>
                                        <p:cTn id="16" dur="1000"/>
                                        <p:tgtEl>
                                          <p:spTgt spid="1099"/>
                                        </p:tgtEl>
                                      </p:cBhvr>
                                    </p:animEffect>
                                  </p:childTnLst>
                                </p:cTn>
                              </p:par>
                            </p:childTnLst>
                          </p:cTn>
                        </p:par>
                        <p:par>
                          <p:cTn id="17" fill="hold">
                            <p:stCondLst>
                              <p:cond delay="1000"/>
                            </p:stCondLst>
                            <p:childTnLst>
                              <p:par>
                                <p:cTn id="18" presetClass="entr" nodeType="afterEffect" presetSubtype="4" presetID="22" grpId="4" fill="hold">
                                  <p:stCondLst>
                                    <p:cond delay="0"/>
                                  </p:stCondLst>
                                  <p:iterate type="el" backwards="0">
                                    <p:tmAbs val="0"/>
                                  </p:iterate>
                                  <p:childTnLst>
                                    <p:set>
                                      <p:cBhvr>
                                        <p:cTn id="19" fill="hold"/>
                                        <p:tgtEl>
                                          <p:spTgt spid="1125"/>
                                        </p:tgtEl>
                                        <p:attrNameLst>
                                          <p:attrName>style.visibility</p:attrName>
                                        </p:attrNameLst>
                                      </p:cBhvr>
                                      <p:to>
                                        <p:strVal val="visible"/>
                                      </p:to>
                                    </p:set>
                                    <p:animEffect filter="wipe(down)" transition="in">
                                      <p:cBhvr>
                                        <p:cTn id="20" dur="1000"/>
                                        <p:tgtEl>
                                          <p:spTgt spid="1125"/>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2" grpId="5" fill="hold">
                                  <p:stCondLst>
                                    <p:cond delay="0"/>
                                  </p:stCondLst>
                                  <p:iterate type="el" backwards="0">
                                    <p:tmAbs val="0"/>
                                  </p:iterate>
                                  <p:childTnLst>
                                    <p:set>
                                      <p:cBhvr>
                                        <p:cTn id="24" fill="hold"/>
                                        <p:tgtEl>
                                          <p:spTgt spid="1100"/>
                                        </p:tgtEl>
                                        <p:attrNameLst>
                                          <p:attrName>style.visibility</p:attrName>
                                        </p:attrNameLst>
                                      </p:cBhvr>
                                      <p:to>
                                        <p:strVal val="visible"/>
                                      </p:to>
                                    </p:set>
                                    <p:animEffect filter="wipe(left)" transition="in">
                                      <p:cBhvr>
                                        <p:cTn id="25" dur="10"/>
                                        <p:tgtEl>
                                          <p:spTgt spid="1100"/>
                                        </p:tgtEl>
                                      </p:cBhvr>
                                    </p:animEffect>
                                  </p:childTnLst>
                                </p:cTn>
                              </p:par>
                            </p:childTnLst>
                          </p:cTn>
                        </p:par>
                        <p:par>
                          <p:cTn id="26" fill="hold">
                            <p:stCondLst>
                              <p:cond delay="10"/>
                            </p:stCondLst>
                            <p:childTnLst>
                              <p:par>
                                <p:cTn id="27" presetClass="entr" nodeType="afterEffect" presetSubtype="8" presetID="22" grpId="6" fill="hold">
                                  <p:stCondLst>
                                    <p:cond delay="0"/>
                                  </p:stCondLst>
                                  <p:iterate type="el" backwards="0">
                                    <p:tmAbs val="0"/>
                                  </p:iterate>
                                  <p:childTnLst>
                                    <p:set>
                                      <p:cBhvr>
                                        <p:cTn id="28" fill="hold"/>
                                        <p:tgtEl>
                                          <p:spTgt spid="1126"/>
                                        </p:tgtEl>
                                        <p:attrNameLst>
                                          <p:attrName>style.visibility</p:attrName>
                                        </p:attrNameLst>
                                      </p:cBhvr>
                                      <p:to>
                                        <p:strVal val="visible"/>
                                      </p:to>
                                    </p:set>
                                    <p:animEffect filter="wipe(left)" transition="in">
                                      <p:cBhvr>
                                        <p:cTn id="29" dur="10"/>
                                        <p:tgtEl>
                                          <p:spTgt spid="1126"/>
                                        </p:tgtEl>
                                      </p:cBhvr>
                                    </p:animEffect>
                                  </p:childTnLst>
                                </p:cTn>
                              </p:par>
                            </p:childTnLst>
                          </p:cTn>
                        </p:par>
                        <p:par>
                          <p:cTn id="30" fill="hold">
                            <p:stCondLst>
                              <p:cond delay="20"/>
                            </p:stCondLst>
                            <p:childTnLst>
                              <p:par>
                                <p:cTn id="31" presetClass="entr" nodeType="afterEffect" presetSubtype="8" presetID="22" grpId="7" fill="hold">
                                  <p:stCondLst>
                                    <p:cond delay="0"/>
                                  </p:stCondLst>
                                  <p:iterate type="el" backwards="0">
                                    <p:tmAbs val="0"/>
                                  </p:iterate>
                                  <p:childTnLst>
                                    <p:set>
                                      <p:cBhvr>
                                        <p:cTn id="32" fill="hold"/>
                                        <p:tgtEl>
                                          <p:spTgt spid="1105"/>
                                        </p:tgtEl>
                                        <p:attrNameLst>
                                          <p:attrName>style.visibility</p:attrName>
                                        </p:attrNameLst>
                                      </p:cBhvr>
                                      <p:to>
                                        <p:strVal val="visible"/>
                                      </p:to>
                                    </p:set>
                                    <p:animEffect filter="wipe(left)" transition="in">
                                      <p:cBhvr>
                                        <p:cTn id="33" dur="1000"/>
                                        <p:tgtEl>
                                          <p:spTgt spid="1105"/>
                                        </p:tgtEl>
                                      </p:cBhvr>
                                    </p:animEffect>
                                  </p:childTnLst>
                                </p:cTn>
                              </p:par>
                            </p:childTnLst>
                          </p:cTn>
                        </p:par>
                        <p:par>
                          <p:cTn id="34" fill="hold">
                            <p:stCondLst>
                              <p:cond delay="1020"/>
                            </p:stCondLst>
                            <p:childTnLst>
                              <p:par>
                                <p:cTn id="35" presetClass="entr" nodeType="afterEffect" presetSubtype="8" presetID="22" grpId="8" fill="hold">
                                  <p:stCondLst>
                                    <p:cond delay="0"/>
                                  </p:stCondLst>
                                  <p:iterate type="el" backwards="0">
                                    <p:tmAbs val="0"/>
                                  </p:iterate>
                                  <p:childTnLst>
                                    <p:set>
                                      <p:cBhvr>
                                        <p:cTn id="36" fill="hold"/>
                                        <p:tgtEl>
                                          <p:spTgt spid="1106"/>
                                        </p:tgtEl>
                                        <p:attrNameLst>
                                          <p:attrName>style.visibility</p:attrName>
                                        </p:attrNameLst>
                                      </p:cBhvr>
                                      <p:to>
                                        <p:strVal val="visible"/>
                                      </p:to>
                                    </p:set>
                                    <p:animEffect filter="wipe(left)" transition="in">
                                      <p:cBhvr>
                                        <p:cTn id="37" dur="1000"/>
                                        <p:tgtEl>
                                          <p:spTgt spid="1106"/>
                                        </p:tgtEl>
                                      </p:cBhvr>
                                    </p:animEffect>
                                  </p:childTnLst>
                                </p:cTn>
                              </p:par>
                            </p:childTnLst>
                          </p:cTn>
                        </p:par>
                        <p:par>
                          <p:cTn id="38" fill="hold">
                            <p:stCondLst>
                              <p:cond delay="2020"/>
                            </p:stCondLst>
                            <p:childTnLst>
                              <p:par>
                                <p:cTn id="39" presetClass="entr" nodeType="afterEffect" presetSubtype="8" presetID="22" grpId="9" fill="hold">
                                  <p:stCondLst>
                                    <p:cond delay="0"/>
                                  </p:stCondLst>
                                  <p:iterate type="el" backwards="0">
                                    <p:tmAbs val="0"/>
                                  </p:iterate>
                                  <p:childTnLst>
                                    <p:set>
                                      <p:cBhvr>
                                        <p:cTn id="40" fill="hold"/>
                                        <p:tgtEl>
                                          <p:spTgt spid="1107"/>
                                        </p:tgtEl>
                                        <p:attrNameLst>
                                          <p:attrName>style.visibility</p:attrName>
                                        </p:attrNameLst>
                                      </p:cBhvr>
                                      <p:to>
                                        <p:strVal val="visible"/>
                                      </p:to>
                                    </p:set>
                                    <p:animEffect filter="wipe(left)" transition="in">
                                      <p:cBhvr>
                                        <p:cTn id="41" dur="1000"/>
                                        <p:tgtEl>
                                          <p:spTgt spid="1107"/>
                                        </p:tgtEl>
                                      </p:cBhvr>
                                    </p:animEffect>
                                  </p:childTnLst>
                                </p:cTn>
                              </p:par>
                            </p:childTnLst>
                          </p:cTn>
                        </p:par>
                        <p:par>
                          <p:cTn id="42" fill="hold">
                            <p:stCondLst>
                              <p:cond delay="3020"/>
                            </p:stCondLst>
                            <p:childTnLst>
                              <p:par>
                                <p:cTn id="43" presetClass="entr" nodeType="afterEffect" presetSubtype="8" presetID="22" grpId="10" fill="hold">
                                  <p:stCondLst>
                                    <p:cond delay="0"/>
                                  </p:stCondLst>
                                  <p:iterate type="el" backwards="0">
                                    <p:tmAbs val="0"/>
                                  </p:iterate>
                                  <p:childTnLst>
                                    <p:set>
                                      <p:cBhvr>
                                        <p:cTn id="44" fill="hold"/>
                                        <p:tgtEl>
                                          <p:spTgt spid="1108"/>
                                        </p:tgtEl>
                                        <p:attrNameLst>
                                          <p:attrName>style.visibility</p:attrName>
                                        </p:attrNameLst>
                                      </p:cBhvr>
                                      <p:to>
                                        <p:strVal val="visible"/>
                                      </p:to>
                                    </p:set>
                                    <p:animEffect filter="wipe(left)" transition="in">
                                      <p:cBhvr>
                                        <p:cTn id="45" dur="1000"/>
                                        <p:tgtEl>
                                          <p:spTgt spid="1108"/>
                                        </p:tgtEl>
                                      </p:cBhvr>
                                    </p:animEffect>
                                  </p:childTnLst>
                                </p:cTn>
                              </p:par>
                            </p:childTnLst>
                          </p:cTn>
                        </p:par>
                        <p:par>
                          <p:cTn id="46" fill="hold">
                            <p:stCondLst>
                              <p:cond delay="4020"/>
                            </p:stCondLst>
                            <p:childTnLst>
                              <p:par>
                                <p:cTn id="47" presetClass="entr" nodeType="afterEffect" presetSubtype="8" presetID="22" grpId="11" fill="hold">
                                  <p:stCondLst>
                                    <p:cond delay="0"/>
                                  </p:stCondLst>
                                  <p:iterate type="el" backwards="0">
                                    <p:tmAbs val="0"/>
                                  </p:iterate>
                                  <p:childTnLst>
                                    <p:set>
                                      <p:cBhvr>
                                        <p:cTn id="48" fill="hold"/>
                                        <p:tgtEl>
                                          <p:spTgt spid="1109"/>
                                        </p:tgtEl>
                                        <p:attrNameLst>
                                          <p:attrName>style.visibility</p:attrName>
                                        </p:attrNameLst>
                                      </p:cBhvr>
                                      <p:to>
                                        <p:strVal val="visible"/>
                                      </p:to>
                                    </p:set>
                                    <p:animEffect filter="wipe(left)" transition="in">
                                      <p:cBhvr>
                                        <p:cTn id="49" dur="1000"/>
                                        <p:tgtEl>
                                          <p:spTgt spid="1109"/>
                                        </p:tgtEl>
                                      </p:cBhvr>
                                    </p:animEffect>
                                  </p:childTnLst>
                                </p:cTn>
                              </p:par>
                            </p:childTnLst>
                          </p:cTn>
                        </p:par>
                        <p:par>
                          <p:cTn id="50" fill="hold">
                            <p:stCondLst>
                              <p:cond delay="5020"/>
                            </p:stCondLst>
                            <p:childTnLst>
                              <p:par>
                                <p:cTn id="51" presetClass="entr" nodeType="afterEffect" presetSubtype="8" presetID="22" grpId="12" fill="hold">
                                  <p:stCondLst>
                                    <p:cond delay="0"/>
                                  </p:stCondLst>
                                  <p:iterate type="el" backwards="0">
                                    <p:tmAbs val="0"/>
                                  </p:iterate>
                                  <p:childTnLst>
                                    <p:set>
                                      <p:cBhvr>
                                        <p:cTn id="52" fill="hold"/>
                                        <p:tgtEl>
                                          <p:spTgt spid="1110"/>
                                        </p:tgtEl>
                                        <p:attrNameLst>
                                          <p:attrName>style.visibility</p:attrName>
                                        </p:attrNameLst>
                                      </p:cBhvr>
                                      <p:to>
                                        <p:strVal val="visible"/>
                                      </p:to>
                                    </p:set>
                                    <p:animEffect filter="wipe(left)" transition="in">
                                      <p:cBhvr>
                                        <p:cTn id="53" dur="1000"/>
                                        <p:tgtEl>
                                          <p:spTgt spid="1110"/>
                                        </p:tgtEl>
                                      </p:cBhvr>
                                    </p:animEffect>
                                  </p:childTnLst>
                                </p:cTn>
                              </p:par>
                            </p:childTnLst>
                          </p:cTn>
                        </p:par>
                        <p:par>
                          <p:cTn id="54" fill="hold">
                            <p:stCondLst>
                              <p:cond delay="6020"/>
                            </p:stCondLst>
                            <p:childTnLst>
                              <p:par>
                                <p:cTn id="55" presetClass="entr" nodeType="afterEffect" presetSubtype="4" presetID="22" grpId="13" fill="hold">
                                  <p:stCondLst>
                                    <p:cond delay="0"/>
                                  </p:stCondLst>
                                  <p:iterate type="el" backwards="0">
                                    <p:tmAbs val="0"/>
                                  </p:iterate>
                                  <p:childTnLst>
                                    <p:set>
                                      <p:cBhvr>
                                        <p:cTn id="56" fill="hold"/>
                                        <p:tgtEl>
                                          <p:spTgt spid="1111"/>
                                        </p:tgtEl>
                                        <p:attrNameLst>
                                          <p:attrName>style.visibility</p:attrName>
                                        </p:attrNameLst>
                                      </p:cBhvr>
                                      <p:to>
                                        <p:strVal val="visible"/>
                                      </p:to>
                                    </p:set>
                                    <p:animEffect filter="wipe(down)" transition="in">
                                      <p:cBhvr>
                                        <p:cTn id="57" dur="500"/>
                                        <p:tgtEl>
                                          <p:spTgt spid="1111"/>
                                        </p:tgtEl>
                                      </p:cBhvr>
                                    </p:animEffect>
                                  </p:childTnLst>
                                </p:cTn>
                              </p:par>
                            </p:childTnLst>
                          </p:cTn>
                        </p:par>
                        <p:par>
                          <p:cTn id="58" fill="hold">
                            <p:stCondLst>
                              <p:cond delay="6520"/>
                            </p:stCondLst>
                            <p:childTnLst>
                              <p:par>
                                <p:cTn id="59" presetClass="entr" nodeType="afterEffect" presetSubtype="4" presetID="22" grpId="14" fill="hold">
                                  <p:stCondLst>
                                    <p:cond delay="0"/>
                                  </p:stCondLst>
                                  <p:iterate type="el" backwards="0">
                                    <p:tmAbs val="0"/>
                                  </p:iterate>
                                  <p:childTnLst>
                                    <p:set>
                                      <p:cBhvr>
                                        <p:cTn id="60" fill="hold"/>
                                        <p:tgtEl>
                                          <p:spTgt spid="1112"/>
                                        </p:tgtEl>
                                        <p:attrNameLst>
                                          <p:attrName>style.visibility</p:attrName>
                                        </p:attrNameLst>
                                      </p:cBhvr>
                                      <p:to>
                                        <p:strVal val="visible"/>
                                      </p:to>
                                    </p:set>
                                    <p:animEffect filter="wipe(down)" transition="in">
                                      <p:cBhvr>
                                        <p:cTn id="61" dur="500"/>
                                        <p:tgtEl>
                                          <p:spTgt spid="1112"/>
                                        </p:tgtEl>
                                      </p:cBhvr>
                                    </p:animEffect>
                                  </p:childTnLst>
                                </p:cTn>
                              </p:par>
                            </p:childTnLst>
                          </p:cTn>
                        </p:par>
                        <p:par>
                          <p:cTn id="62" fill="hold">
                            <p:stCondLst>
                              <p:cond delay="7020"/>
                            </p:stCondLst>
                            <p:childTnLst>
                              <p:par>
                                <p:cTn id="63" presetClass="entr" nodeType="afterEffect" presetSubtype="4" presetID="22" grpId="15" fill="hold">
                                  <p:stCondLst>
                                    <p:cond delay="0"/>
                                  </p:stCondLst>
                                  <p:iterate type="el" backwards="0">
                                    <p:tmAbs val="0"/>
                                  </p:iterate>
                                  <p:childTnLst>
                                    <p:set>
                                      <p:cBhvr>
                                        <p:cTn id="64" fill="hold"/>
                                        <p:tgtEl>
                                          <p:spTgt spid="1113"/>
                                        </p:tgtEl>
                                        <p:attrNameLst>
                                          <p:attrName>style.visibility</p:attrName>
                                        </p:attrNameLst>
                                      </p:cBhvr>
                                      <p:to>
                                        <p:strVal val="visible"/>
                                      </p:to>
                                    </p:set>
                                    <p:animEffect filter="wipe(down)" transition="in">
                                      <p:cBhvr>
                                        <p:cTn id="65" dur="500"/>
                                        <p:tgtEl>
                                          <p:spTgt spid="1113"/>
                                        </p:tgtEl>
                                      </p:cBhvr>
                                    </p:animEffect>
                                  </p:childTnLst>
                                </p:cTn>
                              </p:par>
                            </p:childTnLst>
                          </p:cTn>
                        </p:par>
                        <p:par>
                          <p:cTn id="66" fill="hold">
                            <p:stCondLst>
                              <p:cond delay="7520"/>
                            </p:stCondLst>
                            <p:childTnLst>
                              <p:par>
                                <p:cTn id="67" presetClass="entr" nodeType="afterEffect" presetSubtype="4" presetID="22" grpId="16" fill="hold">
                                  <p:stCondLst>
                                    <p:cond delay="0"/>
                                  </p:stCondLst>
                                  <p:iterate type="el" backwards="0">
                                    <p:tmAbs val="0"/>
                                  </p:iterate>
                                  <p:childTnLst>
                                    <p:set>
                                      <p:cBhvr>
                                        <p:cTn id="68" fill="hold"/>
                                        <p:tgtEl>
                                          <p:spTgt spid="1114"/>
                                        </p:tgtEl>
                                        <p:attrNameLst>
                                          <p:attrName>style.visibility</p:attrName>
                                        </p:attrNameLst>
                                      </p:cBhvr>
                                      <p:to>
                                        <p:strVal val="visible"/>
                                      </p:to>
                                    </p:set>
                                    <p:animEffect filter="wipe(down)" transition="in">
                                      <p:cBhvr>
                                        <p:cTn id="69" dur="500"/>
                                        <p:tgtEl>
                                          <p:spTgt spid="1114"/>
                                        </p:tgtEl>
                                      </p:cBhvr>
                                    </p:animEffect>
                                  </p:childTnLst>
                                </p:cTn>
                              </p:par>
                            </p:childTnLst>
                          </p:cTn>
                        </p:par>
                        <p:par>
                          <p:cTn id="70" fill="hold">
                            <p:stCondLst>
                              <p:cond delay="8020"/>
                            </p:stCondLst>
                            <p:childTnLst>
                              <p:par>
                                <p:cTn id="71" presetClass="entr" nodeType="afterEffect" presetSubtype="4" presetID="22" grpId="17" fill="hold">
                                  <p:stCondLst>
                                    <p:cond delay="0"/>
                                  </p:stCondLst>
                                  <p:iterate type="el" backwards="0">
                                    <p:tmAbs val="0"/>
                                  </p:iterate>
                                  <p:childTnLst>
                                    <p:set>
                                      <p:cBhvr>
                                        <p:cTn id="72" fill="hold"/>
                                        <p:tgtEl>
                                          <p:spTgt spid="1115"/>
                                        </p:tgtEl>
                                        <p:attrNameLst>
                                          <p:attrName>style.visibility</p:attrName>
                                        </p:attrNameLst>
                                      </p:cBhvr>
                                      <p:to>
                                        <p:strVal val="visible"/>
                                      </p:to>
                                    </p:set>
                                    <p:animEffect filter="wipe(down)" transition="in">
                                      <p:cBhvr>
                                        <p:cTn id="73" dur="500"/>
                                        <p:tgtEl>
                                          <p:spTgt spid="1115"/>
                                        </p:tgtEl>
                                      </p:cBhvr>
                                    </p:animEffect>
                                  </p:childTnLst>
                                </p:cTn>
                              </p:par>
                            </p:childTnLst>
                          </p:cTn>
                        </p:par>
                        <p:par>
                          <p:cTn id="74" fill="hold">
                            <p:stCondLst>
                              <p:cond delay="8520"/>
                            </p:stCondLst>
                            <p:childTnLst>
                              <p:par>
                                <p:cTn id="75" presetClass="entr" nodeType="afterEffect" presetSubtype="4" presetID="2" grpId="18" fill="hold">
                                  <p:stCondLst>
                                    <p:cond delay="0"/>
                                  </p:stCondLst>
                                  <p:iterate type="el" backwards="0">
                                    <p:tmAbs val="0"/>
                                  </p:iterate>
                                  <p:childTnLst>
                                    <p:set>
                                      <p:cBhvr>
                                        <p:cTn id="76" fill="hold"/>
                                        <p:tgtEl>
                                          <p:spTgt spid="1142"/>
                                        </p:tgtEl>
                                        <p:attrNameLst>
                                          <p:attrName>style.visibility</p:attrName>
                                        </p:attrNameLst>
                                      </p:cBhvr>
                                      <p:to>
                                        <p:strVal val="visible"/>
                                      </p:to>
                                    </p:set>
                                    <p:anim calcmode="lin" valueType="num">
                                      <p:cBhvr>
                                        <p:cTn id="77" dur="1000" fill="hold"/>
                                        <p:tgtEl>
                                          <p:spTgt spid="1142"/>
                                        </p:tgtEl>
                                        <p:attrNameLst>
                                          <p:attrName>ppt_x</p:attrName>
                                        </p:attrNameLst>
                                      </p:cBhvr>
                                      <p:tavLst>
                                        <p:tav tm="0">
                                          <p:val>
                                            <p:strVal val="#ppt_x"/>
                                          </p:val>
                                        </p:tav>
                                        <p:tav tm="100000">
                                          <p:val>
                                            <p:strVal val="#ppt_x"/>
                                          </p:val>
                                        </p:tav>
                                      </p:tavLst>
                                    </p:anim>
                                    <p:anim calcmode="lin" valueType="num">
                                      <p:cBhvr>
                                        <p:cTn id="78" dur="1000" fill="hold"/>
                                        <p:tgtEl>
                                          <p:spTgt spid="1142"/>
                                        </p:tgtEl>
                                        <p:attrNameLst>
                                          <p:attrName>ppt_y</p:attrName>
                                        </p:attrNameLst>
                                      </p:cBhvr>
                                      <p:tavLst>
                                        <p:tav tm="0">
                                          <p:val>
                                            <p:strVal val="1+#ppt_h/2"/>
                                          </p:val>
                                        </p:tav>
                                        <p:tav tm="100000">
                                          <p:val>
                                            <p:strVal val="#ppt_y"/>
                                          </p:val>
                                        </p:tav>
                                      </p:tavLst>
                                    </p:anim>
                                  </p:childTnLst>
                                </p:cTn>
                              </p:par>
                            </p:childTnLst>
                          </p:cTn>
                        </p:par>
                        <p:par>
                          <p:cTn id="79" fill="hold">
                            <p:stCondLst>
                              <p:cond delay="9520"/>
                            </p:stCondLst>
                            <p:childTnLst>
                              <p:par>
                                <p:cTn id="80" presetClass="entr" nodeType="afterEffect" presetSubtype="4" presetID="2" grpId="19" fill="hold">
                                  <p:stCondLst>
                                    <p:cond delay="0"/>
                                  </p:stCondLst>
                                  <p:iterate type="el" backwards="0">
                                    <p:tmAbs val="0"/>
                                  </p:iterate>
                                  <p:childTnLst>
                                    <p:set>
                                      <p:cBhvr>
                                        <p:cTn id="81" fill="hold"/>
                                        <p:tgtEl>
                                          <p:spTgt spid="1143"/>
                                        </p:tgtEl>
                                        <p:attrNameLst>
                                          <p:attrName>style.visibility</p:attrName>
                                        </p:attrNameLst>
                                      </p:cBhvr>
                                      <p:to>
                                        <p:strVal val="visible"/>
                                      </p:to>
                                    </p:set>
                                    <p:anim calcmode="lin" valueType="num">
                                      <p:cBhvr>
                                        <p:cTn id="82" dur="1000" fill="hold"/>
                                        <p:tgtEl>
                                          <p:spTgt spid="1143"/>
                                        </p:tgtEl>
                                        <p:attrNameLst>
                                          <p:attrName>ppt_x</p:attrName>
                                        </p:attrNameLst>
                                      </p:cBhvr>
                                      <p:tavLst>
                                        <p:tav tm="0">
                                          <p:val>
                                            <p:strVal val="#ppt_x"/>
                                          </p:val>
                                        </p:tav>
                                        <p:tav tm="100000">
                                          <p:val>
                                            <p:strVal val="#ppt_x"/>
                                          </p:val>
                                        </p:tav>
                                      </p:tavLst>
                                    </p:anim>
                                    <p:anim calcmode="lin" valueType="num">
                                      <p:cBhvr>
                                        <p:cTn id="83" dur="1000" fill="hold"/>
                                        <p:tgtEl>
                                          <p:spTgt spid="1143"/>
                                        </p:tgtEl>
                                        <p:attrNameLst>
                                          <p:attrName>ppt_y</p:attrName>
                                        </p:attrNameLst>
                                      </p:cBhvr>
                                      <p:tavLst>
                                        <p:tav tm="0">
                                          <p:val>
                                            <p:strVal val="1+#ppt_h/2"/>
                                          </p:val>
                                        </p:tav>
                                        <p:tav tm="100000">
                                          <p:val>
                                            <p:strVal val="#ppt_y"/>
                                          </p:val>
                                        </p:tav>
                                      </p:tavLst>
                                    </p:anim>
                                  </p:childTnLst>
                                </p:cTn>
                              </p:par>
                            </p:childTnLst>
                          </p:cTn>
                        </p:par>
                        <p:par>
                          <p:cTn id="84" fill="hold">
                            <p:stCondLst>
                              <p:cond delay="10520"/>
                            </p:stCondLst>
                            <p:childTnLst>
                              <p:par>
                                <p:cTn id="85" presetClass="entr" nodeType="afterEffect" presetSubtype="4" presetID="2" grpId="20" fill="hold">
                                  <p:stCondLst>
                                    <p:cond delay="0"/>
                                  </p:stCondLst>
                                  <p:iterate type="el" backwards="0">
                                    <p:tmAbs val="0"/>
                                  </p:iterate>
                                  <p:childTnLst>
                                    <p:set>
                                      <p:cBhvr>
                                        <p:cTn id="86" fill="hold"/>
                                        <p:tgtEl>
                                          <p:spTgt spid="1144"/>
                                        </p:tgtEl>
                                        <p:attrNameLst>
                                          <p:attrName>style.visibility</p:attrName>
                                        </p:attrNameLst>
                                      </p:cBhvr>
                                      <p:to>
                                        <p:strVal val="visible"/>
                                      </p:to>
                                    </p:set>
                                    <p:anim calcmode="lin" valueType="num">
                                      <p:cBhvr>
                                        <p:cTn id="87" dur="1000" fill="hold"/>
                                        <p:tgtEl>
                                          <p:spTgt spid="1144"/>
                                        </p:tgtEl>
                                        <p:attrNameLst>
                                          <p:attrName>ppt_x</p:attrName>
                                        </p:attrNameLst>
                                      </p:cBhvr>
                                      <p:tavLst>
                                        <p:tav tm="0">
                                          <p:val>
                                            <p:strVal val="#ppt_x"/>
                                          </p:val>
                                        </p:tav>
                                        <p:tav tm="100000">
                                          <p:val>
                                            <p:strVal val="#ppt_x"/>
                                          </p:val>
                                        </p:tav>
                                      </p:tavLst>
                                    </p:anim>
                                    <p:anim calcmode="lin" valueType="num">
                                      <p:cBhvr>
                                        <p:cTn id="88" dur="1000" fill="hold"/>
                                        <p:tgtEl>
                                          <p:spTgt spid="1144"/>
                                        </p:tgtEl>
                                        <p:attrNameLst>
                                          <p:attrName>ppt_y</p:attrName>
                                        </p:attrNameLst>
                                      </p:cBhvr>
                                      <p:tavLst>
                                        <p:tav tm="0">
                                          <p:val>
                                            <p:strVal val="1+#ppt_h/2"/>
                                          </p:val>
                                        </p:tav>
                                        <p:tav tm="100000">
                                          <p:val>
                                            <p:strVal val="#ppt_y"/>
                                          </p:val>
                                        </p:tav>
                                      </p:tavLst>
                                    </p:anim>
                                  </p:childTnLst>
                                </p:cTn>
                              </p:par>
                            </p:childTnLst>
                          </p:cTn>
                        </p:par>
                        <p:par>
                          <p:cTn id="89" fill="hold">
                            <p:stCondLst>
                              <p:cond delay="11520"/>
                            </p:stCondLst>
                            <p:childTnLst>
                              <p:par>
                                <p:cTn id="90" presetClass="entr" nodeType="afterEffect" presetSubtype="4" presetID="2" grpId="21" fill="hold">
                                  <p:stCondLst>
                                    <p:cond delay="0"/>
                                  </p:stCondLst>
                                  <p:iterate type="el" backwards="0">
                                    <p:tmAbs val="0"/>
                                  </p:iterate>
                                  <p:childTnLst>
                                    <p:set>
                                      <p:cBhvr>
                                        <p:cTn id="91" fill="hold"/>
                                        <p:tgtEl>
                                          <p:spTgt spid="1145"/>
                                        </p:tgtEl>
                                        <p:attrNameLst>
                                          <p:attrName>style.visibility</p:attrName>
                                        </p:attrNameLst>
                                      </p:cBhvr>
                                      <p:to>
                                        <p:strVal val="visible"/>
                                      </p:to>
                                    </p:set>
                                    <p:anim calcmode="lin" valueType="num">
                                      <p:cBhvr>
                                        <p:cTn id="92" dur="1000" fill="hold"/>
                                        <p:tgtEl>
                                          <p:spTgt spid="1145"/>
                                        </p:tgtEl>
                                        <p:attrNameLst>
                                          <p:attrName>ppt_x</p:attrName>
                                        </p:attrNameLst>
                                      </p:cBhvr>
                                      <p:tavLst>
                                        <p:tav tm="0">
                                          <p:val>
                                            <p:strVal val="#ppt_x"/>
                                          </p:val>
                                        </p:tav>
                                        <p:tav tm="100000">
                                          <p:val>
                                            <p:strVal val="#ppt_x"/>
                                          </p:val>
                                        </p:tav>
                                      </p:tavLst>
                                    </p:anim>
                                    <p:anim calcmode="lin" valueType="num">
                                      <p:cBhvr>
                                        <p:cTn id="93" dur="1000" fill="hold"/>
                                        <p:tgtEl>
                                          <p:spTgt spid="1145"/>
                                        </p:tgtEl>
                                        <p:attrNameLst>
                                          <p:attrName>ppt_y</p:attrName>
                                        </p:attrNameLst>
                                      </p:cBhvr>
                                      <p:tavLst>
                                        <p:tav tm="0">
                                          <p:val>
                                            <p:strVal val="1+#ppt_h/2"/>
                                          </p:val>
                                        </p:tav>
                                        <p:tav tm="100000">
                                          <p:val>
                                            <p:strVal val="#ppt_y"/>
                                          </p:val>
                                        </p:tav>
                                      </p:tavLst>
                                    </p:anim>
                                  </p:childTnLst>
                                </p:cTn>
                              </p:par>
                            </p:childTnLst>
                          </p:cTn>
                        </p:par>
                        <p:par>
                          <p:cTn id="94" fill="hold">
                            <p:stCondLst>
                              <p:cond delay="12520"/>
                            </p:stCondLst>
                            <p:childTnLst>
                              <p:par>
                                <p:cTn id="95" presetClass="entr" nodeType="afterEffect" presetSubtype="4" presetID="2" grpId="22" fill="hold">
                                  <p:stCondLst>
                                    <p:cond delay="0"/>
                                  </p:stCondLst>
                                  <p:iterate type="el" backwards="0">
                                    <p:tmAbs val="0"/>
                                  </p:iterate>
                                  <p:childTnLst>
                                    <p:set>
                                      <p:cBhvr>
                                        <p:cTn id="96" fill="hold"/>
                                        <p:tgtEl>
                                          <p:spTgt spid="1146"/>
                                        </p:tgtEl>
                                        <p:attrNameLst>
                                          <p:attrName>style.visibility</p:attrName>
                                        </p:attrNameLst>
                                      </p:cBhvr>
                                      <p:to>
                                        <p:strVal val="visible"/>
                                      </p:to>
                                    </p:set>
                                    <p:anim calcmode="lin" valueType="num">
                                      <p:cBhvr>
                                        <p:cTn id="97" dur="1000" fill="hold"/>
                                        <p:tgtEl>
                                          <p:spTgt spid="1146"/>
                                        </p:tgtEl>
                                        <p:attrNameLst>
                                          <p:attrName>ppt_x</p:attrName>
                                        </p:attrNameLst>
                                      </p:cBhvr>
                                      <p:tavLst>
                                        <p:tav tm="0">
                                          <p:val>
                                            <p:strVal val="#ppt_x"/>
                                          </p:val>
                                        </p:tav>
                                        <p:tav tm="100000">
                                          <p:val>
                                            <p:strVal val="#ppt_x"/>
                                          </p:val>
                                        </p:tav>
                                      </p:tavLst>
                                    </p:anim>
                                    <p:anim calcmode="lin" valueType="num">
                                      <p:cBhvr>
                                        <p:cTn id="98" dur="1000" fill="hold"/>
                                        <p:tgtEl>
                                          <p:spTgt spid="1146"/>
                                        </p:tgtEl>
                                        <p:attrNameLst>
                                          <p:attrName>ppt_y</p:attrName>
                                        </p:attrNameLst>
                                      </p:cBhvr>
                                      <p:tavLst>
                                        <p:tav tm="0">
                                          <p:val>
                                            <p:strVal val="1+#ppt_h/2"/>
                                          </p:val>
                                        </p:tav>
                                        <p:tav tm="100000">
                                          <p:val>
                                            <p:strVal val="#ppt_y"/>
                                          </p:val>
                                        </p:tav>
                                      </p:tavLst>
                                    </p:anim>
                                  </p:childTnLst>
                                </p:cTn>
                              </p:par>
                            </p:childTnLst>
                          </p:cTn>
                        </p:par>
                        <p:par>
                          <p:cTn id="99" fill="hold">
                            <p:stCondLst>
                              <p:cond delay="13520"/>
                            </p:stCondLst>
                            <p:childTnLst>
                              <p:par>
                                <p:cTn id="100" presetClass="entr" nodeType="afterEffect" presetSubtype="4" presetID="2" grpId="23" fill="hold">
                                  <p:stCondLst>
                                    <p:cond delay="0"/>
                                  </p:stCondLst>
                                  <p:iterate type="el" backwards="0">
                                    <p:tmAbs val="0"/>
                                  </p:iterate>
                                  <p:childTnLst>
                                    <p:set>
                                      <p:cBhvr>
                                        <p:cTn id="101" fill="hold"/>
                                        <p:tgtEl>
                                          <p:spTgt spid="1129"/>
                                        </p:tgtEl>
                                        <p:attrNameLst>
                                          <p:attrName>style.visibility</p:attrName>
                                        </p:attrNameLst>
                                      </p:cBhvr>
                                      <p:to>
                                        <p:strVal val="visible"/>
                                      </p:to>
                                    </p:set>
                                    <p:anim calcmode="lin" valueType="num">
                                      <p:cBhvr>
                                        <p:cTn id="102" dur="1000" fill="hold"/>
                                        <p:tgtEl>
                                          <p:spTgt spid="1129"/>
                                        </p:tgtEl>
                                        <p:attrNameLst>
                                          <p:attrName>ppt_x</p:attrName>
                                        </p:attrNameLst>
                                      </p:cBhvr>
                                      <p:tavLst>
                                        <p:tav tm="0">
                                          <p:val>
                                            <p:strVal val="#ppt_x"/>
                                          </p:val>
                                        </p:tav>
                                        <p:tav tm="100000">
                                          <p:val>
                                            <p:strVal val="#ppt_x"/>
                                          </p:val>
                                        </p:tav>
                                      </p:tavLst>
                                    </p:anim>
                                    <p:anim calcmode="lin" valueType="num">
                                      <p:cBhvr>
                                        <p:cTn id="103" dur="1000" fill="hold"/>
                                        <p:tgtEl>
                                          <p:spTgt spid="1129"/>
                                        </p:tgtEl>
                                        <p:attrNameLst>
                                          <p:attrName>ppt_y</p:attrName>
                                        </p:attrNameLst>
                                      </p:cBhvr>
                                      <p:tavLst>
                                        <p:tav tm="0">
                                          <p:val>
                                            <p:strVal val="1+#ppt_h/2"/>
                                          </p:val>
                                        </p:tav>
                                        <p:tav tm="100000">
                                          <p:val>
                                            <p:strVal val="#ppt_y"/>
                                          </p:val>
                                        </p:tav>
                                      </p:tavLst>
                                    </p:anim>
                                  </p:childTnLst>
                                </p:cTn>
                              </p:par>
                            </p:childTnLst>
                          </p:cTn>
                        </p:par>
                        <p:par>
                          <p:cTn id="104" fill="hold">
                            <p:stCondLst>
                              <p:cond delay="14520"/>
                            </p:stCondLst>
                            <p:childTnLst>
                              <p:par>
                                <p:cTn id="105" presetClass="entr" nodeType="afterEffect" presetSubtype="8" presetID="2" grpId="24" fill="hold">
                                  <p:stCondLst>
                                    <p:cond delay="0"/>
                                  </p:stCondLst>
                                  <p:iterate type="el" backwards="0">
                                    <p:tmAbs val="0"/>
                                  </p:iterate>
                                  <p:childTnLst>
                                    <p:set>
                                      <p:cBhvr>
                                        <p:cTn id="106" fill="hold"/>
                                        <p:tgtEl>
                                          <p:spTgt spid="1119"/>
                                        </p:tgtEl>
                                        <p:attrNameLst>
                                          <p:attrName>style.visibility</p:attrName>
                                        </p:attrNameLst>
                                      </p:cBhvr>
                                      <p:to>
                                        <p:strVal val="visible"/>
                                      </p:to>
                                    </p:set>
                                    <p:anim calcmode="lin" valueType="num">
                                      <p:cBhvr>
                                        <p:cTn id="107" dur="500" fill="hold"/>
                                        <p:tgtEl>
                                          <p:spTgt spid="1119"/>
                                        </p:tgtEl>
                                        <p:attrNameLst>
                                          <p:attrName>ppt_x</p:attrName>
                                        </p:attrNameLst>
                                      </p:cBhvr>
                                      <p:tavLst>
                                        <p:tav tm="0">
                                          <p:val>
                                            <p:strVal val="0-#ppt_w/2"/>
                                          </p:val>
                                        </p:tav>
                                        <p:tav tm="100000">
                                          <p:val>
                                            <p:strVal val="#ppt_x"/>
                                          </p:val>
                                        </p:tav>
                                      </p:tavLst>
                                    </p:anim>
                                    <p:anim calcmode="lin" valueType="num">
                                      <p:cBhvr>
                                        <p:cTn id="108" dur="500" fill="hold"/>
                                        <p:tgtEl>
                                          <p:spTgt spid="1119"/>
                                        </p:tgtEl>
                                        <p:attrNameLst>
                                          <p:attrName>ppt_y</p:attrName>
                                        </p:attrNameLst>
                                      </p:cBhvr>
                                      <p:tavLst>
                                        <p:tav tm="0">
                                          <p:val>
                                            <p:strVal val="#ppt_y"/>
                                          </p:val>
                                        </p:tav>
                                        <p:tav tm="100000">
                                          <p:val>
                                            <p:strVal val="#ppt_y"/>
                                          </p:val>
                                        </p:tav>
                                      </p:tavLst>
                                    </p:anim>
                                  </p:childTnLst>
                                </p:cTn>
                              </p:par>
                            </p:childTnLst>
                          </p:cTn>
                        </p:par>
                        <p:par>
                          <p:cTn id="109" fill="hold">
                            <p:stCondLst>
                              <p:cond delay="15020"/>
                            </p:stCondLst>
                            <p:childTnLst>
                              <p:par>
                                <p:cTn id="110" presetClass="entr" nodeType="afterEffect" presetSubtype="8" presetID="2" grpId="25" fill="hold">
                                  <p:stCondLst>
                                    <p:cond delay="0"/>
                                  </p:stCondLst>
                                  <p:iterate type="el" backwards="0">
                                    <p:tmAbs val="0"/>
                                  </p:iterate>
                                  <p:childTnLst>
                                    <p:set>
                                      <p:cBhvr>
                                        <p:cTn id="111" fill="hold"/>
                                        <p:tgtEl>
                                          <p:spTgt spid="1120"/>
                                        </p:tgtEl>
                                        <p:attrNameLst>
                                          <p:attrName>style.visibility</p:attrName>
                                        </p:attrNameLst>
                                      </p:cBhvr>
                                      <p:to>
                                        <p:strVal val="visible"/>
                                      </p:to>
                                    </p:set>
                                    <p:anim calcmode="lin" valueType="num">
                                      <p:cBhvr>
                                        <p:cTn id="112" dur="500" fill="hold"/>
                                        <p:tgtEl>
                                          <p:spTgt spid="1120"/>
                                        </p:tgtEl>
                                        <p:attrNameLst>
                                          <p:attrName>ppt_x</p:attrName>
                                        </p:attrNameLst>
                                      </p:cBhvr>
                                      <p:tavLst>
                                        <p:tav tm="0">
                                          <p:val>
                                            <p:strVal val="0-#ppt_w/2"/>
                                          </p:val>
                                        </p:tav>
                                        <p:tav tm="100000">
                                          <p:val>
                                            <p:strVal val="#ppt_x"/>
                                          </p:val>
                                        </p:tav>
                                      </p:tavLst>
                                    </p:anim>
                                    <p:anim calcmode="lin" valueType="num">
                                      <p:cBhvr>
                                        <p:cTn id="113" dur="500" fill="hold"/>
                                        <p:tgtEl>
                                          <p:spTgt spid="1120"/>
                                        </p:tgtEl>
                                        <p:attrNameLst>
                                          <p:attrName>ppt_y</p:attrName>
                                        </p:attrNameLst>
                                      </p:cBhvr>
                                      <p:tavLst>
                                        <p:tav tm="0">
                                          <p:val>
                                            <p:strVal val="#ppt_y"/>
                                          </p:val>
                                        </p:tav>
                                        <p:tav tm="100000">
                                          <p:val>
                                            <p:strVal val="#ppt_y"/>
                                          </p:val>
                                        </p:tav>
                                      </p:tavLst>
                                    </p:anim>
                                  </p:childTnLst>
                                </p:cTn>
                              </p:par>
                            </p:childTnLst>
                          </p:cTn>
                        </p:par>
                        <p:par>
                          <p:cTn id="114" fill="hold">
                            <p:stCondLst>
                              <p:cond delay="15520"/>
                            </p:stCondLst>
                            <p:childTnLst>
                              <p:par>
                                <p:cTn id="115" presetClass="entr" nodeType="afterEffect" presetSubtype="8" presetID="2" grpId="26" fill="hold">
                                  <p:stCondLst>
                                    <p:cond delay="0"/>
                                  </p:stCondLst>
                                  <p:iterate type="el" backwards="0">
                                    <p:tmAbs val="0"/>
                                  </p:iterate>
                                  <p:childTnLst>
                                    <p:set>
                                      <p:cBhvr>
                                        <p:cTn id="116" fill="hold"/>
                                        <p:tgtEl>
                                          <p:spTgt spid="1121"/>
                                        </p:tgtEl>
                                        <p:attrNameLst>
                                          <p:attrName>style.visibility</p:attrName>
                                        </p:attrNameLst>
                                      </p:cBhvr>
                                      <p:to>
                                        <p:strVal val="visible"/>
                                      </p:to>
                                    </p:set>
                                    <p:anim calcmode="lin" valueType="num">
                                      <p:cBhvr>
                                        <p:cTn id="117" dur="500" fill="hold"/>
                                        <p:tgtEl>
                                          <p:spTgt spid="1121"/>
                                        </p:tgtEl>
                                        <p:attrNameLst>
                                          <p:attrName>ppt_x</p:attrName>
                                        </p:attrNameLst>
                                      </p:cBhvr>
                                      <p:tavLst>
                                        <p:tav tm="0">
                                          <p:val>
                                            <p:strVal val="0-#ppt_w/2"/>
                                          </p:val>
                                        </p:tav>
                                        <p:tav tm="100000">
                                          <p:val>
                                            <p:strVal val="#ppt_x"/>
                                          </p:val>
                                        </p:tav>
                                      </p:tavLst>
                                    </p:anim>
                                    <p:anim calcmode="lin" valueType="num">
                                      <p:cBhvr>
                                        <p:cTn id="118" dur="500" fill="hold"/>
                                        <p:tgtEl>
                                          <p:spTgt spid="1121"/>
                                        </p:tgtEl>
                                        <p:attrNameLst>
                                          <p:attrName>ppt_y</p:attrName>
                                        </p:attrNameLst>
                                      </p:cBhvr>
                                      <p:tavLst>
                                        <p:tav tm="0">
                                          <p:val>
                                            <p:strVal val="#ppt_y"/>
                                          </p:val>
                                        </p:tav>
                                        <p:tav tm="100000">
                                          <p:val>
                                            <p:strVal val="#ppt_y"/>
                                          </p:val>
                                        </p:tav>
                                      </p:tavLst>
                                    </p:anim>
                                  </p:childTnLst>
                                </p:cTn>
                              </p:par>
                            </p:childTnLst>
                          </p:cTn>
                        </p:par>
                        <p:par>
                          <p:cTn id="119" fill="hold">
                            <p:stCondLst>
                              <p:cond delay="16020"/>
                            </p:stCondLst>
                            <p:childTnLst>
                              <p:par>
                                <p:cTn id="120" presetClass="entr" nodeType="afterEffect" presetSubtype="8" presetID="2" grpId="27" fill="hold">
                                  <p:stCondLst>
                                    <p:cond delay="0"/>
                                  </p:stCondLst>
                                  <p:iterate type="el" backwards="0">
                                    <p:tmAbs val="0"/>
                                  </p:iterate>
                                  <p:childTnLst>
                                    <p:set>
                                      <p:cBhvr>
                                        <p:cTn id="121" fill="hold"/>
                                        <p:tgtEl>
                                          <p:spTgt spid="1122"/>
                                        </p:tgtEl>
                                        <p:attrNameLst>
                                          <p:attrName>style.visibility</p:attrName>
                                        </p:attrNameLst>
                                      </p:cBhvr>
                                      <p:to>
                                        <p:strVal val="visible"/>
                                      </p:to>
                                    </p:set>
                                    <p:anim calcmode="lin" valueType="num">
                                      <p:cBhvr>
                                        <p:cTn id="122" dur="500" fill="hold"/>
                                        <p:tgtEl>
                                          <p:spTgt spid="1122"/>
                                        </p:tgtEl>
                                        <p:attrNameLst>
                                          <p:attrName>ppt_x</p:attrName>
                                        </p:attrNameLst>
                                      </p:cBhvr>
                                      <p:tavLst>
                                        <p:tav tm="0">
                                          <p:val>
                                            <p:strVal val="0-#ppt_w/2"/>
                                          </p:val>
                                        </p:tav>
                                        <p:tav tm="100000">
                                          <p:val>
                                            <p:strVal val="#ppt_x"/>
                                          </p:val>
                                        </p:tav>
                                      </p:tavLst>
                                    </p:anim>
                                    <p:anim calcmode="lin" valueType="num">
                                      <p:cBhvr>
                                        <p:cTn id="123" dur="500" fill="hold"/>
                                        <p:tgtEl>
                                          <p:spTgt spid="1122"/>
                                        </p:tgtEl>
                                        <p:attrNameLst>
                                          <p:attrName>ppt_y</p:attrName>
                                        </p:attrNameLst>
                                      </p:cBhvr>
                                      <p:tavLst>
                                        <p:tav tm="0">
                                          <p:val>
                                            <p:strVal val="#ppt_y"/>
                                          </p:val>
                                        </p:tav>
                                        <p:tav tm="100000">
                                          <p:val>
                                            <p:strVal val="#ppt_y"/>
                                          </p:val>
                                        </p:tav>
                                      </p:tavLst>
                                    </p:anim>
                                  </p:childTnLst>
                                </p:cTn>
                              </p:par>
                            </p:childTnLst>
                          </p:cTn>
                        </p:par>
                        <p:par>
                          <p:cTn id="124" fill="hold">
                            <p:stCondLst>
                              <p:cond delay="16520"/>
                            </p:stCondLst>
                            <p:childTnLst>
                              <p:par>
                                <p:cTn id="125" presetClass="entr" nodeType="afterEffect" presetSubtype="8" presetID="2" grpId="28" fill="hold">
                                  <p:stCondLst>
                                    <p:cond delay="0"/>
                                  </p:stCondLst>
                                  <p:iterate type="el" backwards="0">
                                    <p:tmAbs val="0"/>
                                  </p:iterate>
                                  <p:childTnLst>
                                    <p:set>
                                      <p:cBhvr>
                                        <p:cTn id="126" fill="hold"/>
                                        <p:tgtEl>
                                          <p:spTgt spid="1123"/>
                                        </p:tgtEl>
                                        <p:attrNameLst>
                                          <p:attrName>style.visibility</p:attrName>
                                        </p:attrNameLst>
                                      </p:cBhvr>
                                      <p:to>
                                        <p:strVal val="visible"/>
                                      </p:to>
                                    </p:set>
                                    <p:anim calcmode="lin" valueType="num">
                                      <p:cBhvr>
                                        <p:cTn id="127" dur="500" fill="hold"/>
                                        <p:tgtEl>
                                          <p:spTgt spid="1123"/>
                                        </p:tgtEl>
                                        <p:attrNameLst>
                                          <p:attrName>ppt_x</p:attrName>
                                        </p:attrNameLst>
                                      </p:cBhvr>
                                      <p:tavLst>
                                        <p:tav tm="0">
                                          <p:val>
                                            <p:strVal val="0-#ppt_w/2"/>
                                          </p:val>
                                        </p:tav>
                                        <p:tav tm="100000">
                                          <p:val>
                                            <p:strVal val="#ppt_x"/>
                                          </p:val>
                                        </p:tav>
                                      </p:tavLst>
                                    </p:anim>
                                    <p:anim calcmode="lin" valueType="num">
                                      <p:cBhvr>
                                        <p:cTn id="128" dur="500" fill="hold"/>
                                        <p:tgtEl>
                                          <p:spTgt spid="1123"/>
                                        </p:tgtEl>
                                        <p:attrNameLst>
                                          <p:attrName>ppt_y</p:attrName>
                                        </p:attrNameLst>
                                      </p:cBhvr>
                                      <p:tavLst>
                                        <p:tav tm="0">
                                          <p:val>
                                            <p:strVal val="#ppt_y"/>
                                          </p:val>
                                        </p:tav>
                                        <p:tav tm="100000">
                                          <p:val>
                                            <p:strVal val="#ppt_y"/>
                                          </p:val>
                                        </p:tav>
                                      </p:tavLst>
                                    </p:anim>
                                  </p:childTnLst>
                                </p:cTn>
                              </p:par>
                            </p:childTnLst>
                          </p:cTn>
                        </p:par>
                        <p:par>
                          <p:cTn id="129" fill="hold">
                            <p:stCondLst>
                              <p:cond delay="17020"/>
                            </p:stCondLst>
                            <p:childTnLst>
                              <p:par>
                                <p:cTn id="130" presetClass="entr" nodeType="afterEffect" presetSubtype="8" presetID="2" grpId="29" fill="hold">
                                  <p:stCondLst>
                                    <p:cond delay="0"/>
                                  </p:stCondLst>
                                  <p:iterate type="el" backwards="0">
                                    <p:tmAbs val="0"/>
                                  </p:iterate>
                                  <p:childTnLst>
                                    <p:set>
                                      <p:cBhvr>
                                        <p:cTn id="131" fill="hold"/>
                                        <p:tgtEl>
                                          <p:spTgt spid="1124"/>
                                        </p:tgtEl>
                                        <p:attrNameLst>
                                          <p:attrName>style.visibility</p:attrName>
                                        </p:attrNameLst>
                                      </p:cBhvr>
                                      <p:to>
                                        <p:strVal val="visible"/>
                                      </p:to>
                                    </p:set>
                                    <p:anim calcmode="lin" valueType="num">
                                      <p:cBhvr>
                                        <p:cTn id="132" dur="500" fill="hold"/>
                                        <p:tgtEl>
                                          <p:spTgt spid="1124"/>
                                        </p:tgtEl>
                                        <p:attrNameLst>
                                          <p:attrName>ppt_x</p:attrName>
                                        </p:attrNameLst>
                                      </p:cBhvr>
                                      <p:tavLst>
                                        <p:tav tm="0">
                                          <p:val>
                                            <p:strVal val="0-#ppt_w/2"/>
                                          </p:val>
                                        </p:tav>
                                        <p:tav tm="100000">
                                          <p:val>
                                            <p:strVal val="#ppt_x"/>
                                          </p:val>
                                        </p:tav>
                                      </p:tavLst>
                                    </p:anim>
                                    <p:anim calcmode="lin" valueType="num">
                                      <p:cBhvr>
                                        <p:cTn id="133" dur="500" fill="hold"/>
                                        <p:tgtEl>
                                          <p:spTgt spid="1124"/>
                                        </p:tgtEl>
                                        <p:attrNameLst>
                                          <p:attrName>ppt_y</p:attrName>
                                        </p:attrNameLst>
                                      </p:cBhvr>
                                      <p:tavLst>
                                        <p:tav tm="0">
                                          <p:val>
                                            <p:strVal val="#ppt_y"/>
                                          </p:val>
                                        </p:tav>
                                        <p:tav tm="100000">
                                          <p:val>
                                            <p:strVal val="#ppt_y"/>
                                          </p:val>
                                        </p:tav>
                                      </p:tavLst>
                                    </p:anim>
                                  </p:childTnLst>
                                </p:cTn>
                              </p:par>
                            </p:childTnLst>
                          </p:cTn>
                        </p:par>
                        <p:par>
                          <p:cTn id="134" fill="hold">
                            <p:stCondLst>
                              <p:cond delay="17520"/>
                            </p:stCondLst>
                            <p:childTnLst>
                              <p:par>
                                <p:cTn id="135" presetClass="entr" nodeType="afterEffect" presetSubtype="4" presetID="2" grpId="30" fill="hold">
                                  <p:stCondLst>
                                    <p:cond delay="0"/>
                                  </p:stCondLst>
                                  <p:iterate type="el" backwards="0">
                                    <p:tmAbs val="0"/>
                                  </p:iterate>
                                  <p:childTnLst>
                                    <p:set>
                                      <p:cBhvr>
                                        <p:cTn id="136" fill="hold"/>
                                        <p:tgtEl>
                                          <p:spTgt spid="1141"/>
                                        </p:tgtEl>
                                        <p:attrNameLst>
                                          <p:attrName>style.visibility</p:attrName>
                                        </p:attrNameLst>
                                      </p:cBhvr>
                                      <p:to>
                                        <p:strVal val="visible"/>
                                      </p:to>
                                    </p:set>
                                    <p:anim calcmode="lin" valueType="num">
                                      <p:cBhvr>
                                        <p:cTn id="137" dur="1000" fill="hold"/>
                                        <p:tgtEl>
                                          <p:spTgt spid="1141"/>
                                        </p:tgtEl>
                                        <p:attrNameLst>
                                          <p:attrName>ppt_x</p:attrName>
                                        </p:attrNameLst>
                                      </p:cBhvr>
                                      <p:tavLst>
                                        <p:tav tm="0">
                                          <p:val>
                                            <p:strVal val="#ppt_x"/>
                                          </p:val>
                                        </p:tav>
                                        <p:tav tm="100000">
                                          <p:val>
                                            <p:strVal val="#ppt_x"/>
                                          </p:val>
                                        </p:tav>
                                      </p:tavLst>
                                    </p:anim>
                                    <p:anim calcmode="lin" valueType="num">
                                      <p:cBhvr>
                                        <p:cTn id="138" dur="1000" fill="hold"/>
                                        <p:tgtEl>
                                          <p:spTgt spid="1141"/>
                                        </p:tgtEl>
                                        <p:attrNameLst>
                                          <p:attrName>ppt_y</p:attrName>
                                        </p:attrNameLst>
                                      </p:cBhvr>
                                      <p:tavLst>
                                        <p:tav tm="0">
                                          <p:val>
                                            <p:strVal val="1+#ppt_h/2"/>
                                          </p:val>
                                        </p:tav>
                                        <p:tav tm="100000">
                                          <p:val>
                                            <p:strVal val="#ppt_y"/>
                                          </p:val>
                                        </p:tav>
                                      </p:tavLst>
                                    </p:anim>
                                  </p:childTnLst>
                                </p:cTn>
                              </p:par>
                            </p:childTnLst>
                          </p:cTn>
                        </p:par>
                        <p:par>
                          <p:cTn id="139" fill="hold">
                            <p:stCondLst>
                              <p:cond delay="18520"/>
                            </p:stCondLst>
                            <p:childTnLst>
                              <p:par>
                                <p:cTn id="140" presetClass="entr" nodeType="afterEffect" presetSubtype="4" presetID="2" grpId="31" fill="hold">
                                  <p:stCondLst>
                                    <p:cond delay="0"/>
                                  </p:stCondLst>
                                  <p:iterate type="el" backwards="0">
                                    <p:tmAbs val="0"/>
                                  </p:iterate>
                                  <p:childTnLst>
                                    <p:set>
                                      <p:cBhvr>
                                        <p:cTn id="141" fill="hold"/>
                                        <p:tgtEl>
                                          <p:spTgt spid="1140"/>
                                        </p:tgtEl>
                                        <p:attrNameLst>
                                          <p:attrName>style.visibility</p:attrName>
                                        </p:attrNameLst>
                                      </p:cBhvr>
                                      <p:to>
                                        <p:strVal val="visible"/>
                                      </p:to>
                                    </p:set>
                                    <p:anim calcmode="lin" valueType="num">
                                      <p:cBhvr>
                                        <p:cTn id="142" dur="1000" fill="hold"/>
                                        <p:tgtEl>
                                          <p:spTgt spid="1140"/>
                                        </p:tgtEl>
                                        <p:attrNameLst>
                                          <p:attrName>ppt_x</p:attrName>
                                        </p:attrNameLst>
                                      </p:cBhvr>
                                      <p:tavLst>
                                        <p:tav tm="0">
                                          <p:val>
                                            <p:strVal val="#ppt_x"/>
                                          </p:val>
                                        </p:tav>
                                        <p:tav tm="100000">
                                          <p:val>
                                            <p:strVal val="#ppt_x"/>
                                          </p:val>
                                        </p:tav>
                                      </p:tavLst>
                                    </p:anim>
                                    <p:anim calcmode="lin" valueType="num">
                                      <p:cBhvr>
                                        <p:cTn id="143" dur="1000" fill="hold"/>
                                        <p:tgtEl>
                                          <p:spTgt spid="1140"/>
                                        </p:tgtEl>
                                        <p:attrNameLst>
                                          <p:attrName>ppt_y</p:attrName>
                                        </p:attrNameLst>
                                      </p:cBhvr>
                                      <p:tavLst>
                                        <p:tav tm="0">
                                          <p:val>
                                            <p:strVal val="1+#ppt_h/2"/>
                                          </p:val>
                                        </p:tav>
                                        <p:tav tm="100000">
                                          <p:val>
                                            <p:strVal val="#ppt_y"/>
                                          </p:val>
                                        </p:tav>
                                      </p:tavLst>
                                    </p:anim>
                                  </p:childTnLst>
                                </p:cTn>
                              </p:par>
                            </p:childTnLst>
                          </p:cTn>
                        </p:par>
                        <p:par>
                          <p:cTn id="144" fill="hold">
                            <p:stCondLst>
                              <p:cond delay="19520"/>
                            </p:stCondLst>
                            <p:childTnLst>
                              <p:par>
                                <p:cTn id="145" presetClass="entr" nodeType="afterEffect" presetSubtype="4" presetID="2" grpId="32" fill="hold">
                                  <p:stCondLst>
                                    <p:cond delay="0"/>
                                  </p:stCondLst>
                                  <p:iterate type="el" backwards="0">
                                    <p:tmAbs val="0"/>
                                  </p:iterate>
                                  <p:childTnLst>
                                    <p:set>
                                      <p:cBhvr>
                                        <p:cTn id="146" fill="hold"/>
                                        <p:tgtEl>
                                          <p:spTgt spid="1127"/>
                                        </p:tgtEl>
                                        <p:attrNameLst>
                                          <p:attrName>style.visibility</p:attrName>
                                        </p:attrNameLst>
                                      </p:cBhvr>
                                      <p:to>
                                        <p:strVal val="visible"/>
                                      </p:to>
                                    </p:set>
                                    <p:anim calcmode="lin" valueType="num">
                                      <p:cBhvr>
                                        <p:cTn id="147" dur="1000" fill="hold"/>
                                        <p:tgtEl>
                                          <p:spTgt spid="1127"/>
                                        </p:tgtEl>
                                        <p:attrNameLst>
                                          <p:attrName>ppt_x</p:attrName>
                                        </p:attrNameLst>
                                      </p:cBhvr>
                                      <p:tavLst>
                                        <p:tav tm="0">
                                          <p:val>
                                            <p:strVal val="#ppt_x"/>
                                          </p:val>
                                        </p:tav>
                                        <p:tav tm="100000">
                                          <p:val>
                                            <p:strVal val="#ppt_x"/>
                                          </p:val>
                                        </p:tav>
                                      </p:tavLst>
                                    </p:anim>
                                    <p:anim calcmode="lin" valueType="num">
                                      <p:cBhvr>
                                        <p:cTn id="148" dur="1000" fill="hold"/>
                                        <p:tgtEl>
                                          <p:spTgt spid="1127"/>
                                        </p:tgtEl>
                                        <p:attrNameLst>
                                          <p:attrName>ppt_y</p:attrName>
                                        </p:attrNameLst>
                                      </p:cBhvr>
                                      <p:tavLst>
                                        <p:tav tm="0">
                                          <p:val>
                                            <p:strVal val="1+#ppt_h/2"/>
                                          </p:val>
                                        </p:tav>
                                        <p:tav tm="100000">
                                          <p:val>
                                            <p:strVal val="#ppt_y"/>
                                          </p:val>
                                        </p:tav>
                                      </p:tavLst>
                                    </p:anim>
                                  </p:childTnLst>
                                </p:cTn>
                              </p:par>
                            </p:childTnLst>
                          </p:cTn>
                        </p:par>
                        <p:par>
                          <p:cTn id="149" fill="hold">
                            <p:stCondLst>
                              <p:cond delay="20520"/>
                            </p:stCondLst>
                            <p:childTnLst>
                              <p:par>
                                <p:cTn id="150" presetClass="entr" nodeType="afterEffect" presetSubtype="4" presetID="2" grpId="33" fill="hold">
                                  <p:stCondLst>
                                    <p:cond delay="0"/>
                                  </p:stCondLst>
                                  <p:iterate type="el" backwards="0">
                                    <p:tmAbs val="0"/>
                                  </p:iterate>
                                  <p:childTnLst>
                                    <p:set>
                                      <p:cBhvr>
                                        <p:cTn id="151" fill="hold"/>
                                        <p:tgtEl>
                                          <p:spTgt spid="1128"/>
                                        </p:tgtEl>
                                        <p:attrNameLst>
                                          <p:attrName>style.visibility</p:attrName>
                                        </p:attrNameLst>
                                      </p:cBhvr>
                                      <p:to>
                                        <p:strVal val="visible"/>
                                      </p:to>
                                    </p:set>
                                    <p:anim calcmode="lin" valueType="num">
                                      <p:cBhvr>
                                        <p:cTn id="152" dur="1000" fill="hold"/>
                                        <p:tgtEl>
                                          <p:spTgt spid="1128"/>
                                        </p:tgtEl>
                                        <p:attrNameLst>
                                          <p:attrName>ppt_x</p:attrName>
                                        </p:attrNameLst>
                                      </p:cBhvr>
                                      <p:tavLst>
                                        <p:tav tm="0">
                                          <p:val>
                                            <p:strVal val="#ppt_x"/>
                                          </p:val>
                                        </p:tav>
                                        <p:tav tm="100000">
                                          <p:val>
                                            <p:strVal val="#ppt_x"/>
                                          </p:val>
                                        </p:tav>
                                      </p:tavLst>
                                    </p:anim>
                                    <p:anim calcmode="lin" valueType="num">
                                      <p:cBhvr>
                                        <p:cTn id="153" dur="1000" fill="hold"/>
                                        <p:tgtEl>
                                          <p:spTgt spid="1128"/>
                                        </p:tgtEl>
                                        <p:attrNameLst>
                                          <p:attrName>ppt_y</p:attrName>
                                        </p:attrNameLst>
                                      </p:cBhvr>
                                      <p:tavLst>
                                        <p:tav tm="0">
                                          <p:val>
                                            <p:strVal val="1+#ppt_h/2"/>
                                          </p:val>
                                        </p:tav>
                                        <p:tav tm="100000">
                                          <p:val>
                                            <p:strVal val="#ppt_y"/>
                                          </p:val>
                                        </p:tav>
                                      </p:tavLst>
                                    </p:anim>
                                  </p:childTnLst>
                                </p:cTn>
                              </p:par>
                            </p:childTnLst>
                          </p:cTn>
                        </p:par>
                        <p:par>
                          <p:cTn id="154" fill="hold">
                            <p:stCondLst>
                              <p:cond delay="21520"/>
                            </p:stCondLst>
                            <p:childTnLst>
                              <p:par>
                                <p:cTn id="155" presetClass="entr" nodeType="afterEffect" presetID="10" grpId="34" fill="hold">
                                  <p:stCondLst>
                                    <p:cond delay="0"/>
                                  </p:stCondLst>
                                  <p:iterate type="el" backwards="0">
                                    <p:tmAbs val="0"/>
                                  </p:iterate>
                                  <p:childTnLst>
                                    <p:set>
                                      <p:cBhvr>
                                        <p:cTn id="156" fill="hold"/>
                                        <p:tgtEl>
                                          <p:spTgt spid="1103"/>
                                        </p:tgtEl>
                                        <p:attrNameLst>
                                          <p:attrName>style.visibility</p:attrName>
                                        </p:attrNameLst>
                                      </p:cBhvr>
                                      <p:to>
                                        <p:strVal val="visible"/>
                                      </p:to>
                                    </p:set>
                                    <p:animEffect filter="fade" transition="in">
                                      <p:cBhvr>
                                        <p:cTn id="157" dur="1000"/>
                                        <p:tgtEl>
                                          <p:spTgt spid="1103"/>
                                        </p:tgtEl>
                                      </p:cBhvr>
                                    </p:animEffect>
                                  </p:childTnLst>
                                </p:cTn>
                              </p:par>
                            </p:childTnLst>
                          </p:cTn>
                        </p:par>
                        <p:par>
                          <p:cTn id="158" fill="hold">
                            <p:stCondLst>
                              <p:cond delay="22520"/>
                            </p:stCondLst>
                            <p:childTnLst>
                              <p:par>
                                <p:cTn id="159" presetClass="entr" nodeType="afterEffect" presetID="10" grpId="35" fill="hold">
                                  <p:stCondLst>
                                    <p:cond delay="0"/>
                                  </p:stCondLst>
                                  <p:iterate type="el" backwards="0">
                                    <p:tmAbs val="0"/>
                                  </p:iterate>
                                  <p:childTnLst>
                                    <p:set>
                                      <p:cBhvr>
                                        <p:cTn id="160" fill="hold"/>
                                        <p:tgtEl>
                                          <p:spTgt spid="1101"/>
                                        </p:tgtEl>
                                        <p:attrNameLst>
                                          <p:attrName>style.visibility</p:attrName>
                                        </p:attrNameLst>
                                      </p:cBhvr>
                                      <p:to>
                                        <p:strVal val="visible"/>
                                      </p:to>
                                    </p:set>
                                    <p:animEffect filter="fade" transition="in">
                                      <p:cBhvr>
                                        <p:cTn id="161" dur="1000"/>
                                        <p:tgtEl>
                                          <p:spTgt spid="1101"/>
                                        </p:tgtEl>
                                      </p:cBhvr>
                                    </p:animEffect>
                                  </p:childTnLst>
                                </p:cTn>
                              </p:par>
                            </p:childTnLst>
                          </p:cTn>
                        </p:par>
                        <p:par>
                          <p:cTn id="162" fill="hold">
                            <p:stCondLst>
                              <p:cond delay="23520"/>
                            </p:stCondLst>
                            <p:childTnLst>
                              <p:par>
                                <p:cTn id="163" presetClass="entr" nodeType="afterEffect" presetID="10" grpId="36" fill="hold">
                                  <p:stCondLst>
                                    <p:cond delay="0"/>
                                  </p:stCondLst>
                                  <p:iterate type="el" backwards="0">
                                    <p:tmAbs val="0"/>
                                  </p:iterate>
                                  <p:childTnLst>
                                    <p:set>
                                      <p:cBhvr>
                                        <p:cTn id="164" fill="hold"/>
                                        <p:tgtEl>
                                          <p:spTgt spid="1102"/>
                                        </p:tgtEl>
                                        <p:attrNameLst>
                                          <p:attrName>style.visibility</p:attrName>
                                        </p:attrNameLst>
                                      </p:cBhvr>
                                      <p:to>
                                        <p:strVal val="visible"/>
                                      </p:to>
                                    </p:set>
                                    <p:animEffect filter="fade" transition="in">
                                      <p:cBhvr>
                                        <p:cTn id="165" dur="1000"/>
                                        <p:tgtEl>
                                          <p:spTgt spid="1102"/>
                                        </p:tgtEl>
                                      </p:cBhvr>
                                    </p:animEffect>
                                  </p:childTnLst>
                                </p:cTn>
                              </p:par>
                            </p:childTnLst>
                          </p:cTn>
                        </p:par>
                        <p:par>
                          <p:cTn id="166" fill="hold">
                            <p:stCondLst>
                              <p:cond delay="24520"/>
                            </p:stCondLst>
                            <p:childTnLst>
                              <p:par>
                                <p:cTn id="167" presetClass="entr" nodeType="afterEffect" presetID="10" grpId="37" fill="hold">
                                  <p:stCondLst>
                                    <p:cond delay="0"/>
                                  </p:stCondLst>
                                  <p:iterate type="el" backwards="0">
                                    <p:tmAbs val="0"/>
                                  </p:iterate>
                                  <p:childTnLst>
                                    <p:set>
                                      <p:cBhvr>
                                        <p:cTn id="168" fill="hold"/>
                                        <p:tgtEl>
                                          <p:spTgt spid="1104"/>
                                        </p:tgtEl>
                                        <p:attrNameLst>
                                          <p:attrName>style.visibility</p:attrName>
                                        </p:attrNameLst>
                                      </p:cBhvr>
                                      <p:to>
                                        <p:strVal val="visible"/>
                                      </p:to>
                                    </p:set>
                                    <p:animEffect filter="fade" transition="in">
                                      <p:cBhvr>
                                        <p:cTn id="169" dur="1000"/>
                                        <p:tgtEl>
                                          <p:spTgt spid="1104"/>
                                        </p:tgtEl>
                                      </p:cBhvr>
                                    </p:animEffect>
                                  </p:childTnLst>
                                </p:cTn>
                              </p:par>
                            </p:childTnLst>
                          </p:cTn>
                        </p:par>
                        <p:par>
                          <p:cTn id="170" fill="hold">
                            <p:stCondLst>
                              <p:cond delay="25520"/>
                            </p:stCondLst>
                            <p:childTnLst>
                              <p:par>
                                <p:cTn id="171" presetClass="entr" nodeType="afterEffect" presetID="10" grpId="38" fill="hold">
                                  <p:stCondLst>
                                    <p:cond delay="0"/>
                                  </p:stCondLst>
                                  <p:iterate type="el" backwards="0">
                                    <p:tmAbs val="0"/>
                                  </p:iterate>
                                  <p:childTnLst>
                                    <p:set>
                                      <p:cBhvr>
                                        <p:cTn id="172" fill="hold"/>
                                        <p:tgtEl>
                                          <p:spTgt spid="1116"/>
                                        </p:tgtEl>
                                        <p:attrNameLst>
                                          <p:attrName>style.visibility</p:attrName>
                                        </p:attrNameLst>
                                      </p:cBhvr>
                                      <p:to>
                                        <p:strVal val="visible"/>
                                      </p:to>
                                    </p:set>
                                    <p:animEffect filter="fade" transition="in">
                                      <p:cBhvr>
                                        <p:cTn id="173" dur="1000"/>
                                        <p:tgtEl>
                                          <p:spTgt spid="1116"/>
                                        </p:tgtEl>
                                      </p:cBhvr>
                                    </p:animEffect>
                                  </p:childTnLst>
                                </p:cTn>
                              </p:par>
                            </p:childTnLst>
                          </p:cTn>
                        </p:par>
                        <p:par>
                          <p:cTn id="174" fill="hold">
                            <p:stCondLst>
                              <p:cond delay="26520"/>
                            </p:stCondLst>
                            <p:childTnLst>
                              <p:par>
                                <p:cTn id="175" presetClass="entr" nodeType="afterEffect" presetSubtype="8" presetID="22" grpId="39" fill="hold">
                                  <p:stCondLst>
                                    <p:cond delay="0"/>
                                  </p:stCondLst>
                                  <p:iterate type="el" backwards="0">
                                    <p:tmAbs val="0"/>
                                  </p:iterate>
                                  <p:childTnLst>
                                    <p:set>
                                      <p:cBhvr>
                                        <p:cTn id="176" fill="hold"/>
                                        <p:tgtEl>
                                          <p:spTgt spid="1130"/>
                                        </p:tgtEl>
                                        <p:attrNameLst>
                                          <p:attrName>style.visibility</p:attrName>
                                        </p:attrNameLst>
                                      </p:cBhvr>
                                      <p:to>
                                        <p:strVal val="visible"/>
                                      </p:to>
                                    </p:set>
                                    <p:animEffect filter="wipe(left)" transition="in">
                                      <p:cBhvr>
                                        <p:cTn id="177" dur="1250"/>
                                        <p:tgtEl>
                                          <p:spTgt spid="1130"/>
                                        </p:tgtEl>
                                      </p:cBhvr>
                                    </p:animEffect>
                                  </p:childTnLst>
                                </p:cTn>
                              </p:par>
                            </p:childTnLst>
                          </p:cTn>
                        </p:par>
                      </p:childTnLst>
                    </p:cTn>
                  </p:par>
                  <p:par>
                    <p:cTn id="178" fill="hold">
                      <p:stCondLst>
                        <p:cond delay="indefinite"/>
                      </p:stCondLst>
                      <p:childTnLst>
                        <p:par>
                          <p:cTn id="179" fill="hold">
                            <p:stCondLst>
                              <p:cond delay="0"/>
                            </p:stCondLst>
                            <p:childTnLst>
                              <p:par>
                                <p:cTn id="180" presetClass="entr" nodeType="clickEffect" presetSubtype="8" presetID="22" grpId="40" fill="hold">
                                  <p:stCondLst>
                                    <p:cond delay="0"/>
                                  </p:stCondLst>
                                  <p:iterate type="el" backwards="0">
                                    <p:tmAbs val="0"/>
                                  </p:iterate>
                                  <p:childTnLst>
                                    <p:set>
                                      <p:cBhvr>
                                        <p:cTn id="181" fill="hold"/>
                                        <p:tgtEl>
                                          <p:spTgt spid="1177"/>
                                        </p:tgtEl>
                                        <p:attrNameLst>
                                          <p:attrName>style.visibility</p:attrName>
                                        </p:attrNameLst>
                                      </p:cBhvr>
                                      <p:to>
                                        <p:strVal val="visible"/>
                                      </p:to>
                                    </p:set>
                                    <p:animEffect filter="wipe(left)" transition="in">
                                      <p:cBhvr>
                                        <p:cTn id="182" dur="2000"/>
                                        <p:tgtEl>
                                          <p:spTgt spid="1177"/>
                                        </p:tgtEl>
                                      </p:cBhvr>
                                    </p:animEffect>
                                  </p:childTnLst>
                                </p:cTn>
                              </p:par>
                            </p:childTnLst>
                          </p:cTn>
                        </p:par>
                      </p:childTnLst>
                    </p:cTn>
                  </p:par>
                  <p:par>
                    <p:cTn id="183" fill="hold">
                      <p:stCondLst>
                        <p:cond delay="indefinite"/>
                      </p:stCondLst>
                      <p:childTnLst>
                        <p:par>
                          <p:cTn id="184" fill="hold">
                            <p:stCondLst>
                              <p:cond delay="0"/>
                            </p:stCondLst>
                            <p:childTnLst>
                              <p:par>
                                <p:cTn id="185" presetClass="entr" nodeType="clickEffect" presetSubtype="1" presetID="22" grpId="41" fill="hold">
                                  <p:stCondLst>
                                    <p:cond delay="0"/>
                                  </p:stCondLst>
                                  <p:iterate type="el" backwards="0">
                                    <p:tmAbs val="0"/>
                                  </p:iterate>
                                  <p:childTnLst>
                                    <p:set>
                                      <p:cBhvr>
                                        <p:cTn id="186" fill="hold"/>
                                        <p:tgtEl>
                                          <p:spTgt spid="1178"/>
                                        </p:tgtEl>
                                        <p:attrNameLst>
                                          <p:attrName>style.visibility</p:attrName>
                                        </p:attrNameLst>
                                      </p:cBhvr>
                                      <p:to>
                                        <p:strVal val="visible"/>
                                      </p:to>
                                    </p:set>
                                    <p:animEffect filter="wipe(up)" transition="in">
                                      <p:cBhvr>
                                        <p:cTn id="187" dur="1000"/>
                                        <p:tgtEl>
                                          <p:spTgt spid="1178"/>
                                        </p:tgtEl>
                                      </p:cBhvr>
                                    </p:animEffect>
                                  </p:childTnLst>
                                </p:cTn>
                              </p:par>
                            </p:childTnLst>
                          </p:cTn>
                        </p:par>
                      </p:childTnLst>
                    </p:cTn>
                  </p:par>
                  <p:par>
                    <p:cTn id="188" fill="hold">
                      <p:stCondLst>
                        <p:cond delay="indefinite"/>
                      </p:stCondLst>
                      <p:childTnLst>
                        <p:par>
                          <p:cTn id="189" fill="hold">
                            <p:stCondLst>
                              <p:cond delay="0"/>
                            </p:stCondLst>
                            <p:childTnLst>
                              <p:par>
                                <p:cTn id="190" presetClass="entr" nodeType="clickEffect" presetSubtype="1" presetID="22" grpId="42" fill="hold">
                                  <p:stCondLst>
                                    <p:cond delay="0"/>
                                  </p:stCondLst>
                                  <p:iterate type="el" backwards="0">
                                    <p:tmAbs val="0"/>
                                  </p:iterate>
                                  <p:childTnLst>
                                    <p:set>
                                      <p:cBhvr>
                                        <p:cTn id="191" fill="hold"/>
                                        <p:tgtEl>
                                          <p:spTgt spid="1179"/>
                                        </p:tgtEl>
                                        <p:attrNameLst>
                                          <p:attrName>style.visibility</p:attrName>
                                        </p:attrNameLst>
                                      </p:cBhvr>
                                      <p:to>
                                        <p:strVal val="visible"/>
                                      </p:to>
                                    </p:set>
                                    <p:animEffect filter="wipe(up)" transition="in">
                                      <p:cBhvr>
                                        <p:cTn id="192" dur="1000"/>
                                        <p:tgtEl>
                                          <p:spTgt spid="1179"/>
                                        </p:tgtEl>
                                      </p:cBhvr>
                                    </p:animEffect>
                                  </p:childTnLst>
                                </p:cTn>
                              </p:par>
                            </p:childTnLst>
                          </p:cTn>
                        </p:par>
                      </p:childTnLst>
                    </p:cTn>
                  </p:par>
                  <p:par>
                    <p:cTn id="193" fill="hold">
                      <p:stCondLst>
                        <p:cond delay="indefinite"/>
                      </p:stCondLst>
                      <p:childTnLst>
                        <p:par>
                          <p:cTn id="194" fill="hold">
                            <p:stCondLst>
                              <p:cond delay="0"/>
                            </p:stCondLst>
                            <p:childTnLst>
                              <p:par>
                                <p:cTn id="195" presetClass="entr" nodeType="clickEffect" presetSubtype="8" presetID="22" grpId="43" fill="hold">
                                  <p:stCondLst>
                                    <p:cond delay="0"/>
                                  </p:stCondLst>
                                  <p:iterate type="el" backwards="0">
                                    <p:tmAbs val="0"/>
                                  </p:iterate>
                                  <p:childTnLst>
                                    <p:set>
                                      <p:cBhvr>
                                        <p:cTn id="196" fill="hold"/>
                                        <p:tgtEl>
                                          <p:spTgt spid="1153"/>
                                        </p:tgtEl>
                                        <p:attrNameLst>
                                          <p:attrName>style.visibility</p:attrName>
                                        </p:attrNameLst>
                                      </p:cBhvr>
                                      <p:to>
                                        <p:strVal val="visible"/>
                                      </p:to>
                                    </p:set>
                                    <p:animEffect filter="wipe(left)" transition="in">
                                      <p:cBhvr>
                                        <p:cTn id="197" dur="1500"/>
                                        <p:tgtEl>
                                          <p:spTgt spid="1153"/>
                                        </p:tgtEl>
                                      </p:cBhvr>
                                    </p:animEffect>
                                  </p:childTnLst>
                                </p:cTn>
                              </p:par>
                            </p:childTnLst>
                          </p:cTn>
                        </p:par>
                      </p:childTnLst>
                    </p:cTn>
                  </p:par>
                  <p:par>
                    <p:cTn id="198" fill="hold">
                      <p:stCondLst>
                        <p:cond delay="indefinite"/>
                      </p:stCondLst>
                      <p:childTnLst>
                        <p:par>
                          <p:cTn id="199" fill="hold">
                            <p:stCondLst>
                              <p:cond delay="0"/>
                            </p:stCondLst>
                            <p:childTnLst>
                              <p:par>
                                <p:cTn id="200" presetClass="entr" nodeType="clickEffect" presetSubtype="8" presetID="22" grpId="44" fill="hold">
                                  <p:stCondLst>
                                    <p:cond delay="0"/>
                                  </p:stCondLst>
                                  <p:iterate type="el" backwards="0">
                                    <p:tmAbs val="0"/>
                                  </p:iterate>
                                  <p:childTnLst>
                                    <p:set>
                                      <p:cBhvr>
                                        <p:cTn id="201" fill="hold"/>
                                        <p:tgtEl>
                                          <p:spTgt spid="1175"/>
                                        </p:tgtEl>
                                        <p:attrNameLst>
                                          <p:attrName>style.visibility</p:attrName>
                                        </p:attrNameLst>
                                      </p:cBhvr>
                                      <p:to>
                                        <p:strVal val="visible"/>
                                      </p:to>
                                    </p:set>
                                    <p:animEffect filter="wipe(left)" transition="in">
                                      <p:cBhvr>
                                        <p:cTn id="202" dur="1500"/>
                                        <p:tgtEl>
                                          <p:spTgt spid="1175"/>
                                        </p:tgtEl>
                                      </p:cBhvr>
                                    </p:animEffect>
                                  </p:childTnLst>
                                </p:cTn>
                              </p:par>
                            </p:childTnLst>
                          </p:cTn>
                        </p:par>
                      </p:childTnLst>
                    </p:cTn>
                  </p:par>
                  <p:par>
                    <p:cTn id="203" fill="hold">
                      <p:stCondLst>
                        <p:cond delay="indefinite"/>
                      </p:stCondLst>
                      <p:childTnLst>
                        <p:par>
                          <p:cTn id="204" fill="hold">
                            <p:stCondLst>
                              <p:cond delay="0"/>
                            </p:stCondLst>
                            <p:childTnLst>
                              <p:par>
                                <p:cTn id="205" presetClass="entr" nodeType="clickEffect" presetSubtype="8" presetID="22" grpId="45" fill="hold">
                                  <p:stCondLst>
                                    <p:cond delay="0"/>
                                  </p:stCondLst>
                                  <p:iterate type="el" backwards="0">
                                    <p:tmAbs val="0"/>
                                  </p:iterate>
                                  <p:childTnLst>
                                    <p:set>
                                      <p:cBhvr>
                                        <p:cTn id="206" fill="hold"/>
                                        <p:tgtEl>
                                          <p:spTgt spid="1180"/>
                                        </p:tgtEl>
                                        <p:attrNameLst>
                                          <p:attrName>style.visibility</p:attrName>
                                        </p:attrNameLst>
                                      </p:cBhvr>
                                      <p:to>
                                        <p:strVal val="visible"/>
                                      </p:to>
                                    </p:set>
                                    <p:animEffect filter="wipe(left)" transition="in">
                                      <p:cBhvr>
                                        <p:cTn id="207" dur="1500"/>
                                        <p:tgtEl>
                                          <p:spTgt spid="1180"/>
                                        </p:tgtEl>
                                      </p:cBhvr>
                                    </p:animEffect>
                                  </p:childTnLst>
                                </p:cTn>
                              </p:par>
                            </p:childTnLst>
                          </p:cTn>
                        </p:par>
                      </p:childTnLst>
                    </p:cTn>
                  </p:par>
                  <p:par>
                    <p:cTn id="208" fill="hold">
                      <p:stCondLst>
                        <p:cond delay="indefinite"/>
                      </p:stCondLst>
                      <p:childTnLst>
                        <p:par>
                          <p:cTn id="209" fill="hold">
                            <p:stCondLst>
                              <p:cond delay="0"/>
                            </p:stCondLst>
                            <p:childTnLst>
                              <p:par>
                                <p:cTn id="210" presetClass="entr" nodeType="clickEffect" presetSubtype="8" presetID="22" grpId="46" fill="hold">
                                  <p:stCondLst>
                                    <p:cond delay="0"/>
                                  </p:stCondLst>
                                  <p:iterate type="el" backwards="0">
                                    <p:tmAbs val="0"/>
                                  </p:iterate>
                                  <p:childTnLst>
                                    <p:set>
                                      <p:cBhvr>
                                        <p:cTn id="211" fill="hold"/>
                                        <p:tgtEl>
                                          <p:spTgt spid="1176"/>
                                        </p:tgtEl>
                                        <p:attrNameLst>
                                          <p:attrName>style.visibility</p:attrName>
                                        </p:attrNameLst>
                                      </p:cBhvr>
                                      <p:to>
                                        <p:strVal val="visible"/>
                                      </p:to>
                                    </p:set>
                                    <p:animEffect filter="wipe(left)" transition="in">
                                      <p:cBhvr>
                                        <p:cTn id="212" dur="1500"/>
                                        <p:tgtEl>
                                          <p:spTgt spid="1176"/>
                                        </p:tgtEl>
                                      </p:cBhvr>
                                    </p:animEffect>
                                  </p:childTnLst>
                                </p:cTn>
                              </p:par>
                            </p:childTnLst>
                          </p:cTn>
                        </p:par>
                      </p:childTnLst>
                    </p:cTn>
                  </p:par>
                  <p:par>
                    <p:cTn id="213" fill="hold">
                      <p:stCondLst>
                        <p:cond delay="indefinite"/>
                      </p:stCondLst>
                      <p:childTnLst>
                        <p:par>
                          <p:cTn id="214" fill="hold">
                            <p:stCondLst>
                              <p:cond delay="0"/>
                            </p:stCondLst>
                            <p:childTnLst>
                              <p:par>
                                <p:cTn id="215" presetClass="entr" nodeType="clickEffect" presetSubtype="8" presetID="22" grpId="47" fill="hold">
                                  <p:stCondLst>
                                    <p:cond delay="0"/>
                                  </p:stCondLst>
                                  <p:iterate type="el" backwards="0">
                                    <p:tmAbs val="0"/>
                                  </p:iterate>
                                  <p:childTnLst>
                                    <p:set>
                                      <p:cBhvr>
                                        <p:cTn id="216" fill="hold"/>
                                        <p:tgtEl>
                                          <p:spTgt spid="1149"/>
                                        </p:tgtEl>
                                        <p:attrNameLst>
                                          <p:attrName>style.visibility</p:attrName>
                                        </p:attrNameLst>
                                      </p:cBhvr>
                                      <p:to>
                                        <p:strVal val="visible"/>
                                      </p:to>
                                    </p:set>
                                    <p:animEffect filter="wipe(left)" transition="in">
                                      <p:cBhvr>
                                        <p:cTn id="217" dur="1500"/>
                                        <p:tgtEl>
                                          <p:spTgt spid="1149"/>
                                        </p:tgtEl>
                                      </p:cBhvr>
                                    </p:animEffect>
                                  </p:childTnLst>
                                </p:cTn>
                              </p:par>
                            </p:childTnLst>
                          </p:cTn>
                        </p:par>
                      </p:childTnLst>
                    </p:cTn>
                  </p:par>
                  <p:par>
                    <p:cTn id="218" fill="hold">
                      <p:stCondLst>
                        <p:cond delay="indefinite"/>
                      </p:stCondLst>
                      <p:childTnLst>
                        <p:par>
                          <p:cTn id="219" fill="hold">
                            <p:stCondLst>
                              <p:cond delay="0"/>
                            </p:stCondLst>
                            <p:childTnLst>
                              <p:par>
                                <p:cTn id="220" presetClass="entr" nodeType="clickEffect" presetSubtype="4" presetID="22" grpId="48" fill="hold">
                                  <p:stCondLst>
                                    <p:cond delay="0"/>
                                  </p:stCondLst>
                                  <p:iterate type="el" backwards="0">
                                    <p:tmAbs val="0"/>
                                  </p:iterate>
                                  <p:childTnLst>
                                    <p:set>
                                      <p:cBhvr>
                                        <p:cTn id="221" fill="hold"/>
                                        <p:tgtEl>
                                          <p:spTgt spid="1154"/>
                                        </p:tgtEl>
                                        <p:attrNameLst>
                                          <p:attrName>style.visibility</p:attrName>
                                        </p:attrNameLst>
                                      </p:cBhvr>
                                      <p:to>
                                        <p:strVal val="visible"/>
                                      </p:to>
                                    </p:set>
                                    <p:animEffect filter="wipe(down)" transition="in">
                                      <p:cBhvr>
                                        <p:cTn id="222" dur="1000"/>
                                        <p:tgtEl>
                                          <p:spTgt spid="1154"/>
                                        </p:tgtEl>
                                      </p:cBhvr>
                                    </p:animEffect>
                                  </p:childTnLst>
                                </p:cTn>
                              </p:par>
                            </p:childTnLst>
                          </p:cTn>
                        </p:par>
                      </p:childTnLst>
                    </p:cTn>
                  </p:par>
                  <p:par>
                    <p:cTn id="223" fill="hold">
                      <p:stCondLst>
                        <p:cond delay="indefinite"/>
                      </p:stCondLst>
                      <p:childTnLst>
                        <p:par>
                          <p:cTn id="224" fill="hold">
                            <p:stCondLst>
                              <p:cond delay="0"/>
                            </p:stCondLst>
                            <p:childTnLst>
                              <p:par>
                                <p:cTn id="225" presetClass="entr" nodeType="clickEffect" presetSubtype="8" presetID="22" grpId="49" fill="hold">
                                  <p:stCondLst>
                                    <p:cond delay="0"/>
                                  </p:stCondLst>
                                  <p:iterate type="el" backwards="0">
                                    <p:tmAbs val="0"/>
                                  </p:iterate>
                                  <p:childTnLst>
                                    <p:set>
                                      <p:cBhvr>
                                        <p:cTn id="226" fill="hold"/>
                                        <p:tgtEl>
                                          <p:spTgt spid="1174"/>
                                        </p:tgtEl>
                                        <p:attrNameLst>
                                          <p:attrName>style.visibility</p:attrName>
                                        </p:attrNameLst>
                                      </p:cBhvr>
                                      <p:to>
                                        <p:strVal val="visible"/>
                                      </p:to>
                                    </p:set>
                                    <p:animEffect filter="wipe(left)" transition="in">
                                      <p:cBhvr>
                                        <p:cTn id="227" dur="1000"/>
                                        <p:tgtEl>
                                          <p:spTgt spid="1174"/>
                                        </p:tgtEl>
                                      </p:cBhvr>
                                    </p:animEffect>
                                  </p:childTnLst>
                                </p:cTn>
                              </p:par>
                            </p:childTnLst>
                          </p:cTn>
                        </p:par>
                      </p:childTnLst>
                    </p:cTn>
                  </p:par>
                  <p:par>
                    <p:cTn id="228" fill="hold">
                      <p:stCondLst>
                        <p:cond delay="indefinite"/>
                      </p:stCondLst>
                      <p:childTnLst>
                        <p:par>
                          <p:cTn id="229" fill="hold">
                            <p:stCondLst>
                              <p:cond delay="0"/>
                            </p:stCondLst>
                            <p:childTnLst>
                              <p:par>
                                <p:cTn id="230" presetClass="entr" nodeType="clickEffect" presetSubtype="8" presetID="22" grpId="50" fill="hold">
                                  <p:stCondLst>
                                    <p:cond delay="0"/>
                                  </p:stCondLst>
                                  <p:iterate type="el" backwards="0">
                                    <p:tmAbs val="0"/>
                                  </p:iterate>
                                  <p:childTnLst>
                                    <p:set>
                                      <p:cBhvr>
                                        <p:cTn id="231" fill="hold"/>
                                        <p:tgtEl>
                                          <p:spTgt spid="1181"/>
                                        </p:tgtEl>
                                        <p:attrNameLst>
                                          <p:attrName>style.visibility</p:attrName>
                                        </p:attrNameLst>
                                      </p:cBhvr>
                                      <p:to>
                                        <p:strVal val="visible"/>
                                      </p:to>
                                    </p:set>
                                    <p:animEffect filter="wipe(left)" transition="in">
                                      <p:cBhvr>
                                        <p:cTn id="232" dur="500"/>
                                        <p:tgtEl>
                                          <p:spTgt spid="1181"/>
                                        </p:tgtEl>
                                      </p:cBhvr>
                                    </p:animEffect>
                                  </p:childTnLst>
                                </p:cTn>
                              </p:par>
                            </p:childTnLst>
                          </p:cTn>
                        </p:par>
                      </p:childTnLst>
                    </p:cTn>
                  </p:par>
                  <p:par>
                    <p:cTn id="233" fill="hold">
                      <p:stCondLst>
                        <p:cond delay="indefinite"/>
                      </p:stCondLst>
                      <p:childTnLst>
                        <p:par>
                          <p:cTn id="234" fill="hold">
                            <p:stCondLst>
                              <p:cond delay="0"/>
                            </p:stCondLst>
                            <p:childTnLst>
                              <p:par>
                                <p:cTn id="235" presetClass="entr" nodeType="clickEffect" presetID="10" grpId="51" fill="hold">
                                  <p:stCondLst>
                                    <p:cond delay="0"/>
                                  </p:stCondLst>
                                  <p:iterate type="el" backwards="0">
                                    <p:tmAbs val="0"/>
                                  </p:iterate>
                                  <p:childTnLst>
                                    <p:set>
                                      <p:cBhvr>
                                        <p:cTn id="236" fill="hold"/>
                                        <p:tgtEl>
                                          <p:spTgt spid="1131"/>
                                        </p:tgtEl>
                                        <p:attrNameLst>
                                          <p:attrName>style.visibility</p:attrName>
                                        </p:attrNameLst>
                                      </p:cBhvr>
                                      <p:to>
                                        <p:strVal val="visible"/>
                                      </p:to>
                                    </p:set>
                                    <p:animEffect filter="fade" transition="in">
                                      <p:cBhvr>
                                        <p:cTn id="237" dur="1000"/>
                                        <p:tgtEl>
                                          <p:spTgt spid="1131"/>
                                        </p:tgtEl>
                                      </p:cBhvr>
                                    </p:animEffect>
                                  </p:childTnLst>
                                </p:cTn>
                              </p:par>
                            </p:childTnLst>
                          </p:cTn>
                        </p:par>
                      </p:childTnLst>
                    </p:cTn>
                  </p:par>
                  <p:par>
                    <p:cTn id="238" fill="hold">
                      <p:stCondLst>
                        <p:cond delay="indefinite"/>
                      </p:stCondLst>
                      <p:childTnLst>
                        <p:par>
                          <p:cTn id="239" fill="hold">
                            <p:stCondLst>
                              <p:cond delay="0"/>
                            </p:stCondLst>
                            <p:childTnLst>
                              <p:par>
                                <p:cTn id="240" presetClass="entr" nodeType="clickEffect" presetSubtype="4" presetID="22" grpId="52" fill="hold">
                                  <p:stCondLst>
                                    <p:cond delay="0"/>
                                  </p:stCondLst>
                                  <p:iterate type="el" backwards="0">
                                    <p:tmAbs val="0"/>
                                  </p:iterate>
                                  <p:childTnLst>
                                    <p:set>
                                      <p:cBhvr>
                                        <p:cTn id="241" fill="hold"/>
                                        <p:tgtEl>
                                          <p:spTgt spid="1155"/>
                                        </p:tgtEl>
                                        <p:attrNameLst>
                                          <p:attrName>style.visibility</p:attrName>
                                        </p:attrNameLst>
                                      </p:cBhvr>
                                      <p:to>
                                        <p:strVal val="visible"/>
                                      </p:to>
                                    </p:set>
                                    <p:animEffect filter="wipe(down)" transition="in">
                                      <p:cBhvr>
                                        <p:cTn id="242" dur="1000"/>
                                        <p:tgtEl>
                                          <p:spTgt spid="1155"/>
                                        </p:tgtEl>
                                      </p:cBhvr>
                                    </p:animEffect>
                                  </p:childTnLst>
                                </p:cTn>
                              </p:par>
                            </p:childTnLst>
                          </p:cTn>
                        </p:par>
                        <p:par>
                          <p:cTn id="243" fill="hold">
                            <p:stCondLst>
                              <p:cond delay="1000"/>
                            </p:stCondLst>
                            <p:childTnLst>
                              <p:par>
                                <p:cTn id="244" presetClass="entr" nodeType="afterEffect" presetSubtype="8" presetID="22" grpId="53" fill="hold">
                                  <p:stCondLst>
                                    <p:cond delay="0"/>
                                  </p:stCondLst>
                                  <p:iterate type="el" backwards="0">
                                    <p:tmAbs val="0"/>
                                  </p:iterate>
                                  <p:childTnLst>
                                    <p:set>
                                      <p:cBhvr>
                                        <p:cTn id="245" fill="hold"/>
                                        <p:tgtEl>
                                          <p:spTgt spid="1168"/>
                                        </p:tgtEl>
                                        <p:attrNameLst>
                                          <p:attrName>style.visibility</p:attrName>
                                        </p:attrNameLst>
                                      </p:cBhvr>
                                      <p:to>
                                        <p:strVal val="visible"/>
                                      </p:to>
                                    </p:set>
                                    <p:animEffect filter="wipe(left)" transition="in">
                                      <p:cBhvr>
                                        <p:cTn id="246" dur="1500"/>
                                        <p:tgtEl>
                                          <p:spTgt spid="1168"/>
                                        </p:tgtEl>
                                      </p:cBhvr>
                                    </p:animEffect>
                                  </p:childTnLst>
                                </p:cTn>
                              </p:par>
                            </p:childTnLst>
                          </p:cTn>
                        </p:par>
                      </p:childTnLst>
                    </p:cTn>
                  </p:par>
                  <p:par>
                    <p:cTn id="247" fill="hold">
                      <p:stCondLst>
                        <p:cond delay="indefinite"/>
                      </p:stCondLst>
                      <p:childTnLst>
                        <p:par>
                          <p:cTn id="248" fill="hold">
                            <p:stCondLst>
                              <p:cond delay="0"/>
                            </p:stCondLst>
                            <p:childTnLst>
                              <p:par>
                                <p:cTn id="249" presetClass="entr" nodeType="clickEffect" presetSubtype="8" presetID="22" grpId="54" fill="hold">
                                  <p:stCondLst>
                                    <p:cond delay="0"/>
                                  </p:stCondLst>
                                  <p:iterate type="el" backwards="0">
                                    <p:tmAbs val="0"/>
                                  </p:iterate>
                                  <p:childTnLst>
                                    <p:set>
                                      <p:cBhvr>
                                        <p:cTn id="250" fill="hold"/>
                                        <p:tgtEl>
                                          <p:spTgt spid="1164"/>
                                        </p:tgtEl>
                                        <p:attrNameLst>
                                          <p:attrName>style.visibility</p:attrName>
                                        </p:attrNameLst>
                                      </p:cBhvr>
                                      <p:to>
                                        <p:strVal val="visible"/>
                                      </p:to>
                                    </p:set>
                                    <p:animEffect filter="wipe(left)" transition="in">
                                      <p:cBhvr>
                                        <p:cTn id="251" dur="1500"/>
                                        <p:tgtEl>
                                          <p:spTgt spid="1164"/>
                                        </p:tgtEl>
                                      </p:cBhvr>
                                    </p:animEffect>
                                  </p:childTnLst>
                                </p:cTn>
                              </p:par>
                            </p:childTnLst>
                          </p:cTn>
                        </p:par>
                      </p:childTnLst>
                    </p:cTn>
                  </p:par>
                  <p:par>
                    <p:cTn id="252" fill="hold">
                      <p:stCondLst>
                        <p:cond delay="indefinite"/>
                      </p:stCondLst>
                      <p:childTnLst>
                        <p:par>
                          <p:cTn id="253" fill="hold">
                            <p:stCondLst>
                              <p:cond delay="0"/>
                            </p:stCondLst>
                            <p:childTnLst>
                              <p:par>
                                <p:cTn id="254" presetClass="entr" nodeType="clickEffect" presetSubtype="8" presetID="22" grpId="55" fill="hold">
                                  <p:stCondLst>
                                    <p:cond delay="0"/>
                                  </p:stCondLst>
                                  <p:iterate type="el" backwards="0">
                                    <p:tmAbs val="0"/>
                                  </p:iterate>
                                  <p:childTnLst>
                                    <p:set>
                                      <p:cBhvr>
                                        <p:cTn id="255" fill="hold"/>
                                        <p:tgtEl>
                                          <p:spTgt spid="1150"/>
                                        </p:tgtEl>
                                        <p:attrNameLst>
                                          <p:attrName>style.visibility</p:attrName>
                                        </p:attrNameLst>
                                      </p:cBhvr>
                                      <p:to>
                                        <p:strVal val="visible"/>
                                      </p:to>
                                    </p:set>
                                    <p:animEffect filter="wipe(left)" transition="in">
                                      <p:cBhvr>
                                        <p:cTn id="256" dur="1500"/>
                                        <p:tgtEl>
                                          <p:spTgt spid="1150"/>
                                        </p:tgtEl>
                                      </p:cBhvr>
                                    </p:animEffect>
                                  </p:childTnLst>
                                </p:cTn>
                              </p:par>
                            </p:childTnLst>
                          </p:cTn>
                        </p:par>
                      </p:childTnLst>
                    </p:cTn>
                  </p:par>
                  <p:par>
                    <p:cTn id="257" fill="hold">
                      <p:stCondLst>
                        <p:cond delay="indefinite"/>
                      </p:stCondLst>
                      <p:childTnLst>
                        <p:par>
                          <p:cTn id="258" fill="hold">
                            <p:stCondLst>
                              <p:cond delay="0"/>
                            </p:stCondLst>
                            <p:childTnLst>
                              <p:par>
                                <p:cTn id="259" presetClass="entr" nodeType="clickEffect" presetSubtype="4" presetID="22" grpId="56" fill="hold">
                                  <p:stCondLst>
                                    <p:cond delay="0"/>
                                  </p:stCondLst>
                                  <p:iterate type="el" backwards="0">
                                    <p:tmAbs val="0"/>
                                  </p:iterate>
                                  <p:childTnLst>
                                    <p:set>
                                      <p:cBhvr>
                                        <p:cTn id="260" fill="hold"/>
                                        <p:tgtEl>
                                          <p:spTgt spid="1156"/>
                                        </p:tgtEl>
                                        <p:attrNameLst>
                                          <p:attrName>style.visibility</p:attrName>
                                        </p:attrNameLst>
                                      </p:cBhvr>
                                      <p:to>
                                        <p:strVal val="visible"/>
                                      </p:to>
                                    </p:set>
                                    <p:animEffect filter="wipe(down)" transition="in">
                                      <p:cBhvr>
                                        <p:cTn id="261" dur="1000"/>
                                        <p:tgtEl>
                                          <p:spTgt spid="1156"/>
                                        </p:tgtEl>
                                      </p:cBhvr>
                                    </p:animEffect>
                                  </p:childTnLst>
                                </p:cTn>
                              </p:par>
                            </p:childTnLst>
                          </p:cTn>
                        </p:par>
                      </p:childTnLst>
                    </p:cTn>
                  </p:par>
                  <p:par>
                    <p:cTn id="262" fill="hold">
                      <p:stCondLst>
                        <p:cond delay="indefinite"/>
                      </p:stCondLst>
                      <p:childTnLst>
                        <p:par>
                          <p:cTn id="263" fill="hold">
                            <p:stCondLst>
                              <p:cond delay="0"/>
                            </p:stCondLst>
                            <p:childTnLst>
                              <p:par>
                                <p:cTn id="264" presetClass="entr" nodeType="clickEffect" presetSubtype="1" presetID="22" grpId="57" fill="hold">
                                  <p:stCondLst>
                                    <p:cond delay="0"/>
                                  </p:stCondLst>
                                  <p:iterate type="el" backwards="0">
                                    <p:tmAbs val="0"/>
                                  </p:iterate>
                                  <p:childTnLst>
                                    <p:set>
                                      <p:cBhvr>
                                        <p:cTn id="265" fill="hold"/>
                                        <p:tgtEl>
                                          <p:spTgt spid="1132"/>
                                        </p:tgtEl>
                                        <p:attrNameLst>
                                          <p:attrName>style.visibility</p:attrName>
                                        </p:attrNameLst>
                                      </p:cBhvr>
                                      <p:to>
                                        <p:strVal val="visible"/>
                                      </p:to>
                                    </p:set>
                                    <p:animEffect filter="wipe(up)" transition="in">
                                      <p:cBhvr>
                                        <p:cTn id="266" dur="1500"/>
                                        <p:tgtEl>
                                          <p:spTgt spid="1132"/>
                                        </p:tgtEl>
                                      </p:cBhvr>
                                    </p:animEffect>
                                  </p:childTnLst>
                                </p:cTn>
                              </p:par>
                            </p:childTnLst>
                          </p:cTn>
                        </p:par>
                      </p:childTnLst>
                    </p:cTn>
                  </p:par>
                  <p:par>
                    <p:cTn id="267" fill="hold">
                      <p:stCondLst>
                        <p:cond delay="indefinite"/>
                      </p:stCondLst>
                      <p:childTnLst>
                        <p:par>
                          <p:cTn id="268" fill="hold">
                            <p:stCondLst>
                              <p:cond delay="0"/>
                            </p:stCondLst>
                            <p:childTnLst>
                              <p:par>
                                <p:cTn id="269" presetClass="entr" nodeType="clickEffect" presetID="10" grpId="58" fill="hold">
                                  <p:stCondLst>
                                    <p:cond delay="0"/>
                                  </p:stCondLst>
                                  <p:iterate type="el" backwards="0">
                                    <p:tmAbs val="0"/>
                                  </p:iterate>
                                  <p:childTnLst>
                                    <p:set>
                                      <p:cBhvr>
                                        <p:cTn id="270" fill="hold"/>
                                        <p:tgtEl>
                                          <p:spTgt spid="1133"/>
                                        </p:tgtEl>
                                        <p:attrNameLst>
                                          <p:attrName>style.visibility</p:attrName>
                                        </p:attrNameLst>
                                      </p:cBhvr>
                                      <p:to>
                                        <p:strVal val="visible"/>
                                      </p:to>
                                    </p:set>
                                    <p:animEffect filter="fade" transition="in">
                                      <p:cBhvr>
                                        <p:cTn id="271" dur="1000"/>
                                        <p:tgtEl>
                                          <p:spTgt spid="1133"/>
                                        </p:tgtEl>
                                      </p:cBhvr>
                                    </p:animEffect>
                                  </p:childTnLst>
                                </p:cTn>
                              </p:par>
                            </p:childTnLst>
                          </p:cTn>
                        </p:par>
                      </p:childTnLst>
                    </p:cTn>
                  </p:par>
                  <p:par>
                    <p:cTn id="272" fill="hold">
                      <p:stCondLst>
                        <p:cond delay="indefinite"/>
                      </p:stCondLst>
                      <p:childTnLst>
                        <p:par>
                          <p:cTn id="273" fill="hold">
                            <p:stCondLst>
                              <p:cond delay="0"/>
                            </p:stCondLst>
                            <p:childTnLst>
                              <p:par>
                                <p:cTn id="274" presetClass="entr" nodeType="clickEffect" presetSubtype="4" presetID="22" grpId="59" fill="hold">
                                  <p:stCondLst>
                                    <p:cond delay="0"/>
                                  </p:stCondLst>
                                  <p:iterate type="el" backwards="0">
                                    <p:tmAbs val="0"/>
                                  </p:iterate>
                                  <p:childTnLst>
                                    <p:set>
                                      <p:cBhvr>
                                        <p:cTn id="275" fill="hold"/>
                                        <p:tgtEl>
                                          <p:spTgt spid="1157"/>
                                        </p:tgtEl>
                                        <p:attrNameLst>
                                          <p:attrName>style.visibility</p:attrName>
                                        </p:attrNameLst>
                                      </p:cBhvr>
                                      <p:to>
                                        <p:strVal val="visible"/>
                                      </p:to>
                                    </p:set>
                                    <p:animEffect filter="wipe(down)" transition="in">
                                      <p:cBhvr>
                                        <p:cTn id="276" dur="1000"/>
                                        <p:tgtEl>
                                          <p:spTgt spid="1157"/>
                                        </p:tgtEl>
                                      </p:cBhvr>
                                    </p:animEffect>
                                  </p:childTnLst>
                                </p:cTn>
                              </p:par>
                            </p:childTnLst>
                          </p:cTn>
                        </p:par>
                      </p:childTnLst>
                    </p:cTn>
                  </p:par>
                  <p:par>
                    <p:cTn id="277" fill="hold">
                      <p:stCondLst>
                        <p:cond delay="indefinite"/>
                      </p:stCondLst>
                      <p:childTnLst>
                        <p:par>
                          <p:cTn id="278" fill="hold">
                            <p:stCondLst>
                              <p:cond delay="0"/>
                            </p:stCondLst>
                            <p:childTnLst>
                              <p:par>
                                <p:cTn id="279" presetClass="entr" nodeType="clickEffect" presetSubtype="8" presetID="22" grpId="60" fill="hold">
                                  <p:stCondLst>
                                    <p:cond delay="0"/>
                                  </p:stCondLst>
                                  <p:iterate type="el" backwards="0">
                                    <p:tmAbs val="0"/>
                                  </p:iterate>
                                  <p:childTnLst>
                                    <p:set>
                                      <p:cBhvr>
                                        <p:cTn id="280" fill="hold"/>
                                        <p:tgtEl>
                                          <p:spTgt spid="1166"/>
                                        </p:tgtEl>
                                        <p:attrNameLst>
                                          <p:attrName>style.visibility</p:attrName>
                                        </p:attrNameLst>
                                      </p:cBhvr>
                                      <p:to>
                                        <p:strVal val="visible"/>
                                      </p:to>
                                    </p:set>
                                    <p:animEffect filter="wipe(left)" transition="in">
                                      <p:cBhvr>
                                        <p:cTn id="281" dur="1500"/>
                                        <p:tgtEl>
                                          <p:spTgt spid="1166"/>
                                        </p:tgtEl>
                                      </p:cBhvr>
                                    </p:animEffect>
                                  </p:childTnLst>
                                </p:cTn>
                              </p:par>
                            </p:childTnLst>
                          </p:cTn>
                        </p:par>
                        <p:par>
                          <p:cTn id="282" fill="hold">
                            <p:stCondLst>
                              <p:cond delay="1500"/>
                            </p:stCondLst>
                            <p:childTnLst>
                              <p:par>
                                <p:cTn id="283" presetClass="entr" nodeType="afterEffect" presetSubtype="8" presetID="22" grpId="61" fill="hold">
                                  <p:stCondLst>
                                    <p:cond delay="0"/>
                                  </p:stCondLst>
                                  <p:iterate type="el" backwards="0">
                                    <p:tmAbs val="0"/>
                                  </p:iterate>
                                  <p:childTnLst>
                                    <p:set>
                                      <p:cBhvr>
                                        <p:cTn id="284" fill="hold"/>
                                        <p:tgtEl>
                                          <p:spTgt spid="1151"/>
                                        </p:tgtEl>
                                        <p:attrNameLst>
                                          <p:attrName>style.visibility</p:attrName>
                                        </p:attrNameLst>
                                      </p:cBhvr>
                                      <p:to>
                                        <p:strVal val="visible"/>
                                      </p:to>
                                    </p:set>
                                    <p:animEffect filter="wipe(left)" transition="in">
                                      <p:cBhvr>
                                        <p:cTn id="285" dur="1500"/>
                                        <p:tgtEl>
                                          <p:spTgt spid="1151"/>
                                        </p:tgtEl>
                                      </p:cBhvr>
                                    </p:animEffect>
                                  </p:childTnLst>
                                </p:cTn>
                              </p:par>
                            </p:childTnLst>
                          </p:cTn>
                        </p:par>
                        <p:par>
                          <p:cTn id="286" fill="hold">
                            <p:stCondLst>
                              <p:cond delay="3000"/>
                            </p:stCondLst>
                            <p:childTnLst>
                              <p:par>
                                <p:cTn id="287" presetClass="entr" nodeType="afterEffect" presetSubtype="4" presetID="22" grpId="62" fill="hold">
                                  <p:stCondLst>
                                    <p:cond delay="0"/>
                                  </p:stCondLst>
                                  <p:iterate type="el" backwards="0">
                                    <p:tmAbs val="0"/>
                                  </p:iterate>
                                  <p:childTnLst>
                                    <p:set>
                                      <p:cBhvr>
                                        <p:cTn id="288" fill="hold"/>
                                        <p:tgtEl>
                                          <p:spTgt spid="1158"/>
                                        </p:tgtEl>
                                        <p:attrNameLst>
                                          <p:attrName>style.visibility</p:attrName>
                                        </p:attrNameLst>
                                      </p:cBhvr>
                                      <p:to>
                                        <p:strVal val="visible"/>
                                      </p:to>
                                    </p:set>
                                    <p:animEffect filter="wipe(down)" transition="in">
                                      <p:cBhvr>
                                        <p:cTn id="289" dur="1000"/>
                                        <p:tgtEl>
                                          <p:spTgt spid="1158"/>
                                        </p:tgtEl>
                                      </p:cBhvr>
                                    </p:animEffect>
                                  </p:childTnLst>
                                </p:cTn>
                              </p:par>
                            </p:childTnLst>
                          </p:cTn>
                        </p:par>
                        <p:par>
                          <p:cTn id="290" fill="hold">
                            <p:stCondLst>
                              <p:cond delay="4000"/>
                            </p:stCondLst>
                            <p:childTnLst>
                              <p:par>
                                <p:cTn id="291" presetClass="entr" nodeType="afterEffect" presetSubtype="1" presetID="22" grpId="63" fill="hold">
                                  <p:stCondLst>
                                    <p:cond delay="0"/>
                                  </p:stCondLst>
                                  <p:iterate type="el" backwards="0">
                                    <p:tmAbs val="0"/>
                                  </p:iterate>
                                  <p:childTnLst>
                                    <p:set>
                                      <p:cBhvr>
                                        <p:cTn id="292" fill="hold"/>
                                        <p:tgtEl>
                                          <p:spTgt spid="1134"/>
                                        </p:tgtEl>
                                        <p:attrNameLst>
                                          <p:attrName>style.visibility</p:attrName>
                                        </p:attrNameLst>
                                      </p:cBhvr>
                                      <p:to>
                                        <p:strVal val="visible"/>
                                      </p:to>
                                    </p:set>
                                    <p:animEffect filter="wipe(up)" transition="in">
                                      <p:cBhvr>
                                        <p:cTn id="293" dur="1500"/>
                                        <p:tgtEl>
                                          <p:spTgt spid="1134"/>
                                        </p:tgtEl>
                                      </p:cBhvr>
                                    </p:animEffect>
                                  </p:childTnLst>
                                </p:cTn>
                              </p:par>
                            </p:childTnLst>
                          </p:cTn>
                        </p:par>
                        <p:par>
                          <p:cTn id="294" fill="hold">
                            <p:stCondLst>
                              <p:cond delay="5500"/>
                            </p:stCondLst>
                            <p:childTnLst>
                              <p:par>
                                <p:cTn id="295" presetClass="entr" nodeType="afterEffect" presetID="10" grpId="64" fill="hold">
                                  <p:stCondLst>
                                    <p:cond delay="0"/>
                                  </p:stCondLst>
                                  <p:iterate type="el" backwards="0">
                                    <p:tmAbs val="0"/>
                                  </p:iterate>
                                  <p:childTnLst>
                                    <p:set>
                                      <p:cBhvr>
                                        <p:cTn id="296" fill="hold"/>
                                        <p:tgtEl>
                                          <p:spTgt spid="1135"/>
                                        </p:tgtEl>
                                        <p:attrNameLst>
                                          <p:attrName>style.visibility</p:attrName>
                                        </p:attrNameLst>
                                      </p:cBhvr>
                                      <p:to>
                                        <p:strVal val="visible"/>
                                      </p:to>
                                    </p:set>
                                    <p:animEffect filter="fade" transition="in">
                                      <p:cBhvr>
                                        <p:cTn id="297" dur="1000"/>
                                        <p:tgtEl>
                                          <p:spTgt spid="1135"/>
                                        </p:tgtEl>
                                      </p:cBhvr>
                                    </p:animEffect>
                                  </p:childTnLst>
                                </p:cTn>
                              </p:par>
                            </p:childTnLst>
                          </p:cTn>
                        </p:par>
                        <p:par>
                          <p:cTn id="298" fill="hold">
                            <p:stCondLst>
                              <p:cond delay="6500"/>
                            </p:stCondLst>
                            <p:childTnLst>
                              <p:par>
                                <p:cTn id="299" presetClass="entr" nodeType="afterEffect" presetSubtype="4" presetID="22" grpId="65" fill="hold">
                                  <p:stCondLst>
                                    <p:cond delay="0"/>
                                  </p:stCondLst>
                                  <p:iterate type="el" backwards="0">
                                    <p:tmAbs val="0"/>
                                  </p:iterate>
                                  <p:childTnLst>
                                    <p:set>
                                      <p:cBhvr>
                                        <p:cTn id="300" fill="hold"/>
                                        <p:tgtEl>
                                          <p:spTgt spid="1159"/>
                                        </p:tgtEl>
                                        <p:attrNameLst>
                                          <p:attrName>style.visibility</p:attrName>
                                        </p:attrNameLst>
                                      </p:cBhvr>
                                      <p:to>
                                        <p:strVal val="visible"/>
                                      </p:to>
                                    </p:set>
                                    <p:animEffect filter="wipe(down)" transition="in">
                                      <p:cBhvr>
                                        <p:cTn id="301" dur="1000"/>
                                        <p:tgtEl>
                                          <p:spTgt spid="1159"/>
                                        </p:tgtEl>
                                      </p:cBhvr>
                                    </p:animEffect>
                                  </p:childTnLst>
                                </p:cTn>
                              </p:par>
                            </p:childTnLst>
                          </p:cTn>
                        </p:par>
                        <p:par>
                          <p:cTn id="302" fill="hold">
                            <p:stCondLst>
                              <p:cond delay="7500"/>
                            </p:stCondLst>
                            <p:childTnLst>
                              <p:par>
                                <p:cTn id="303" presetClass="entr" nodeType="afterEffect" presetSubtype="8" presetID="22" grpId="66" fill="hold">
                                  <p:stCondLst>
                                    <p:cond delay="0"/>
                                  </p:stCondLst>
                                  <p:iterate type="el" backwards="0">
                                    <p:tmAbs val="0"/>
                                  </p:iterate>
                                  <p:childTnLst>
                                    <p:set>
                                      <p:cBhvr>
                                        <p:cTn id="304" fill="hold"/>
                                        <p:tgtEl>
                                          <p:spTgt spid="1167"/>
                                        </p:tgtEl>
                                        <p:attrNameLst>
                                          <p:attrName>style.visibility</p:attrName>
                                        </p:attrNameLst>
                                      </p:cBhvr>
                                      <p:to>
                                        <p:strVal val="visible"/>
                                      </p:to>
                                    </p:set>
                                    <p:animEffect filter="wipe(left)" transition="in">
                                      <p:cBhvr>
                                        <p:cTn id="305" dur="1500"/>
                                        <p:tgtEl>
                                          <p:spTgt spid="1167"/>
                                        </p:tgtEl>
                                      </p:cBhvr>
                                    </p:animEffect>
                                  </p:childTnLst>
                                </p:cTn>
                              </p:par>
                            </p:childTnLst>
                          </p:cTn>
                        </p:par>
                        <p:par>
                          <p:cTn id="306" fill="hold">
                            <p:stCondLst>
                              <p:cond delay="9000"/>
                            </p:stCondLst>
                            <p:childTnLst>
                              <p:par>
                                <p:cTn id="307" presetClass="entr" nodeType="afterEffect" presetSubtype="8" presetID="22" grpId="67" fill="hold">
                                  <p:stCondLst>
                                    <p:cond delay="0"/>
                                  </p:stCondLst>
                                  <p:iterate type="el" backwards="0">
                                    <p:tmAbs val="0"/>
                                  </p:iterate>
                                  <p:childTnLst>
                                    <p:set>
                                      <p:cBhvr>
                                        <p:cTn id="308" fill="hold"/>
                                        <p:tgtEl>
                                          <p:spTgt spid="1152"/>
                                        </p:tgtEl>
                                        <p:attrNameLst>
                                          <p:attrName>style.visibility</p:attrName>
                                        </p:attrNameLst>
                                      </p:cBhvr>
                                      <p:to>
                                        <p:strVal val="visible"/>
                                      </p:to>
                                    </p:set>
                                    <p:animEffect filter="wipe(left)" transition="in">
                                      <p:cBhvr>
                                        <p:cTn id="309" dur="1500"/>
                                        <p:tgtEl>
                                          <p:spTgt spid="1152"/>
                                        </p:tgtEl>
                                      </p:cBhvr>
                                    </p:animEffect>
                                  </p:childTnLst>
                                </p:cTn>
                              </p:par>
                            </p:childTnLst>
                          </p:cTn>
                        </p:par>
                        <p:par>
                          <p:cTn id="310" fill="hold">
                            <p:stCondLst>
                              <p:cond delay="10500"/>
                            </p:stCondLst>
                            <p:childTnLst>
                              <p:par>
                                <p:cTn id="311" presetClass="entr" nodeType="afterEffect" presetSubtype="4" presetID="22" grpId="68" fill="hold">
                                  <p:stCondLst>
                                    <p:cond delay="0"/>
                                  </p:stCondLst>
                                  <p:iterate type="el" backwards="0">
                                    <p:tmAbs val="0"/>
                                  </p:iterate>
                                  <p:childTnLst>
                                    <p:set>
                                      <p:cBhvr>
                                        <p:cTn id="312" fill="hold"/>
                                        <p:tgtEl>
                                          <p:spTgt spid="1160"/>
                                        </p:tgtEl>
                                        <p:attrNameLst>
                                          <p:attrName>style.visibility</p:attrName>
                                        </p:attrNameLst>
                                      </p:cBhvr>
                                      <p:to>
                                        <p:strVal val="visible"/>
                                      </p:to>
                                    </p:set>
                                    <p:animEffect filter="wipe(down)" transition="in">
                                      <p:cBhvr>
                                        <p:cTn id="313" dur="1000"/>
                                        <p:tgtEl>
                                          <p:spTgt spid="1160"/>
                                        </p:tgtEl>
                                      </p:cBhvr>
                                    </p:animEffect>
                                  </p:childTnLst>
                                </p:cTn>
                              </p:par>
                            </p:childTnLst>
                          </p:cTn>
                        </p:par>
                      </p:childTnLst>
                    </p:cTn>
                  </p:par>
                  <p:par>
                    <p:cTn id="314" fill="hold">
                      <p:stCondLst>
                        <p:cond delay="indefinite"/>
                      </p:stCondLst>
                      <p:childTnLst>
                        <p:par>
                          <p:cTn id="315" fill="hold">
                            <p:stCondLst>
                              <p:cond delay="0"/>
                            </p:stCondLst>
                            <p:childTnLst>
                              <p:par>
                                <p:cTn id="316" presetClass="entr" nodeType="clickEffect" presetSubtype="1" presetID="22" grpId="69" fill="hold">
                                  <p:stCondLst>
                                    <p:cond delay="0"/>
                                  </p:stCondLst>
                                  <p:iterate type="el" backwards="0">
                                    <p:tmAbs val="0"/>
                                  </p:iterate>
                                  <p:childTnLst>
                                    <p:set>
                                      <p:cBhvr>
                                        <p:cTn id="317" fill="hold"/>
                                        <p:tgtEl>
                                          <p:spTgt spid="1136"/>
                                        </p:tgtEl>
                                        <p:attrNameLst>
                                          <p:attrName>style.visibility</p:attrName>
                                        </p:attrNameLst>
                                      </p:cBhvr>
                                      <p:to>
                                        <p:strVal val="visible"/>
                                      </p:to>
                                    </p:set>
                                    <p:animEffect filter="wipe(up)" transition="in">
                                      <p:cBhvr>
                                        <p:cTn id="318" dur="1000"/>
                                        <p:tgtEl>
                                          <p:spTgt spid="1136"/>
                                        </p:tgtEl>
                                      </p:cBhvr>
                                    </p:animEffect>
                                  </p:childTnLst>
                                </p:cTn>
                              </p:par>
                            </p:childTnLst>
                          </p:cTn>
                        </p:par>
                        <p:par>
                          <p:cTn id="319" fill="hold">
                            <p:stCondLst>
                              <p:cond delay="1000"/>
                            </p:stCondLst>
                            <p:childTnLst>
                              <p:par>
                                <p:cTn id="320" presetClass="entr" nodeType="afterEffect" presetID="10" grpId="70" fill="hold">
                                  <p:stCondLst>
                                    <p:cond delay="0"/>
                                  </p:stCondLst>
                                  <p:iterate type="el" backwards="0">
                                    <p:tmAbs val="0"/>
                                  </p:iterate>
                                  <p:childTnLst>
                                    <p:set>
                                      <p:cBhvr>
                                        <p:cTn id="321" fill="hold"/>
                                        <p:tgtEl>
                                          <p:spTgt spid="1137"/>
                                        </p:tgtEl>
                                        <p:attrNameLst>
                                          <p:attrName>style.visibility</p:attrName>
                                        </p:attrNameLst>
                                      </p:cBhvr>
                                      <p:to>
                                        <p:strVal val="visible"/>
                                      </p:to>
                                    </p:set>
                                    <p:animEffect filter="fade" transition="in">
                                      <p:cBhvr>
                                        <p:cTn id="322" dur="1000"/>
                                        <p:tgtEl>
                                          <p:spTgt spid="1137"/>
                                        </p:tgtEl>
                                      </p:cBhvr>
                                    </p:animEffect>
                                  </p:childTnLst>
                                </p:cTn>
                              </p:par>
                            </p:childTnLst>
                          </p:cTn>
                        </p:par>
                        <p:par>
                          <p:cTn id="323" fill="hold">
                            <p:stCondLst>
                              <p:cond delay="2000"/>
                            </p:stCondLst>
                            <p:childTnLst>
                              <p:par>
                                <p:cTn id="324" presetClass="entr" nodeType="afterEffect" presetSubtype="4" presetID="22" grpId="71" fill="hold">
                                  <p:stCondLst>
                                    <p:cond delay="0"/>
                                  </p:stCondLst>
                                  <p:iterate type="el" backwards="0">
                                    <p:tmAbs val="0"/>
                                  </p:iterate>
                                  <p:childTnLst>
                                    <p:set>
                                      <p:cBhvr>
                                        <p:cTn id="325" fill="hold"/>
                                        <p:tgtEl>
                                          <p:spTgt spid="1161"/>
                                        </p:tgtEl>
                                        <p:attrNameLst>
                                          <p:attrName>style.visibility</p:attrName>
                                        </p:attrNameLst>
                                      </p:cBhvr>
                                      <p:to>
                                        <p:strVal val="visible"/>
                                      </p:to>
                                    </p:set>
                                    <p:animEffect filter="wipe(down)" transition="in">
                                      <p:cBhvr>
                                        <p:cTn id="326" dur="1000"/>
                                        <p:tgtEl>
                                          <p:spTgt spid="1161"/>
                                        </p:tgtEl>
                                      </p:cBhvr>
                                    </p:animEffect>
                                  </p:childTnLst>
                                </p:cTn>
                              </p:par>
                            </p:childTnLst>
                          </p:cTn>
                        </p:par>
                        <p:par>
                          <p:cTn id="327" fill="hold">
                            <p:stCondLst>
                              <p:cond delay="3000"/>
                            </p:stCondLst>
                            <p:childTnLst>
                              <p:par>
                                <p:cTn id="328" presetClass="entr" nodeType="afterEffect" presetSubtype="8" presetID="22" grpId="72" fill="hold">
                                  <p:stCondLst>
                                    <p:cond delay="0"/>
                                  </p:stCondLst>
                                  <p:iterate type="el" backwards="0">
                                    <p:tmAbs val="0"/>
                                  </p:iterate>
                                  <p:childTnLst>
                                    <p:set>
                                      <p:cBhvr>
                                        <p:cTn id="329" fill="hold"/>
                                        <p:tgtEl>
                                          <p:spTgt spid="1165"/>
                                        </p:tgtEl>
                                        <p:attrNameLst>
                                          <p:attrName>style.visibility</p:attrName>
                                        </p:attrNameLst>
                                      </p:cBhvr>
                                      <p:to>
                                        <p:strVal val="visible"/>
                                      </p:to>
                                    </p:set>
                                    <p:animEffect filter="wipe(left)" transition="in">
                                      <p:cBhvr>
                                        <p:cTn id="330" dur="1500"/>
                                        <p:tgtEl>
                                          <p:spTgt spid="1165"/>
                                        </p:tgtEl>
                                      </p:cBhvr>
                                    </p:animEffect>
                                  </p:childTnLst>
                                </p:cTn>
                              </p:par>
                            </p:childTnLst>
                          </p:cTn>
                        </p:par>
                      </p:childTnLst>
                    </p:cTn>
                  </p:par>
                  <p:par>
                    <p:cTn id="331" fill="hold">
                      <p:stCondLst>
                        <p:cond delay="indefinite"/>
                      </p:stCondLst>
                      <p:childTnLst>
                        <p:par>
                          <p:cTn id="332" fill="hold">
                            <p:stCondLst>
                              <p:cond delay="0"/>
                            </p:stCondLst>
                            <p:childTnLst>
                              <p:par>
                                <p:cTn id="333" presetClass="entr" nodeType="clickEffect" presetSubtype="8" presetID="22" grpId="73" fill="hold">
                                  <p:stCondLst>
                                    <p:cond delay="0"/>
                                  </p:stCondLst>
                                  <p:iterate type="el" backwards="0">
                                    <p:tmAbs val="0"/>
                                  </p:iterate>
                                  <p:childTnLst>
                                    <p:set>
                                      <p:cBhvr>
                                        <p:cTn id="334" fill="hold"/>
                                        <p:tgtEl>
                                          <p:spTgt spid="1117"/>
                                        </p:tgtEl>
                                        <p:attrNameLst>
                                          <p:attrName>style.visibility</p:attrName>
                                        </p:attrNameLst>
                                      </p:cBhvr>
                                      <p:to>
                                        <p:strVal val="visible"/>
                                      </p:to>
                                    </p:set>
                                    <p:animEffect filter="wipe(left)" transition="in">
                                      <p:cBhvr>
                                        <p:cTn id="335" dur="1500"/>
                                        <p:tgtEl>
                                          <p:spTgt spid="1117"/>
                                        </p:tgtEl>
                                      </p:cBhvr>
                                    </p:animEffect>
                                  </p:childTnLst>
                                </p:cTn>
                              </p:par>
                            </p:childTnLst>
                          </p:cTn>
                        </p:par>
                        <p:par>
                          <p:cTn id="336" fill="hold">
                            <p:stCondLst>
                              <p:cond delay="1500"/>
                            </p:stCondLst>
                            <p:childTnLst>
                              <p:par>
                                <p:cTn id="337" presetClass="entr" nodeType="afterEffect" presetSubtype="4" presetID="22" grpId="74" fill="hold">
                                  <p:stCondLst>
                                    <p:cond delay="0"/>
                                  </p:stCondLst>
                                  <p:iterate type="el" backwards="0">
                                    <p:tmAbs val="0"/>
                                  </p:iterate>
                                  <p:childTnLst>
                                    <p:set>
                                      <p:cBhvr>
                                        <p:cTn id="338" fill="hold"/>
                                        <p:tgtEl>
                                          <p:spTgt spid="1162"/>
                                        </p:tgtEl>
                                        <p:attrNameLst>
                                          <p:attrName>style.visibility</p:attrName>
                                        </p:attrNameLst>
                                      </p:cBhvr>
                                      <p:to>
                                        <p:strVal val="visible"/>
                                      </p:to>
                                    </p:set>
                                    <p:animEffect filter="wipe(down)" transition="in">
                                      <p:cBhvr>
                                        <p:cTn id="339" dur="1000"/>
                                        <p:tgtEl>
                                          <p:spTgt spid="1162"/>
                                        </p:tgtEl>
                                      </p:cBhvr>
                                    </p:animEffect>
                                  </p:childTnLst>
                                </p:cTn>
                              </p:par>
                            </p:childTnLst>
                          </p:cTn>
                        </p:par>
                        <p:par>
                          <p:cTn id="340" fill="hold">
                            <p:stCondLst>
                              <p:cond delay="2500"/>
                            </p:stCondLst>
                            <p:childTnLst>
                              <p:par>
                                <p:cTn id="341" presetClass="entr" nodeType="afterEffect" presetSubtype="2" presetID="22" grpId="75" fill="hold">
                                  <p:stCondLst>
                                    <p:cond delay="0"/>
                                  </p:stCondLst>
                                  <p:iterate type="el" backwards="0">
                                    <p:tmAbs val="0"/>
                                  </p:iterate>
                                  <p:childTnLst>
                                    <p:set>
                                      <p:cBhvr>
                                        <p:cTn id="342" fill="hold"/>
                                        <p:tgtEl>
                                          <p:spTgt spid="1139"/>
                                        </p:tgtEl>
                                        <p:attrNameLst>
                                          <p:attrName>style.visibility</p:attrName>
                                        </p:attrNameLst>
                                      </p:cBhvr>
                                      <p:to>
                                        <p:strVal val="visible"/>
                                      </p:to>
                                    </p:set>
                                    <p:animEffect filter="wipe(right)" transition="in">
                                      <p:cBhvr>
                                        <p:cTn id="343" dur="1000"/>
                                        <p:tgtEl>
                                          <p:spTgt spid="1139"/>
                                        </p:tgtEl>
                                      </p:cBhvr>
                                    </p:animEffect>
                                  </p:childTnLst>
                                </p:cTn>
                              </p:par>
                            </p:childTnLst>
                          </p:cTn>
                        </p:par>
                        <p:par>
                          <p:cTn id="344" fill="hold">
                            <p:stCondLst>
                              <p:cond delay="3500"/>
                            </p:stCondLst>
                            <p:childTnLst>
                              <p:par>
                                <p:cTn id="345" presetClass="entr" nodeType="afterEffect" presetID="10" grpId="76" fill="hold">
                                  <p:stCondLst>
                                    <p:cond delay="0"/>
                                  </p:stCondLst>
                                  <p:iterate type="el" backwards="0">
                                    <p:tmAbs val="0"/>
                                  </p:iterate>
                                  <p:childTnLst>
                                    <p:set>
                                      <p:cBhvr>
                                        <p:cTn id="346" fill="hold"/>
                                        <p:tgtEl>
                                          <p:spTgt spid="1138"/>
                                        </p:tgtEl>
                                        <p:attrNameLst>
                                          <p:attrName>style.visibility</p:attrName>
                                        </p:attrNameLst>
                                      </p:cBhvr>
                                      <p:to>
                                        <p:strVal val="visible"/>
                                      </p:to>
                                    </p:set>
                                    <p:animEffect filter="fade" transition="in">
                                      <p:cBhvr>
                                        <p:cTn id="347" dur="1000"/>
                                        <p:tgtEl>
                                          <p:spTgt spid="1138"/>
                                        </p:tgtEl>
                                      </p:cBhvr>
                                    </p:animEffect>
                                  </p:childTnLst>
                                </p:cTn>
                              </p:par>
                            </p:childTnLst>
                          </p:cTn>
                        </p:par>
                        <p:par>
                          <p:cTn id="348" fill="hold">
                            <p:stCondLst>
                              <p:cond delay="4500"/>
                            </p:stCondLst>
                            <p:childTnLst>
                              <p:par>
                                <p:cTn id="349" presetClass="entr" nodeType="afterEffect" presetSubtype="4" presetID="22" grpId="77" fill="hold">
                                  <p:stCondLst>
                                    <p:cond delay="0"/>
                                  </p:stCondLst>
                                  <p:iterate type="el" backwards="0">
                                    <p:tmAbs val="0"/>
                                  </p:iterate>
                                  <p:childTnLst>
                                    <p:set>
                                      <p:cBhvr>
                                        <p:cTn id="350" fill="hold"/>
                                        <p:tgtEl>
                                          <p:spTgt spid="1163"/>
                                        </p:tgtEl>
                                        <p:attrNameLst>
                                          <p:attrName>style.visibility</p:attrName>
                                        </p:attrNameLst>
                                      </p:cBhvr>
                                      <p:to>
                                        <p:strVal val="visible"/>
                                      </p:to>
                                    </p:set>
                                    <p:animEffect filter="wipe(down)" transition="in">
                                      <p:cBhvr>
                                        <p:cTn id="351" dur="1000"/>
                                        <p:tgtEl>
                                          <p:spTgt spid="1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62" grpId="74"/>
      <p:bldP build="whole" bldLvl="1" animBg="1" rev="0" advAuto="0" spid="1106" grpId="8"/>
      <p:bldP build="whole" bldLvl="1" animBg="1" rev="0" advAuto="0" spid="1099" grpId="3"/>
      <p:bldP build="whole" bldLvl="1" animBg="1" rev="0" advAuto="0" spid="1159" grpId="65"/>
      <p:bldP build="whole" bldLvl="1" animBg="1" rev="0" advAuto="0" spid="1133" grpId="58"/>
      <p:bldP build="whole" bldLvl="1" animBg="1" rev="0" advAuto="0" spid="1156" grpId="56"/>
      <p:bldP build="whole" bldLvl="1" animBg="1" rev="0" advAuto="0" spid="1153" grpId="43"/>
      <p:bldP build="whole" bldLvl="1" animBg="1" rev="0" advAuto="0" spid="1167" grpId="66"/>
      <p:bldP build="whole" bldLvl="1" animBg="1" rev="0" advAuto="0" spid="1164" grpId="54"/>
      <p:bldP build="whole" bldLvl="1" animBg="1" rev="0" advAuto="0" spid="1101" grpId="35"/>
      <p:bldP build="whole" bldLvl="1" animBg="1" rev="0" advAuto="0" spid="1110" grpId="12"/>
      <p:bldP build="whole" bldLvl="1" animBg="1" rev="0" advAuto="0" spid="1179" grpId="42"/>
      <p:bldP build="whole" bldLvl="1" animBg="1" rev="0" advAuto="0" spid="1131" grpId="51"/>
      <p:bldP build="whole" bldLvl="1" animBg="1" rev="0" advAuto="0" spid="1144" grpId="20"/>
      <p:bldP build="whole" bldLvl="1" animBg="1" rev="0" advAuto="0" spid="1111" grpId="13"/>
      <p:bldP build="whole" bldLvl="1" animBg="1" rev="0" advAuto="0" spid="1108" grpId="10"/>
      <p:bldP build="whole" bldLvl="1" animBg="1" rev="0" advAuto="0" spid="1100" grpId="5"/>
      <p:bldP build="whole" bldLvl="1" animBg="1" rev="0" advAuto="0" spid="1150" grpId="55"/>
      <p:bldP build="whole" bldLvl="1" animBg="1" rev="0" advAuto="0" spid="1119" grpId="24"/>
      <p:bldP build="whole" bldLvl="1" animBg="1" rev="0" advAuto="0" spid="1176" grpId="46"/>
      <p:bldP build="whole" bldLvl="1" animBg="1" rev="0" advAuto="0" spid="1128" grpId="33"/>
      <p:bldP build="whole" bldLvl="1" animBg="1" rev="0" advAuto="0" spid="1103" grpId="34"/>
      <p:bldP build="whole" bldLvl="1" animBg="1" rev="0" advAuto="0" spid="1161" grpId="71"/>
      <p:bldP build="whole" bldLvl="1" animBg="1" rev="0" advAuto="0" spid="1105" grpId="7"/>
      <p:bldP build="whole" bldLvl="1" animBg="1" rev="0" advAuto="0" spid="1158" grpId="62"/>
      <p:bldP build="whole" bldLvl="1" animBg="1" rev="0" advAuto="0" spid="1166" grpId="60"/>
      <p:bldP build="whole" bldLvl="1" animBg="1" rev="0" advAuto="0" spid="1155" grpId="52"/>
      <p:bldP build="whole" bldLvl="1" animBg="1" rev="0" advAuto="0" spid="1141" grpId="30"/>
      <p:bldP build="whole" bldLvl="1" animBg="1" rev="0" advAuto="0" spid="1134" grpId="63"/>
      <p:bldP build="whole" bldLvl="1" animBg="1" rev="0" advAuto="0" spid="1139" grpId="75"/>
      <p:bldP build="whole" bldLvl="1" animBg="1" rev="0" advAuto="0" spid="1122" grpId="27"/>
      <p:bldP build="whole" bldLvl="1" animBg="1" rev="0" advAuto="0" spid="1114" grpId="16"/>
      <p:bldP build="whole" bldLvl="1" animBg="1" rev="0" advAuto="0" spid="1124" grpId="29"/>
      <p:bldP build="whole" bldLvl="1" animBg="1" rev="0" advAuto="0" spid="1174" grpId="49"/>
      <p:bldP build="whole" bldLvl="1" animBg="1" rev="0" advAuto="0" spid="1181" grpId="50"/>
      <p:bldP build="whole" bldLvl="1" animBg="1" rev="0" advAuto="0" spid="1146" grpId="22"/>
      <p:bldP build="whole" bldLvl="1" animBg="1" rev="0" advAuto="0" spid="1136" grpId="69"/>
      <p:bldP build="whole" bldLvl="1" animBg="1" rev="0" advAuto="0" spid="1178" grpId="41"/>
      <p:bldP build="whole" bldLvl="1" animBg="1" rev="0" advAuto="0" spid="1126" grpId="6"/>
      <p:bldP build="whole" bldLvl="1" animBg="1" rev="0" advAuto="0" spid="1104" grpId="37"/>
      <p:bldP build="whole" bldLvl="1" animBg="1" rev="0" advAuto="0" spid="1137" grpId="70"/>
      <p:bldP build="whole" bldLvl="1" animBg="1" rev="0" advAuto="0" spid="1143" grpId="19"/>
      <p:bldP build="whole" bldLvl="1" animBg="1" rev="0" advAuto="0" spid="1149" grpId="47"/>
      <p:bldP build="whole" bldLvl="1" animBg="1" rev="0" advAuto="0" spid="1113" grpId="15"/>
      <p:bldP build="whole" bldLvl="1" animBg="1" rev="0" advAuto="0" spid="1148" grpId="2"/>
      <p:bldP build="whole" bldLvl="1" animBg="1" rev="0" advAuto="0" spid="1116" grpId="38"/>
      <p:bldP build="whole" bldLvl="1" animBg="1" rev="0" advAuto="0" spid="1168" grpId="53"/>
      <p:bldP build="whole" bldLvl="1" animBg="1" rev="0" advAuto="0" spid="1152" grpId="67"/>
      <p:bldP build="whole" bldLvl="1" animBg="1" rev="0" advAuto="0" spid="1138" grpId="76"/>
      <p:bldP build="whole" bldLvl="1" animBg="1" rev="0" advAuto="0" spid="1163" grpId="77"/>
      <p:bldP build="whole" bldLvl="1" animBg="1" rev="0" advAuto="0" spid="1109" grpId="11"/>
      <p:bldP build="whole" bldLvl="1" animBg="1" rev="0" advAuto="0" spid="1121" grpId="26"/>
      <p:bldP build="whole" bldLvl="1" animBg="1" rev="0" advAuto="0" spid="1130" grpId="39"/>
      <p:bldP build="whole" bldLvl="1" animBg="1" rev="0" advAuto="0" spid="1175" grpId="44"/>
      <p:bldP build="whole" bldLvl="1" animBg="1" rev="0" advAuto="0" spid="1160" grpId="68"/>
      <p:bldP build="whole" bldLvl="1" animBg="1" rev="0" advAuto="0" spid="1107" grpId="9"/>
      <p:bldP build="whole" bldLvl="1" animBg="1" rev="0" advAuto="0" spid="1140" grpId="31"/>
      <p:bldP build="whole" bldLvl="1" animBg="1" rev="0" advAuto="0" spid="1157" grpId="59"/>
      <p:bldP build="whole" bldLvl="1" animBg="1" rev="0" advAuto="0" spid="1129" grpId="23"/>
      <p:bldP build="whole" bldLvl="1" animBg="1" rev="0" advAuto="0" spid="1154" grpId="48"/>
      <p:bldP build="whole" bldLvl="1" animBg="1" rev="0" advAuto="0" spid="1115" grpId="17"/>
      <p:bldP build="whole" bldLvl="1" animBg="1" rev="0" advAuto="0" spid="1127" grpId="32"/>
      <p:bldP build="whole" bldLvl="1" animBg="1" rev="0" advAuto="0" spid="1102" grpId="36"/>
      <p:bldP build="whole" bldLvl="1" animBg="1" rev="0" advAuto="0" spid="1123" grpId="28"/>
      <p:bldP build="whole" bldLvl="1" animBg="1" rev="0" advAuto="0" spid="1180" grpId="45"/>
      <p:bldP build="whole" bldLvl="1" animBg="1" rev="0" advAuto="0" spid="1145" grpId="21"/>
      <p:bldP build="whole" bldLvl="1" animBg="1" rev="0" advAuto="0" spid="1135" grpId="64"/>
      <p:bldP build="whole" bldLvl="1" animBg="1" rev="0" advAuto="0" spid="1112" grpId="14"/>
      <p:bldP build="whole" bldLvl="1" animBg="1" rev="0" advAuto="0" spid="1132" grpId="57"/>
      <p:bldP build="whole" bldLvl="1" animBg="1" rev="0" advAuto="0" spid="1165" grpId="72"/>
      <p:bldP build="whole" bldLvl="1" animBg="1" rev="0" advAuto="0" spid="1125" grpId="4"/>
      <p:bldP build="whole" bldLvl="1" animBg="1" rev="0" advAuto="0" spid="1177" grpId="40"/>
      <p:bldP build="whole" bldLvl="1" animBg="1" rev="0" advAuto="0" spid="1120" grpId="25"/>
      <p:bldP build="whole" bldLvl="1" animBg="1" rev="0" advAuto="0" spid="1142" grpId="18"/>
      <p:bldP build="whole" bldLvl="1" animBg="1" rev="0" advAuto="0" spid="1151" grpId="61"/>
      <p:bldP build="whole" bldLvl="1" animBg="1" rev="0" advAuto="0" spid="1147" grpId="1"/>
      <p:bldP build="whole" bldLvl="1" animBg="1" rev="0" advAuto="0" spid="1117" grpId="73"/>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3" name="Slide Number Placeholder 3"/>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84" name="Picture 2" descr="Picture 2"/>
          <p:cNvPicPr>
            <a:picLocks noChangeAspect="1"/>
          </p:cNvPicPr>
          <p:nvPr/>
        </p:nvPicPr>
        <p:blipFill>
          <a:blip r:embed="rId2">
            <a:extLst/>
          </a:blip>
          <a:srcRect l="0" t="0" r="0" b="18666"/>
          <a:stretch>
            <a:fillRect/>
          </a:stretch>
        </p:blipFill>
        <p:spPr>
          <a:xfrm>
            <a:off x="949325" y="-1"/>
            <a:ext cx="10291764" cy="5577842"/>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6" name="Slide Number Placeholder 3"/>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187" name="Picture 2" descr="Picture 2"/>
          <p:cNvPicPr>
            <a:picLocks noChangeAspect="1"/>
          </p:cNvPicPr>
          <p:nvPr/>
        </p:nvPicPr>
        <p:blipFill>
          <a:blip r:embed="rId2">
            <a:extLst/>
          </a:blip>
          <a:stretch>
            <a:fillRect/>
          </a:stretch>
        </p:blipFill>
        <p:spPr>
          <a:xfrm>
            <a:off x="0" y="177800"/>
            <a:ext cx="12192000" cy="60960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000000"/>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Helvetica"/>
        <a:ea typeface="Helvetica"/>
        <a:cs typeface="Helvetica"/>
      </a:majorFont>
      <a:minorFont>
        <a:latin typeface="Calibri"/>
        <a:ea typeface="Calibri"/>
        <a:cs typeface="Calibri"/>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2700000">
              <a:srgbClr val="000000">
                <a:alpha val="60000"/>
              </a:srgbClr>
            </a:outerShdw>
          </a:effectLst>
        </a:effectStyle>
        <a:effectStyle>
          <a:effectLst>
            <a:outerShdw sx="100000" sy="100000" kx="0" ky="0" algn="b" rotWithShape="0" blurRad="38100" dist="25400" dir="270000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outerShdw sx="100000" sy="100000" kx="0" ky="0" algn="b" rotWithShape="0" blurRad="38100" dist="25400" dir="2700000">
            <a:srgbClr val="000000">
              <a:alpha val="60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Helvetica"/>
        <a:ea typeface="Helvetica"/>
        <a:cs typeface="Helvetica"/>
      </a:majorFont>
      <a:minorFont>
        <a:latin typeface="Calibri"/>
        <a:ea typeface="Calibri"/>
        <a:cs typeface="Calibri"/>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2700000">
              <a:srgbClr val="000000">
                <a:alpha val="60000"/>
              </a:srgbClr>
            </a:outerShdw>
          </a:effectLst>
        </a:effectStyle>
        <a:effectStyle>
          <a:effectLst>
            <a:outerShdw sx="100000" sy="100000" kx="0" ky="0" algn="b" rotWithShape="0" blurRad="38100" dist="25400" dir="270000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outerShdw sx="100000" sy="100000" kx="0" ky="0" algn="b" rotWithShape="0" blurRad="38100" dist="25400" dir="2700000">
            <a:srgbClr val="000000">
              <a:alpha val="60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