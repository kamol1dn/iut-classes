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8" r:id="rId1"/>
  </p:sldMasterIdLst>
  <p:notesMasterIdLst>
    <p:notesMasterId r:id="rId36"/>
  </p:notesMasterIdLst>
  <p:handoutMasterIdLst>
    <p:handoutMasterId r:id="rId37"/>
  </p:handoutMasterIdLst>
  <p:sldIdLst>
    <p:sldId id="267" r:id="rId2"/>
    <p:sldId id="391" r:id="rId3"/>
    <p:sldId id="257" r:id="rId4"/>
    <p:sldId id="392" r:id="rId5"/>
    <p:sldId id="259" r:id="rId6"/>
    <p:sldId id="407" r:id="rId7"/>
    <p:sldId id="262" r:id="rId8"/>
    <p:sldId id="264" r:id="rId9"/>
    <p:sldId id="265" r:id="rId10"/>
    <p:sldId id="408" r:id="rId11"/>
    <p:sldId id="395" r:id="rId12"/>
    <p:sldId id="396" r:id="rId13"/>
    <p:sldId id="409" r:id="rId14"/>
    <p:sldId id="397" r:id="rId15"/>
    <p:sldId id="398" r:id="rId16"/>
    <p:sldId id="399" r:id="rId17"/>
    <p:sldId id="400" r:id="rId18"/>
    <p:sldId id="410" r:id="rId19"/>
    <p:sldId id="401" r:id="rId20"/>
    <p:sldId id="266" r:id="rId21"/>
    <p:sldId id="402" r:id="rId22"/>
    <p:sldId id="268" r:id="rId23"/>
    <p:sldId id="269" r:id="rId24"/>
    <p:sldId id="404" r:id="rId25"/>
    <p:sldId id="405" r:id="rId26"/>
    <p:sldId id="270" r:id="rId27"/>
    <p:sldId id="271" r:id="rId28"/>
    <p:sldId id="272" r:id="rId29"/>
    <p:sldId id="406" r:id="rId30"/>
    <p:sldId id="273" r:id="rId31"/>
    <p:sldId id="274" r:id="rId32"/>
    <p:sldId id="275" r:id="rId33"/>
    <p:sldId id="261" r:id="rId34"/>
    <p:sldId id="258" r:id="rId35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FEE"/>
    <a:srgbClr val="FFFC00"/>
    <a:srgbClr val="FF2600"/>
    <a:srgbClr val="7A81FF"/>
    <a:srgbClr val="8E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6"/>
    <p:restoredTop sz="94829"/>
  </p:normalViewPr>
  <p:slideViewPr>
    <p:cSldViewPr snapToGrid="0" showGuides="1">
      <p:cViewPr varScale="1">
        <p:scale>
          <a:sx n="147" d="100"/>
          <a:sy n="147" d="100"/>
        </p:scale>
        <p:origin x="760" y="20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3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E299DF-2EE1-44DA-BCDF-7A239ACEB57A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F0AA4-A2F5-4A40-9C5A-A07779DC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374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A64E5-6BBC-44C1-BF30-9D54C076B5AF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93D91-833B-4CD9-BA58-34414A7AC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90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93D91-833B-4CD9-BA58-34414A7ACF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81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3D6F5-2B37-46CA-A517-A1EE39CD1C8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422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296018"/>
            <a:ext cx="12188825" cy="56198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nha University in Tashkent - Wikipedi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45" y="6296018"/>
            <a:ext cx="621212" cy="561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1034045" y="6392343"/>
            <a:ext cx="1917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Dr. Oybek Eraliyev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4272937" y="6392343"/>
            <a:ext cx="3646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Class:</a:t>
            </a:r>
            <a:r>
              <a:rPr lang="en-US" sz="1800" b="1" baseline="0" dirty="0">
                <a:solidFill>
                  <a:schemeClr val="bg1"/>
                </a:solidFill>
              </a:rPr>
              <a:t> Artificial Intelligence SOC4040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3731E6E0-65FC-79FE-1247-B4BBBEC35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95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50" name="Picture 2" descr="Inha University in Tashkent - Wikipedi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1205"/>
            <a:ext cx="626533" cy="56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92F5C73F-20E1-E6A1-A6DF-142A8215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77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903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31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070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070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5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7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03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05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56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296018"/>
            <a:ext cx="12192000" cy="56198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Inha University in Tashkent - Wikipedia">
            <a:extLst>
              <a:ext uri="{FF2B5EF4-FFF2-40B4-BE49-F238E27FC236}">
                <a16:creationId xmlns:a16="http://schemas.microsoft.com/office/drawing/2014/main" id="{7DF2B6A5-F6E9-0522-4754-A032480798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45" y="6296018"/>
            <a:ext cx="621212" cy="561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E4DA4FC-B0DD-97B3-9677-AB1C9049DA81}"/>
              </a:ext>
            </a:extLst>
          </p:cNvPr>
          <p:cNvSpPr/>
          <p:nvPr userDrawn="1"/>
        </p:nvSpPr>
        <p:spPr>
          <a:xfrm>
            <a:off x="1034045" y="6392343"/>
            <a:ext cx="1917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Dr. Oybek Eraliyev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55FBD7-9BD9-5501-3976-376E5E4308F5}"/>
              </a:ext>
            </a:extLst>
          </p:cNvPr>
          <p:cNvSpPr/>
          <p:nvPr userDrawn="1"/>
        </p:nvSpPr>
        <p:spPr>
          <a:xfrm>
            <a:off x="4272937" y="6392343"/>
            <a:ext cx="3646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Class:</a:t>
            </a:r>
            <a:r>
              <a:rPr lang="en-US" sz="1800" b="1" baseline="0" dirty="0">
                <a:solidFill>
                  <a:schemeClr val="bg1"/>
                </a:solidFill>
              </a:rPr>
              <a:t> Artificial Intelligence SOC4040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02664C06-59C7-F10A-DD70-A9D48F1AC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8198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70.png"/><Relationship Id="rId12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5.png"/><Relationship Id="rId10" Type="http://schemas.openxmlformats.org/officeDocument/2006/relationships/image" Target="../media/image411.png"/><Relationship Id="rId9" Type="http://schemas.openxmlformats.org/officeDocument/2006/relationships/image" Target="../media/image9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0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0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51.png"/><Relationship Id="rId3" Type="http://schemas.openxmlformats.org/officeDocument/2006/relationships/image" Target="../media/image81.png"/><Relationship Id="rId7" Type="http://schemas.openxmlformats.org/officeDocument/2006/relationships/image" Target="../media/image121.png"/><Relationship Id="rId12" Type="http://schemas.openxmlformats.org/officeDocument/2006/relationships/image" Target="../media/image5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11" Type="http://schemas.openxmlformats.org/officeDocument/2006/relationships/image" Target="../media/image160.png"/><Relationship Id="rId5" Type="http://schemas.openxmlformats.org/officeDocument/2006/relationships/image" Target="../media/image48.png"/><Relationship Id="rId10" Type="http://schemas.openxmlformats.org/officeDocument/2006/relationships/image" Target="../media/image49.png"/><Relationship Id="rId4" Type="http://schemas.openxmlformats.org/officeDocument/2006/relationships/image" Target="../media/image91.png"/><Relationship Id="rId9" Type="http://schemas.openxmlformats.org/officeDocument/2006/relationships/image" Target="../media/image14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10" Type="http://schemas.openxmlformats.org/officeDocument/2006/relationships/image" Target="../media/image54.png"/><Relationship Id="rId4" Type="http://schemas.openxmlformats.org/officeDocument/2006/relationships/image" Target="../media/image52.png"/><Relationship Id="rId9" Type="http://schemas.openxmlformats.org/officeDocument/2006/relationships/image" Target="../media/image52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270.png"/><Relationship Id="rId7" Type="http://schemas.openxmlformats.org/officeDocument/2006/relationships/image" Target="../media/image56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0.png"/><Relationship Id="rId10" Type="http://schemas.openxmlformats.org/officeDocument/2006/relationships/image" Target="../media/image340.png"/><Relationship Id="rId4" Type="http://schemas.openxmlformats.org/officeDocument/2006/relationships/image" Target="../media/image280.png"/><Relationship Id="rId9" Type="http://schemas.openxmlformats.org/officeDocument/2006/relationships/image" Target="../media/image33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2.png"/><Relationship Id="rId3" Type="http://schemas.openxmlformats.org/officeDocument/2006/relationships/image" Target="../media/image360.png"/><Relationship Id="rId7" Type="http://schemas.openxmlformats.org/officeDocument/2006/relationships/image" Target="../media/image40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37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42.png"/><Relationship Id="rId26" Type="http://schemas.openxmlformats.org/officeDocument/2006/relationships/image" Target="../media/image221.png"/><Relationship Id="rId39" Type="http://schemas.openxmlformats.org/officeDocument/2006/relationships/image" Target="../media/image60.png"/><Relationship Id="rId3" Type="http://schemas.openxmlformats.org/officeDocument/2006/relationships/image" Target="../media/image310.png"/><Relationship Id="rId21" Type="http://schemas.openxmlformats.org/officeDocument/2006/relationships/image" Target="../media/image92.png"/><Relationship Id="rId34" Type="http://schemas.openxmlformats.org/officeDocument/2006/relationships/image" Target="../media/image312.png"/><Relationship Id="rId7" Type="http://schemas.openxmlformats.org/officeDocument/2006/relationships/image" Target="../media/image72.png"/><Relationship Id="rId17" Type="http://schemas.openxmlformats.org/officeDocument/2006/relationships/image" Target="../media/image64.png"/><Relationship Id="rId25" Type="http://schemas.openxmlformats.org/officeDocument/2006/relationships/image" Target="../media/image213.png"/><Relationship Id="rId33" Type="http://schemas.openxmlformats.org/officeDocument/2006/relationships/image" Target="../media/image300.png"/><Relationship Id="rId38" Type="http://schemas.openxmlformats.org/officeDocument/2006/relationships/image" Target="../media/image230.png"/><Relationship Id="rId2" Type="http://schemas.openxmlformats.org/officeDocument/2006/relationships/image" Target="../media/image210.png"/><Relationship Id="rId16" Type="http://schemas.openxmlformats.org/officeDocument/2006/relationships/image" Target="../media/image132.png"/><Relationship Id="rId20" Type="http://schemas.openxmlformats.org/officeDocument/2006/relationships/image" Target="../media/image161.png"/><Relationship Id="rId29" Type="http://schemas.openxmlformats.org/officeDocument/2006/relationships/image" Target="../media/image260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201.png"/><Relationship Id="rId32" Type="http://schemas.openxmlformats.org/officeDocument/2006/relationships/image" Target="../media/image290.png"/><Relationship Id="rId37" Type="http://schemas.openxmlformats.org/officeDocument/2006/relationships/image" Target="../media/image241.png"/><Relationship Id="rId40" Type="http://schemas.openxmlformats.org/officeDocument/2006/relationships/image" Target="../media/image61.png"/><Relationship Id="rId5" Type="http://schemas.openxmlformats.org/officeDocument/2006/relationships/image" Target="../media/image59.png"/><Relationship Id="rId15" Type="http://schemas.openxmlformats.org/officeDocument/2006/relationships/image" Target="../media/image122.png"/><Relationship Id="rId23" Type="http://schemas.openxmlformats.org/officeDocument/2006/relationships/image" Target="../media/image112.png"/><Relationship Id="rId36" Type="http://schemas.openxmlformats.org/officeDocument/2006/relationships/image" Target="../media/image191.png"/><Relationship Id="rId28" Type="http://schemas.openxmlformats.org/officeDocument/2006/relationships/image" Target="../media/image251.png"/><Relationship Id="rId10" Type="http://schemas.openxmlformats.org/officeDocument/2006/relationships/image" Target="../media/image520.png"/><Relationship Id="rId19" Type="http://schemas.openxmlformats.org/officeDocument/2006/relationships/image" Target="../media/image150.png"/><Relationship Id="rId4" Type="http://schemas.openxmlformats.org/officeDocument/2006/relationships/image" Target="../media/image413.png"/><Relationship Id="rId9" Type="http://schemas.openxmlformats.org/officeDocument/2006/relationships/image" Target="../media/image410.png"/><Relationship Id="rId22" Type="http://schemas.openxmlformats.org/officeDocument/2006/relationships/image" Target="../media/image101.png"/><Relationship Id="rId27" Type="http://schemas.openxmlformats.org/officeDocument/2006/relationships/image" Target="../media/image170.png"/><Relationship Id="rId35" Type="http://schemas.openxmlformats.org/officeDocument/2006/relationships/image" Target="../media/image180.png"/><Relationship Id="rId8" Type="http://schemas.openxmlformats.org/officeDocument/2006/relationships/image" Target="../media/image8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361.png"/><Relationship Id="rId7" Type="http://schemas.openxmlformats.org/officeDocument/2006/relationships/image" Target="../media/image401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4" Type="http://schemas.openxmlformats.org/officeDocument/2006/relationships/image" Target="../media/image37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1.png"/><Relationship Id="rId13" Type="http://schemas.openxmlformats.org/officeDocument/2006/relationships/image" Target="NULL"/><Relationship Id="rId18" Type="http://schemas.openxmlformats.org/officeDocument/2006/relationships/image" Target="../media/image63.png"/><Relationship Id="rId3" Type="http://schemas.openxmlformats.org/officeDocument/2006/relationships/image" Target="../media/image281.png"/><Relationship Id="rId12" Type="http://schemas.openxmlformats.org/officeDocument/2006/relationships/image" Target="../media/image490.png"/><Relationship Id="rId17" Type="http://schemas.openxmlformats.org/officeDocument/2006/relationships/image" Target="../media/image510.png"/><Relationship Id="rId2" Type="http://schemas.openxmlformats.org/officeDocument/2006/relationships/image" Target="../media/image271.png"/><Relationship Id="rId16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11" Type="http://schemas.openxmlformats.org/officeDocument/2006/relationships/image" Target="../media/image480.png"/><Relationship Id="rId5" Type="http://schemas.openxmlformats.org/officeDocument/2006/relationships/image" Target="../media/image421.png"/><Relationship Id="rId15" Type="http://schemas.openxmlformats.org/officeDocument/2006/relationships/image" Target="NULL"/><Relationship Id="rId10" Type="http://schemas.openxmlformats.org/officeDocument/2006/relationships/image" Target="../media/image470.png"/><Relationship Id="rId4" Type="http://schemas.openxmlformats.org/officeDocument/2006/relationships/image" Target="../media/image321.png"/><Relationship Id="rId9" Type="http://schemas.openxmlformats.org/officeDocument/2006/relationships/image" Target="../media/image450.png"/><Relationship Id="rId14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813155-EA8F-3826-3A2B-6CDF6D241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E67561-5CF5-AFF3-6F52-39E54743F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0907" y="791653"/>
            <a:ext cx="8690186" cy="20574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Intro to Machine Learning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7941EF2-EC93-48F3-0675-CDC98B82D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2532" y="3742509"/>
            <a:ext cx="7766936" cy="2057400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US" dirty="0"/>
              <a:t> </a:t>
            </a:r>
          </a:p>
          <a:p>
            <a:pPr algn="ctr"/>
            <a:r>
              <a:rPr lang="en-US" sz="9600" b="1" cap="none" dirty="0">
                <a:solidFill>
                  <a:schemeClr val="tx1"/>
                </a:solidFill>
                <a:latin typeface="+mn-lt"/>
              </a:rPr>
              <a:t>Dr. Oybek Eraliev,</a:t>
            </a:r>
          </a:p>
          <a:p>
            <a:pPr algn="ctr"/>
            <a:r>
              <a:rPr lang="en-US" sz="9600" b="1" cap="none" dirty="0">
                <a:solidFill>
                  <a:schemeClr val="tx1"/>
                </a:solidFill>
                <a:latin typeface="+mn-lt"/>
              </a:rPr>
              <a:t>Department of Computer Engineering</a:t>
            </a:r>
          </a:p>
          <a:p>
            <a:pPr algn="ctr"/>
            <a:r>
              <a:rPr lang="en-US" sz="9600" b="1" cap="none" dirty="0" err="1">
                <a:solidFill>
                  <a:schemeClr val="tx1"/>
                </a:solidFill>
                <a:latin typeface="+mn-lt"/>
              </a:rPr>
              <a:t>Inha</a:t>
            </a:r>
            <a:r>
              <a:rPr lang="en-US" sz="9600" b="1" cap="none" dirty="0">
                <a:solidFill>
                  <a:schemeClr val="tx1"/>
                </a:solidFill>
                <a:latin typeface="+mn-lt"/>
              </a:rPr>
              <a:t> University In Tashkent.</a:t>
            </a:r>
          </a:p>
          <a:p>
            <a:pPr algn="ctr"/>
            <a:r>
              <a:rPr lang="en-US" sz="9600" b="1" cap="none" dirty="0">
                <a:solidFill>
                  <a:schemeClr val="tx1"/>
                </a:solidFill>
                <a:latin typeface="+mn-lt"/>
              </a:rPr>
              <a:t>Email: </a:t>
            </a:r>
            <a:r>
              <a:rPr lang="en-US" sz="9600" b="1" cap="none" dirty="0">
                <a:solidFill>
                  <a:srgbClr val="00B0F0"/>
                </a:solidFill>
                <a:latin typeface="+mn-lt"/>
              </a:rPr>
              <a:t>oybekeraliev7@gmail.com</a:t>
            </a:r>
          </a:p>
          <a:p>
            <a:pPr algn="ctr"/>
            <a:endParaRPr lang="en-US" sz="5600" dirty="0"/>
          </a:p>
        </p:txBody>
      </p:sp>
    </p:spTree>
    <p:extLst>
      <p:ext uri="{BB962C8B-B14F-4D97-AF65-F5344CB8AC3E}">
        <p14:creationId xmlns:p14="http://schemas.microsoft.com/office/powerpoint/2010/main" val="19658922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87B5-69A2-1DB9-E4F2-0BF006958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00"/>
                </a:solidFill>
                <a:latin typeface="+mn-lt"/>
              </a:rPr>
              <a:t>Content</a:t>
            </a:r>
            <a:endParaRPr lang="en-KR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FA3F1-E114-A21A-9F5D-F8BC4BB38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2</a:t>
            </a:fld>
            <a:endParaRPr lang="en-US"/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EC76B2F7-2274-9E7A-F5F8-C22A5E416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29901"/>
            <a:ext cx="10058400" cy="405708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dirty="0"/>
              <a:t>What is Machine Learning?</a:t>
            </a:r>
            <a:endParaRPr lang="en-US" sz="2800" b="1" dirty="0">
              <a:solidFill>
                <a:schemeClr val="tx1"/>
              </a:solidFill>
              <a:ea typeface="Cambria Math" panose="02040503050406030204" pitchFamily="18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dirty="0"/>
              <a:t>Supervised Learning 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dirty="0"/>
              <a:t>Unsupervised Learning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dirty="0"/>
              <a:t>Linear Regression with One Variable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dirty="0"/>
              <a:t>Linear Regression with Multiple Variables</a:t>
            </a:r>
          </a:p>
        </p:txBody>
      </p:sp>
    </p:spTree>
    <p:extLst>
      <p:ext uri="{BB962C8B-B14F-4D97-AF65-F5344CB8AC3E}">
        <p14:creationId xmlns:p14="http://schemas.microsoft.com/office/powerpoint/2010/main" val="509557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F999-D2C6-3260-595D-BE2CD423E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369" y="261124"/>
            <a:ext cx="10515600" cy="854075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00"/>
                </a:solidFill>
                <a:latin typeface="+mn-lt"/>
              </a:rPr>
              <a:t>What is Machine Learning?</a:t>
            </a:r>
            <a:endParaRPr lang="en-US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1ED3E-FCA8-C0C8-4314-F73A942068B4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Eraliev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4029C81-B78F-2F1B-EF0F-651C26CC6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202" y="1855428"/>
            <a:ext cx="10337074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dirty="0">
                <a:solidFill>
                  <a:srgbClr val="FFFC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Machine Learning (ML) 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– the use and development of computer systems that are able to learn and adapt without following explicit instructions, by using algorithms and statistical models to 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analyse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and draw </a:t>
            </a:r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inferences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 from patterns in data.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C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Machine Learning (ML) </a:t>
            </a:r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– Field of study that gives computers the ability to learn without being explicitly programmed. Arthur Samuel (1959). </a:t>
            </a:r>
            <a:endParaRPr lang="en-KR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93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446"/>
    </mc:Choice>
    <mc:Fallback xmlns="">
      <p:transition spd="slow" advTm="504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87FDB-E99C-BF33-71A5-DF4E8B551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918" y="2538115"/>
            <a:ext cx="3744686" cy="3258756"/>
          </a:xfrm>
        </p:spPr>
        <p:txBody>
          <a:bodyPr>
            <a:noAutofit/>
          </a:bodyPr>
          <a:lstStyle/>
          <a:p>
            <a:endParaRPr lang="en-US" sz="2400" dirty="0"/>
          </a:p>
          <a:p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Machine Learning is a part of Artificial Intelligence.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1ED3E-FCA8-C0C8-4314-F73A942068B4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Eraliev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F17BA0-3AF1-332D-6D3C-04013606741A}"/>
              </a:ext>
            </a:extLst>
          </p:cNvPr>
          <p:cNvSpPr/>
          <p:nvPr/>
        </p:nvSpPr>
        <p:spPr>
          <a:xfrm>
            <a:off x="6590180" y="1990354"/>
            <a:ext cx="4121240" cy="4179239"/>
          </a:xfrm>
          <a:prstGeom prst="ellipse">
            <a:avLst/>
          </a:prstGeom>
          <a:solidFill>
            <a:srgbClr val="0099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0EDE136-0158-DDF1-559D-0F43C4C0D493}"/>
              </a:ext>
            </a:extLst>
          </p:cNvPr>
          <p:cNvSpPr/>
          <p:nvPr/>
        </p:nvSpPr>
        <p:spPr>
          <a:xfrm>
            <a:off x="6907859" y="2748781"/>
            <a:ext cx="3485882" cy="34208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9E1A270-C708-B800-4D98-1E96BB6A12B3}"/>
              </a:ext>
            </a:extLst>
          </p:cNvPr>
          <p:cNvSpPr/>
          <p:nvPr/>
        </p:nvSpPr>
        <p:spPr>
          <a:xfrm>
            <a:off x="7398329" y="3650302"/>
            <a:ext cx="2504941" cy="2519291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662B91-4894-4D6F-6ABC-36760FF4799A}"/>
              </a:ext>
            </a:extLst>
          </p:cNvPr>
          <p:cNvSpPr txBox="1"/>
          <p:nvPr/>
        </p:nvSpPr>
        <p:spPr>
          <a:xfrm>
            <a:off x="7749991" y="1981946"/>
            <a:ext cx="1801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Artificial </a:t>
            </a:r>
          </a:p>
          <a:p>
            <a:pPr algn="ctr"/>
            <a:r>
              <a:rPr lang="en-US" sz="2400" b="1" dirty="0"/>
              <a:t>Intelligence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CE3E3A-405F-0050-6D39-6FA2568A1715}"/>
              </a:ext>
            </a:extLst>
          </p:cNvPr>
          <p:cNvSpPr txBox="1"/>
          <p:nvPr/>
        </p:nvSpPr>
        <p:spPr>
          <a:xfrm>
            <a:off x="7464769" y="3137207"/>
            <a:ext cx="2462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Machine Learning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68A749-906F-2A98-8333-DA3E9CD1774A}"/>
              </a:ext>
            </a:extLst>
          </p:cNvPr>
          <p:cNvSpPr txBox="1"/>
          <p:nvPr/>
        </p:nvSpPr>
        <p:spPr>
          <a:xfrm>
            <a:off x="7685182" y="4459187"/>
            <a:ext cx="2021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Deep Learning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015CAE8-E2EE-528D-113A-EA8432CE9222}"/>
              </a:ext>
            </a:extLst>
          </p:cNvPr>
          <p:cNvCxnSpPr>
            <a:cxnSpLocks/>
          </p:cNvCxnSpPr>
          <p:nvPr/>
        </p:nvCxnSpPr>
        <p:spPr>
          <a:xfrm>
            <a:off x="7398329" y="3083021"/>
            <a:ext cx="260475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B0BE91E-7A5F-7E3C-5C7B-46059D6F2E91}"/>
              </a:ext>
            </a:extLst>
          </p:cNvPr>
          <p:cNvCxnSpPr>
            <a:cxnSpLocks/>
          </p:cNvCxnSpPr>
          <p:nvPr/>
        </p:nvCxnSpPr>
        <p:spPr>
          <a:xfrm>
            <a:off x="9986415" y="3073020"/>
            <a:ext cx="0" cy="5360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E23412-84CD-1E64-B329-0D930C7B5F55}"/>
              </a:ext>
            </a:extLst>
          </p:cNvPr>
          <p:cNvCxnSpPr>
            <a:cxnSpLocks/>
          </p:cNvCxnSpPr>
          <p:nvPr/>
        </p:nvCxnSpPr>
        <p:spPr>
          <a:xfrm flipV="1">
            <a:off x="7398329" y="3598872"/>
            <a:ext cx="2604753" cy="102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974A696-C80C-E849-3955-39F5ACF9B1C4}"/>
              </a:ext>
            </a:extLst>
          </p:cNvPr>
          <p:cNvCxnSpPr>
            <a:cxnSpLocks/>
          </p:cNvCxnSpPr>
          <p:nvPr/>
        </p:nvCxnSpPr>
        <p:spPr>
          <a:xfrm>
            <a:off x="7407852" y="3073020"/>
            <a:ext cx="0" cy="5360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CDE03926-7F87-ACC9-0F67-BADAB4BC30A7}"/>
              </a:ext>
            </a:extLst>
          </p:cNvPr>
          <p:cNvSpPr txBox="1">
            <a:spLocks/>
          </p:cNvSpPr>
          <p:nvPr/>
        </p:nvSpPr>
        <p:spPr>
          <a:xfrm>
            <a:off x="1097280" y="271689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rgbClr val="FFFF00"/>
                </a:solidFill>
                <a:latin typeface="+mn-lt"/>
              </a:rPr>
              <a:t>What is Machine Learning?</a:t>
            </a:r>
            <a:endParaRPr lang="en-US" dirty="0">
              <a:solidFill>
                <a:srgbClr val="FFFF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8021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5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25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13" grpId="0" animBg="1"/>
      <p:bldP spid="14" grpId="0" animBg="1"/>
      <p:bldP spid="10" grpId="0"/>
      <p:bldP spid="16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B8D0CD-25CC-5098-0921-3FE389097671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Eraliev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D8723-588D-B4F0-12EC-11D7EF9D4CB6}"/>
              </a:ext>
            </a:extLst>
          </p:cNvPr>
          <p:cNvSpPr txBox="1"/>
          <p:nvPr/>
        </p:nvSpPr>
        <p:spPr>
          <a:xfrm>
            <a:off x="1266247" y="3113306"/>
            <a:ext cx="34011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Machine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ACF278-BCF7-E77A-C1E8-E739FB65B02F}"/>
              </a:ext>
            </a:extLst>
          </p:cNvPr>
          <p:cNvSpPr txBox="1"/>
          <p:nvPr/>
        </p:nvSpPr>
        <p:spPr>
          <a:xfrm>
            <a:off x="5703067" y="1630231"/>
            <a:ext cx="40611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Supervised learning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7398C5-0BC0-7AF5-C47D-0B4976E132BC}"/>
              </a:ext>
            </a:extLst>
          </p:cNvPr>
          <p:cNvSpPr txBox="1"/>
          <p:nvPr/>
        </p:nvSpPr>
        <p:spPr>
          <a:xfrm>
            <a:off x="5703067" y="2499038"/>
            <a:ext cx="40611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Unsupervised learning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307880-85B5-4860-0DC4-830E4DDAB498}"/>
              </a:ext>
            </a:extLst>
          </p:cNvPr>
          <p:cNvSpPr txBox="1"/>
          <p:nvPr/>
        </p:nvSpPr>
        <p:spPr>
          <a:xfrm>
            <a:off x="5703068" y="3624933"/>
            <a:ext cx="40611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Reinforcement learning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489A0A-8807-C7E1-DEAF-67BBF5B85375}"/>
              </a:ext>
            </a:extLst>
          </p:cNvPr>
          <p:cNvSpPr txBox="1"/>
          <p:nvPr/>
        </p:nvSpPr>
        <p:spPr>
          <a:xfrm>
            <a:off x="5703069" y="4634240"/>
            <a:ext cx="40611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Recommender system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BA9CA2-B04C-4CF0-8C54-240521DB7B6E}"/>
              </a:ext>
            </a:extLst>
          </p:cNvPr>
          <p:cNvCxnSpPr>
            <a:stCxn id="13" idx="3"/>
          </p:cNvCxnSpPr>
          <p:nvPr/>
        </p:nvCxnSpPr>
        <p:spPr>
          <a:xfrm flipV="1">
            <a:off x="4667416" y="3405693"/>
            <a:ext cx="596347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806AC7-A1C2-F8C6-5A57-D7927AC56501}"/>
              </a:ext>
            </a:extLst>
          </p:cNvPr>
          <p:cNvCxnSpPr>
            <a:cxnSpLocks/>
          </p:cNvCxnSpPr>
          <p:nvPr/>
        </p:nvCxnSpPr>
        <p:spPr>
          <a:xfrm flipV="1">
            <a:off x="5263763" y="1888744"/>
            <a:ext cx="0" cy="154025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4B33E0-5CEC-98FB-085E-3AAB4F2DB86C}"/>
              </a:ext>
            </a:extLst>
          </p:cNvPr>
          <p:cNvCxnSpPr>
            <a:cxnSpLocks/>
          </p:cNvCxnSpPr>
          <p:nvPr/>
        </p:nvCxnSpPr>
        <p:spPr>
          <a:xfrm>
            <a:off x="5263763" y="3405693"/>
            <a:ext cx="0" cy="51384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A892851-5EBF-D3E3-D8F6-5E94DF2EB5EA}"/>
              </a:ext>
            </a:extLst>
          </p:cNvPr>
          <p:cNvCxnSpPr>
            <a:cxnSpLocks/>
          </p:cNvCxnSpPr>
          <p:nvPr/>
        </p:nvCxnSpPr>
        <p:spPr>
          <a:xfrm>
            <a:off x="5249670" y="1888744"/>
            <a:ext cx="467492" cy="309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81F77FF-3562-647F-28F2-CBF30782BEB3}"/>
              </a:ext>
            </a:extLst>
          </p:cNvPr>
          <p:cNvCxnSpPr>
            <a:cxnSpLocks/>
          </p:cNvCxnSpPr>
          <p:nvPr/>
        </p:nvCxnSpPr>
        <p:spPr>
          <a:xfrm>
            <a:off x="5263763" y="2756126"/>
            <a:ext cx="467492" cy="309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E081601-3E76-70E0-E925-5A8AA05ED8FA}"/>
              </a:ext>
            </a:extLst>
          </p:cNvPr>
          <p:cNvCxnSpPr>
            <a:cxnSpLocks/>
          </p:cNvCxnSpPr>
          <p:nvPr/>
        </p:nvCxnSpPr>
        <p:spPr>
          <a:xfrm>
            <a:off x="5263763" y="3897912"/>
            <a:ext cx="467492" cy="309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7F0CB50-CA2D-F150-A62A-BECA064E13DF}"/>
              </a:ext>
            </a:extLst>
          </p:cNvPr>
          <p:cNvCxnSpPr>
            <a:cxnSpLocks/>
          </p:cNvCxnSpPr>
          <p:nvPr/>
        </p:nvCxnSpPr>
        <p:spPr>
          <a:xfrm>
            <a:off x="5249670" y="4907928"/>
            <a:ext cx="467492" cy="309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4E6D0DC-8C2F-D0BA-E570-CA8BFCF4B829}"/>
              </a:ext>
            </a:extLst>
          </p:cNvPr>
          <p:cNvCxnSpPr>
            <a:cxnSpLocks/>
          </p:cNvCxnSpPr>
          <p:nvPr/>
        </p:nvCxnSpPr>
        <p:spPr>
          <a:xfrm>
            <a:off x="5263763" y="3917677"/>
            <a:ext cx="0" cy="100912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C0DF30-C67D-700E-EA1C-FBD59398C07F}"/>
              </a:ext>
            </a:extLst>
          </p:cNvPr>
          <p:cNvCxnSpPr>
            <a:cxnSpLocks/>
          </p:cNvCxnSpPr>
          <p:nvPr/>
        </p:nvCxnSpPr>
        <p:spPr>
          <a:xfrm>
            <a:off x="5750305" y="1645629"/>
            <a:ext cx="293084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BF8CBE4-6320-F2CB-1587-AEED9EF9D3C7}"/>
              </a:ext>
            </a:extLst>
          </p:cNvPr>
          <p:cNvCxnSpPr>
            <a:cxnSpLocks/>
          </p:cNvCxnSpPr>
          <p:nvPr/>
        </p:nvCxnSpPr>
        <p:spPr>
          <a:xfrm>
            <a:off x="8693847" y="1645629"/>
            <a:ext cx="0" cy="5360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97DDFC5-99C8-EC86-9D17-6B10843B3A3E}"/>
              </a:ext>
            </a:extLst>
          </p:cNvPr>
          <p:cNvCxnSpPr>
            <a:cxnSpLocks/>
          </p:cNvCxnSpPr>
          <p:nvPr/>
        </p:nvCxnSpPr>
        <p:spPr>
          <a:xfrm>
            <a:off x="5750305" y="2171707"/>
            <a:ext cx="293084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16C169E-D919-0CD5-F42C-EE3B5A0C4546}"/>
              </a:ext>
            </a:extLst>
          </p:cNvPr>
          <p:cNvCxnSpPr>
            <a:cxnSpLocks/>
          </p:cNvCxnSpPr>
          <p:nvPr/>
        </p:nvCxnSpPr>
        <p:spPr>
          <a:xfrm>
            <a:off x="5759828" y="1635628"/>
            <a:ext cx="0" cy="5360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F56BBA37-ECB8-BBCE-9876-C58E4C76CE62}"/>
              </a:ext>
            </a:extLst>
          </p:cNvPr>
          <p:cNvSpPr txBox="1">
            <a:spLocks/>
          </p:cNvSpPr>
          <p:nvPr/>
        </p:nvSpPr>
        <p:spPr>
          <a:xfrm>
            <a:off x="1097280" y="271689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rgbClr val="FFFF00"/>
                </a:solidFill>
                <a:latin typeface="+mn-lt"/>
              </a:rPr>
              <a:t>What is Machine Learning?</a:t>
            </a:r>
            <a:endParaRPr lang="en-US" dirty="0">
              <a:solidFill>
                <a:srgbClr val="FFFF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159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25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9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87B5-69A2-1DB9-E4F2-0BF006958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00"/>
                </a:solidFill>
                <a:latin typeface="+mn-lt"/>
              </a:rPr>
              <a:t>Content</a:t>
            </a:r>
            <a:endParaRPr lang="en-KR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FA3F1-E114-A21A-9F5D-F8BC4BB38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EC76B2F7-2274-9E7A-F5F8-C22A5E416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29901"/>
            <a:ext cx="10058400" cy="405708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strike="sngStrike" dirty="0"/>
              <a:t>What is Machine Learning?</a:t>
            </a:r>
            <a:endParaRPr lang="en-US" sz="2800" b="1" strike="sngStrike" dirty="0">
              <a:solidFill>
                <a:schemeClr val="tx1"/>
              </a:solidFill>
              <a:ea typeface="Cambria Math" panose="02040503050406030204" pitchFamily="18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dirty="0"/>
              <a:t>Supervised Learning 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dirty="0"/>
              <a:t>Unsupervised Learning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dirty="0"/>
              <a:t>Linear Regression with One Variable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dirty="0"/>
              <a:t>Linear Regression with Multiple Variables</a:t>
            </a:r>
          </a:p>
        </p:txBody>
      </p:sp>
    </p:spTree>
    <p:extLst>
      <p:ext uri="{BB962C8B-B14F-4D97-AF65-F5344CB8AC3E}">
        <p14:creationId xmlns:p14="http://schemas.microsoft.com/office/powerpoint/2010/main" val="732738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F999-D2C6-3260-595D-BE2CD423E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331" y="236251"/>
            <a:ext cx="8532024" cy="8540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+mn-lt"/>
              </a:rPr>
              <a:t>Supervised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B8D0CD-25CC-5098-0921-3FE389097671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D8723-588D-B4F0-12EC-11D7EF9D4CB6}"/>
              </a:ext>
            </a:extLst>
          </p:cNvPr>
          <p:cNvSpPr txBox="1"/>
          <p:nvPr/>
        </p:nvSpPr>
        <p:spPr>
          <a:xfrm>
            <a:off x="4198091" y="1054698"/>
            <a:ext cx="36514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FF00"/>
                </a:solidFill>
              </a:rPr>
              <a:t>Supervised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ACF278-BCF7-E77A-C1E8-E739FB65B02F}"/>
              </a:ext>
            </a:extLst>
          </p:cNvPr>
          <p:cNvSpPr txBox="1"/>
          <p:nvPr/>
        </p:nvSpPr>
        <p:spPr>
          <a:xfrm>
            <a:off x="461103" y="2568271"/>
            <a:ext cx="556269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lphaUcPeriod"/>
            </a:pPr>
            <a:r>
              <a:rPr lang="en-US" sz="2400" b="1" dirty="0">
                <a:solidFill>
                  <a:srgbClr val="FFFF00"/>
                </a:solidFill>
              </a:rPr>
              <a:t>Classification problem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Logistic Regression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Decision Tree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Naive Bayes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K – Nearest Neighbor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Support Vector Machine</a:t>
            </a:r>
          </a:p>
          <a:p>
            <a:pPr lvl="1"/>
            <a:r>
              <a:rPr lang="en-US" sz="2800" b="1" dirty="0">
                <a:solidFill>
                  <a:srgbClr val="FFFF00"/>
                </a:solidFill>
              </a:rPr>
              <a:t>Example: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Email spam detection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Speech Recognition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489A0A-8807-C7E1-DEAF-67BBF5B85375}"/>
              </a:ext>
            </a:extLst>
          </p:cNvPr>
          <p:cNvSpPr txBox="1"/>
          <p:nvPr/>
        </p:nvSpPr>
        <p:spPr>
          <a:xfrm>
            <a:off x="6452116" y="2568271"/>
            <a:ext cx="490770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B. Regression problem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Linear Regression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Ridge Regression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Stepwise Regression</a:t>
            </a:r>
          </a:p>
          <a:p>
            <a:pPr lvl="1"/>
            <a:r>
              <a:rPr lang="en-US" sz="2400" b="1" dirty="0">
                <a:solidFill>
                  <a:srgbClr val="FFFF00"/>
                </a:solidFill>
              </a:rPr>
              <a:t>Example: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Stock Market Prediction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Rainfall prediction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BA9CA2-B04C-4CF0-8C54-240521DB7B6E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6023798" y="1639473"/>
            <a:ext cx="0" cy="40577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806AC7-A1C2-F8C6-5A57-D7927AC56501}"/>
              </a:ext>
            </a:extLst>
          </p:cNvPr>
          <p:cNvCxnSpPr>
            <a:cxnSpLocks/>
          </p:cNvCxnSpPr>
          <p:nvPr/>
        </p:nvCxnSpPr>
        <p:spPr>
          <a:xfrm flipH="1">
            <a:off x="3278551" y="2030882"/>
            <a:ext cx="2744044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A892851-5EBF-D3E3-D8F6-5E94DF2EB5EA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3278552" y="2016514"/>
            <a:ext cx="0" cy="434514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7F0CB50-CA2D-F150-A62A-BECA064E13DF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127584" y="2016514"/>
            <a:ext cx="0" cy="428261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3C2511A-424D-7816-8B57-0312984C835F}"/>
              </a:ext>
            </a:extLst>
          </p:cNvPr>
          <p:cNvCxnSpPr>
            <a:cxnSpLocks/>
          </p:cNvCxnSpPr>
          <p:nvPr/>
        </p:nvCxnSpPr>
        <p:spPr>
          <a:xfrm flipH="1">
            <a:off x="6022595" y="2030882"/>
            <a:ext cx="3119277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4F0824B-8848-215D-FCDA-249E2F5E8324}"/>
              </a:ext>
            </a:extLst>
          </p:cNvPr>
          <p:cNvSpPr/>
          <p:nvPr/>
        </p:nvSpPr>
        <p:spPr>
          <a:xfrm>
            <a:off x="461103" y="2451028"/>
            <a:ext cx="5634897" cy="37182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4E0AAB-665E-279C-BDEE-B907F33B51BD}"/>
              </a:ext>
            </a:extLst>
          </p:cNvPr>
          <p:cNvSpPr/>
          <p:nvPr/>
        </p:nvSpPr>
        <p:spPr>
          <a:xfrm>
            <a:off x="6310135" y="2444775"/>
            <a:ext cx="5634897" cy="37182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12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1" grpId="0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B8D0CD-25CC-5098-0921-3FE389097671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ACF278-BCF7-E77A-C1E8-E739FB65B02F}"/>
              </a:ext>
            </a:extLst>
          </p:cNvPr>
          <p:cNvSpPr txBox="1"/>
          <p:nvPr/>
        </p:nvSpPr>
        <p:spPr>
          <a:xfrm>
            <a:off x="1073331" y="1115404"/>
            <a:ext cx="40611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DFEE"/>
                </a:solidFill>
              </a:rPr>
              <a:t>Classification problem</a:t>
            </a:r>
          </a:p>
        </p:txBody>
      </p:sp>
      <p:pic>
        <p:nvPicPr>
          <p:cNvPr id="3" name="Picture 4" descr="Can robots trick us into thinking they're human just by copying our  behaviour? | Euronews">
            <a:extLst>
              <a:ext uri="{FF2B5EF4-FFF2-40B4-BE49-F238E27FC236}">
                <a16:creationId xmlns:a16="http://schemas.microsoft.com/office/drawing/2014/main" id="{ABF96B1A-37E9-A93A-0597-B62B6A48F7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30"/>
          <a:stretch/>
        </p:blipFill>
        <p:spPr bwMode="auto">
          <a:xfrm>
            <a:off x="4786566" y="2901393"/>
            <a:ext cx="2125918" cy="2055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30E1D5-B9E4-6AB4-6DEC-822AE255C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140" y="2388638"/>
            <a:ext cx="1785980" cy="1192142"/>
          </a:xfrm>
          <a:prstGeom prst="rect">
            <a:avLst/>
          </a:prstGeom>
        </p:spPr>
      </p:pic>
      <p:pic>
        <p:nvPicPr>
          <p:cNvPr id="2052" name="Picture 4" descr="BANANAS, 4 PACK – Dorset Street Stores">
            <a:extLst>
              <a:ext uri="{FF2B5EF4-FFF2-40B4-BE49-F238E27FC236}">
                <a16:creationId xmlns:a16="http://schemas.microsoft.com/office/drawing/2014/main" id="{FD931B55-B0F0-DB0B-08F4-76DA87E1D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853" y="4235961"/>
            <a:ext cx="1791012" cy="119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A46DE7-914E-4EB0-669F-61F36EE57B6A}"/>
              </a:ext>
            </a:extLst>
          </p:cNvPr>
          <p:cNvSpPr/>
          <p:nvPr/>
        </p:nvSpPr>
        <p:spPr>
          <a:xfrm>
            <a:off x="4774190" y="2817845"/>
            <a:ext cx="2125918" cy="228133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8E8F8FC-8697-73CD-72A2-EFC313C5E4A7}"/>
              </a:ext>
            </a:extLst>
          </p:cNvPr>
          <p:cNvSpPr/>
          <p:nvPr/>
        </p:nvSpPr>
        <p:spPr>
          <a:xfrm rot="1077310">
            <a:off x="3258084" y="3402997"/>
            <a:ext cx="964163" cy="227980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4A0F25E-ED37-E7EF-FA4F-52BA0762B4C7}"/>
              </a:ext>
            </a:extLst>
          </p:cNvPr>
          <p:cNvSpPr/>
          <p:nvPr/>
        </p:nvSpPr>
        <p:spPr>
          <a:xfrm rot="20121120">
            <a:off x="3314529" y="4369952"/>
            <a:ext cx="964163" cy="227980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588E5-EA40-9C71-8254-7D6B23AD74A2}"/>
              </a:ext>
            </a:extLst>
          </p:cNvPr>
          <p:cNvSpPr txBox="1"/>
          <p:nvPr/>
        </p:nvSpPr>
        <p:spPr>
          <a:xfrm>
            <a:off x="1785212" y="3638938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Apple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072E95-06B0-F464-9352-C8E4F3554EC9}"/>
              </a:ext>
            </a:extLst>
          </p:cNvPr>
          <p:cNvSpPr txBox="1"/>
          <p:nvPr/>
        </p:nvSpPr>
        <p:spPr>
          <a:xfrm>
            <a:off x="1708585" y="5504883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Banana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7DAA656-EE3E-94A4-850E-24D9E806BC14}"/>
              </a:ext>
            </a:extLst>
          </p:cNvPr>
          <p:cNvSpPr/>
          <p:nvPr/>
        </p:nvSpPr>
        <p:spPr>
          <a:xfrm>
            <a:off x="7269767" y="3823604"/>
            <a:ext cx="964163" cy="227980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5D3ED1-DDC5-858B-2F5B-A89203DDAFDB}"/>
              </a:ext>
            </a:extLst>
          </p:cNvPr>
          <p:cNvSpPr txBox="1"/>
          <p:nvPr/>
        </p:nvSpPr>
        <p:spPr>
          <a:xfrm>
            <a:off x="8591213" y="3744604"/>
            <a:ext cx="1044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Apple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D39A554-30DE-C48B-1E79-D27D3D33B5E4}"/>
              </a:ext>
            </a:extLst>
          </p:cNvPr>
          <p:cNvSpPr/>
          <p:nvPr/>
        </p:nvSpPr>
        <p:spPr>
          <a:xfrm rot="5400000">
            <a:off x="5616991" y="2378624"/>
            <a:ext cx="559910" cy="227980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6" name="Picture 8" descr="Apple Varieties - USApple">
            <a:extLst>
              <a:ext uri="{FF2B5EF4-FFF2-40B4-BE49-F238E27FC236}">
                <a16:creationId xmlns:a16="http://schemas.microsoft.com/office/drawing/2014/main" id="{06F4FFC6-A7CE-5CD5-9488-68B6410E3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6996" y="1396847"/>
            <a:ext cx="710472" cy="71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776C07-9519-D6DE-30AC-EC86D3883303}"/>
              </a:ext>
            </a:extLst>
          </p:cNvPr>
          <p:cNvSpPr txBox="1"/>
          <p:nvPr/>
        </p:nvSpPr>
        <p:spPr>
          <a:xfrm>
            <a:off x="1570787" y="5876549"/>
            <a:ext cx="1064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Input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2DA789-5184-CD47-31AC-211590793014}"/>
              </a:ext>
            </a:extLst>
          </p:cNvPr>
          <p:cNvSpPr txBox="1"/>
          <p:nvPr/>
        </p:nvSpPr>
        <p:spPr>
          <a:xfrm>
            <a:off x="5364134" y="5360063"/>
            <a:ext cx="13691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FF00"/>
                </a:solidFill>
              </a:rPr>
              <a:t>Model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(Algorithm)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7E63BC-D0AD-FFD9-D32A-4851B68B64DE}"/>
              </a:ext>
            </a:extLst>
          </p:cNvPr>
          <p:cNvSpPr txBox="1"/>
          <p:nvPr/>
        </p:nvSpPr>
        <p:spPr>
          <a:xfrm>
            <a:off x="8581015" y="4862252"/>
            <a:ext cx="1064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Output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E624565-18D1-B850-44F5-D47503453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134" y="1227851"/>
            <a:ext cx="1006588" cy="97303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F1FF9B9-445B-E57D-49CE-60B6892BDC0F}"/>
              </a:ext>
            </a:extLst>
          </p:cNvPr>
          <p:cNvSpPr/>
          <p:nvPr/>
        </p:nvSpPr>
        <p:spPr>
          <a:xfrm>
            <a:off x="8636433" y="3465513"/>
            <a:ext cx="1425952" cy="9927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C5B74C-F8C8-DB38-15C1-B5E6C8F6F163}"/>
              </a:ext>
            </a:extLst>
          </p:cNvPr>
          <p:cNvSpPr txBox="1"/>
          <p:nvPr/>
        </p:nvSpPr>
        <p:spPr>
          <a:xfrm>
            <a:off x="8601409" y="3727679"/>
            <a:ext cx="1044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Apple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667BF66-A2E8-50AA-7A4A-AA2BAFBC5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331" y="236251"/>
            <a:ext cx="8532024" cy="8540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+mn-lt"/>
              </a:rPr>
              <a:t>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386031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1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animBg="1"/>
      <p:bldP spid="9" grpId="0" animBg="1"/>
      <p:bldP spid="10" grpId="0" animBg="1"/>
      <p:bldP spid="11" grpId="0"/>
      <p:bldP spid="12" grpId="0"/>
      <p:bldP spid="14" grpId="0" animBg="1"/>
      <p:bldP spid="16" grpId="0"/>
      <p:bldP spid="17" grpId="0" animBg="1"/>
      <p:bldP spid="5" grpId="0"/>
      <p:bldP spid="7" grpId="0"/>
      <p:bldP spid="13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B8D0CD-25CC-5098-0921-3FE389097671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pic>
        <p:nvPicPr>
          <p:cNvPr id="3" name="Picture 4" descr="Can robots trick us into thinking they're human just by copying our  behaviour? | Euronews">
            <a:extLst>
              <a:ext uri="{FF2B5EF4-FFF2-40B4-BE49-F238E27FC236}">
                <a16:creationId xmlns:a16="http://schemas.microsoft.com/office/drawing/2014/main" id="{ABF96B1A-37E9-A93A-0597-B62B6A48F7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30"/>
          <a:stretch/>
        </p:blipFill>
        <p:spPr bwMode="auto">
          <a:xfrm>
            <a:off x="5648717" y="2988482"/>
            <a:ext cx="2125918" cy="2055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A46DE7-914E-4EB0-669F-61F36EE57B6A}"/>
              </a:ext>
            </a:extLst>
          </p:cNvPr>
          <p:cNvSpPr/>
          <p:nvPr/>
        </p:nvSpPr>
        <p:spPr>
          <a:xfrm>
            <a:off x="5636341" y="2904934"/>
            <a:ext cx="2125918" cy="228133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7DAA656-EE3E-94A4-850E-24D9E806BC14}"/>
              </a:ext>
            </a:extLst>
          </p:cNvPr>
          <p:cNvSpPr/>
          <p:nvPr/>
        </p:nvSpPr>
        <p:spPr>
          <a:xfrm>
            <a:off x="8131918" y="3910693"/>
            <a:ext cx="964163" cy="227980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249E227-B16A-76F0-F2D3-6BC96D2BE74C}"/>
              </a:ext>
            </a:extLst>
          </p:cNvPr>
          <p:cNvSpPr/>
          <p:nvPr/>
        </p:nvSpPr>
        <p:spPr>
          <a:xfrm>
            <a:off x="4409004" y="3910693"/>
            <a:ext cx="964163" cy="227980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35E40A0D-64E2-515D-FA82-B9576FAA4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869837"/>
              </p:ext>
            </p:extLst>
          </p:nvPr>
        </p:nvGraphicFramePr>
        <p:xfrm>
          <a:off x="1146954" y="2941117"/>
          <a:ext cx="2998876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438">
                  <a:extLst>
                    <a:ext uri="{9D8B030D-6E8A-4147-A177-3AD203B41FA5}">
                      <a16:colId xmlns:a16="http://schemas.microsoft.com/office/drawing/2014/main" val="748589363"/>
                    </a:ext>
                  </a:extLst>
                </a:gridCol>
                <a:gridCol w="1499438">
                  <a:extLst>
                    <a:ext uri="{9D8B030D-6E8A-4147-A177-3AD203B41FA5}">
                      <a16:colId xmlns:a16="http://schemas.microsoft.com/office/drawing/2014/main" val="1099276179"/>
                    </a:ext>
                  </a:extLst>
                </a:gridCol>
              </a:tblGrid>
              <a:tr h="3561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Temperature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Temperature (F)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231769"/>
                  </a:ext>
                </a:extLst>
              </a:tr>
              <a:tr h="3561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498106"/>
                  </a:ext>
                </a:extLst>
              </a:tr>
              <a:tr h="3561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892027"/>
                  </a:ext>
                </a:extLst>
              </a:tr>
              <a:tr h="3561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71.6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765313"/>
                  </a:ext>
                </a:extLst>
              </a:tr>
              <a:tr h="3561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35276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0E36BC3-7A81-B99A-BE69-71FE22A69D06}"/>
              </a:ext>
            </a:extLst>
          </p:cNvPr>
          <p:cNvSpPr txBox="1"/>
          <p:nvPr/>
        </p:nvSpPr>
        <p:spPr>
          <a:xfrm>
            <a:off x="6396348" y="1744501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45 °C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802D67D-37E1-C82E-0BF0-17DD55EE4582}"/>
              </a:ext>
            </a:extLst>
          </p:cNvPr>
          <p:cNvSpPr/>
          <p:nvPr/>
        </p:nvSpPr>
        <p:spPr>
          <a:xfrm rot="5400000">
            <a:off x="6533335" y="2368958"/>
            <a:ext cx="559910" cy="227980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9DF507-B2E2-D03F-DFAB-F3CE12852681}"/>
              </a:ext>
            </a:extLst>
          </p:cNvPr>
          <p:cNvSpPr txBox="1"/>
          <p:nvPr/>
        </p:nvSpPr>
        <p:spPr>
          <a:xfrm>
            <a:off x="9453364" y="3793850"/>
            <a:ext cx="86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113 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2A59E2-1E0F-EF47-B5D0-DCCE3186FB57}"/>
              </a:ext>
            </a:extLst>
          </p:cNvPr>
          <p:cNvSpPr txBox="1"/>
          <p:nvPr/>
        </p:nvSpPr>
        <p:spPr>
          <a:xfrm>
            <a:off x="1073331" y="1173874"/>
            <a:ext cx="40611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DFEE"/>
                </a:solidFill>
              </a:rPr>
              <a:t>Regression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1D7530-F928-07CA-2A1B-E10F56647604}"/>
              </a:ext>
            </a:extLst>
          </p:cNvPr>
          <p:cNvSpPr txBox="1"/>
          <p:nvPr/>
        </p:nvSpPr>
        <p:spPr>
          <a:xfrm>
            <a:off x="1972146" y="5304739"/>
            <a:ext cx="1064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285373-E820-0A2C-D7D2-C73ECBB744E0}"/>
              </a:ext>
            </a:extLst>
          </p:cNvPr>
          <p:cNvSpPr txBox="1"/>
          <p:nvPr/>
        </p:nvSpPr>
        <p:spPr>
          <a:xfrm>
            <a:off x="5896230" y="5304739"/>
            <a:ext cx="1834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Model</a:t>
            </a:r>
          </a:p>
          <a:p>
            <a:pPr algn="ctr"/>
            <a:r>
              <a:rPr lang="en-US" sz="2400" b="1" dirty="0">
                <a:solidFill>
                  <a:srgbClr val="FFFF00"/>
                </a:solidFill>
              </a:rPr>
              <a:t>(Algorithm)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A9AD49-4546-CBB4-7DE2-1B77C6D6A825}"/>
              </a:ext>
            </a:extLst>
          </p:cNvPr>
          <p:cNvSpPr txBox="1"/>
          <p:nvPr/>
        </p:nvSpPr>
        <p:spPr>
          <a:xfrm>
            <a:off x="9453364" y="5328299"/>
            <a:ext cx="1304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Output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108B1EE-0308-3700-52F9-E01788973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331" y="236251"/>
            <a:ext cx="8532024" cy="8540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+mn-lt"/>
              </a:rPr>
              <a:t>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236131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5" grpId="0" animBg="1"/>
      <p:bldP spid="13" grpId="0"/>
      <p:bldP spid="17" grpId="0" animBg="1"/>
      <p:bldP spid="18" grpId="0"/>
      <p:bldP spid="19" grpId="0"/>
      <p:bldP spid="6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87B5-69A2-1DB9-E4F2-0BF006958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00"/>
                </a:solidFill>
                <a:latin typeface="+mn-lt"/>
              </a:rPr>
              <a:t>Content</a:t>
            </a:r>
            <a:endParaRPr lang="en-KR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FA3F1-E114-A21A-9F5D-F8BC4BB38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10</a:t>
            </a:fld>
            <a:endParaRPr lang="en-US"/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EC76B2F7-2274-9E7A-F5F8-C22A5E416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29901"/>
            <a:ext cx="10058400" cy="405708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strike="sngStrike" dirty="0"/>
              <a:t>What is Machine Learning?</a:t>
            </a:r>
            <a:endParaRPr lang="en-US" sz="2800" b="1" strike="sngStrike" dirty="0">
              <a:solidFill>
                <a:schemeClr val="tx1"/>
              </a:solidFill>
              <a:ea typeface="Cambria Math" panose="02040503050406030204" pitchFamily="18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strike="sngStrike" dirty="0"/>
              <a:t>Supervised Learning 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dirty="0"/>
              <a:t>Unsupervised Learning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dirty="0"/>
              <a:t>Linear Regression with One Variable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dirty="0"/>
              <a:t>Linear Regression with Multiple Variables</a:t>
            </a:r>
          </a:p>
        </p:txBody>
      </p:sp>
    </p:spTree>
    <p:extLst>
      <p:ext uri="{BB962C8B-B14F-4D97-AF65-F5344CB8AC3E}">
        <p14:creationId xmlns:p14="http://schemas.microsoft.com/office/powerpoint/2010/main" val="2965656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B8D0CD-25CC-5098-0921-3FE389097671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D8723-588D-B4F0-12EC-11D7EF9D4CB6}"/>
              </a:ext>
            </a:extLst>
          </p:cNvPr>
          <p:cNvSpPr txBox="1"/>
          <p:nvPr/>
        </p:nvSpPr>
        <p:spPr>
          <a:xfrm>
            <a:off x="640703" y="3113306"/>
            <a:ext cx="4026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Unsupervised learning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489A0A-8807-C7E1-DEAF-67BBF5B85375}"/>
              </a:ext>
            </a:extLst>
          </p:cNvPr>
          <p:cNvSpPr txBox="1"/>
          <p:nvPr/>
        </p:nvSpPr>
        <p:spPr>
          <a:xfrm>
            <a:off x="5927001" y="4033539"/>
            <a:ext cx="596019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Dimensionality reduction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Principle Component Analysis (PCA)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Linear Discriminant Analysis (LDA)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Autoencoders (AEs)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BA9CA2-B04C-4CF0-8C54-240521DB7B6E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4667417" y="3405693"/>
            <a:ext cx="596346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806AC7-A1C2-F8C6-5A57-D7927AC56501}"/>
              </a:ext>
            </a:extLst>
          </p:cNvPr>
          <p:cNvCxnSpPr>
            <a:cxnSpLocks/>
          </p:cNvCxnSpPr>
          <p:nvPr/>
        </p:nvCxnSpPr>
        <p:spPr>
          <a:xfrm flipV="1">
            <a:off x="5263763" y="2324100"/>
            <a:ext cx="0" cy="110490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A892851-5EBF-D3E3-D8F6-5E94DF2EB5EA}"/>
              </a:ext>
            </a:extLst>
          </p:cNvPr>
          <p:cNvCxnSpPr>
            <a:cxnSpLocks/>
          </p:cNvCxnSpPr>
          <p:nvPr/>
        </p:nvCxnSpPr>
        <p:spPr>
          <a:xfrm>
            <a:off x="5249670" y="2341144"/>
            <a:ext cx="467492" cy="309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7F0CB50-CA2D-F150-A62A-BECA064E13DF}"/>
              </a:ext>
            </a:extLst>
          </p:cNvPr>
          <p:cNvCxnSpPr>
            <a:cxnSpLocks/>
          </p:cNvCxnSpPr>
          <p:nvPr/>
        </p:nvCxnSpPr>
        <p:spPr>
          <a:xfrm>
            <a:off x="5250290" y="4496345"/>
            <a:ext cx="467492" cy="309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3C2511A-424D-7816-8B57-0312984C835F}"/>
              </a:ext>
            </a:extLst>
          </p:cNvPr>
          <p:cNvCxnSpPr>
            <a:cxnSpLocks/>
          </p:cNvCxnSpPr>
          <p:nvPr/>
        </p:nvCxnSpPr>
        <p:spPr>
          <a:xfrm flipV="1">
            <a:off x="5263376" y="3405693"/>
            <a:ext cx="0" cy="110490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593CE4D-7F2C-5DD6-A65B-415DEF1CB3C8}"/>
              </a:ext>
            </a:extLst>
          </p:cNvPr>
          <p:cNvSpPr txBox="1"/>
          <p:nvPr/>
        </p:nvSpPr>
        <p:spPr>
          <a:xfrm>
            <a:off x="5783933" y="1847046"/>
            <a:ext cx="40611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Clustering problem 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K – Means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MeanShift</a:t>
            </a:r>
            <a:endParaRPr lang="en-US" sz="2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0B5871-254C-CC6C-F107-27ED53AA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331" y="236251"/>
            <a:ext cx="8532024" cy="8540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+mn-lt"/>
              </a:rPr>
              <a:t>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229344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B8D0CD-25CC-5098-0921-3FE389097671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pic>
        <p:nvPicPr>
          <p:cNvPr id="3" name="Picture 4" descr="Can robots trick us into thinking they're human just by copying our  behaviour? | Euronews">
            <a:extLst>
              <a:ext uri="{FF2B5EF4-FFF2-40B4-BE49-F238E27FC236}">
                <a16:creationId xmlns:a16="http://schemas.microsoft.com/office/drawing/2014/main" id="{ABF96B1A-37E9-A93A-0597-B62B6A48F7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30"/>
          <a:stretch/>
        </p:blipFill>
        <p:spPr bwMode="auto">
          <a:xfrm>
            <a:off x="4786566" y="2901393"/>
            <a:ext cx="2125918" cy="2055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A46DE7-914E-4EB0-669F-61F36EE57B6A}"/>
              </a:ext>
            </a:extLst>
          </p:cNvPr>
          <p:cNvSpPr/>
          <p:nvPr/>
        </p:nvSpPr>
        <p:spPr>
          <a:xfrm>
            <a:off x="4774190" y="2817845"/>
            <a:ext cx="2125918" cy="228133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7DAA656-EE3E-94A4-850E-24D9E806BC14}"/>
              </a:ext>
            </a:extLst>
          </p:cNvPr>
          <p:cNvSpPr/>
          <p:nvPr/>
        </p:nvSpPr>
        <p:spPr>
          <a:xfrm>
            <a:off x="7269767" y="3823604"/>
            <a:ext cx="964163" cy="227980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4E9C8BD-C510-29D5-BF9D-DFF3D791BCB5}"/>
              </a:ext>
            </a:extLst>
          </p:cNvPr>
          <p:cNvSpPr/>
          <p:nvPr/>
        </p:nvSpPr>
        <p:spPr>
          <a:xfrm>
            <a:off x="3689922" y="3823604"/>
            <a:ext cx="964163" cy="227980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8" descr="Icône de banane PNG | PNG Mart">
            <a:extLst>
              <a:ext uri="{FF2B5EF4-FFF2-40B4-BE49-F238E27FC236}">
                <a16:creationId xmlns:a16="http://schemas.microsoft.com/office/drawing/2014/main" id="{F0CAA31D-6C35-F9E4-0543-EEB5B572E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87953" y="2960066"/>
            <a:ext cx="1203302" cy="120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Icône de banane PNG | PNG Mart">
            <a:extLst>
              <a:ext uri="{FF2B5EF4-FFF2-40B4-BE49-F238E27FC236}">
                <a16:creationId xmlns:a16="http://schemas.microsoft.com/office/drawing/2014/main" id="{78015D26-5348-692F-6DB0-F9DA59308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72671" y="3270287"/>
            <a:ext cx="1203302" cy="120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Icône de banane PNG | PNG Mart">
            <a:extLst>
              <a:ext uri="{FF2B5EF4-FFF2-40B4-BE49-F238E27FC236}">
                <a16:creationId xmlns:a16="http://schemas.microsoft.com/office/drawing/2014/main" id="{CD12D0FD-A197-9B24-EB14-7AF365C9E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358443" y="4048550"/>
            <a:ext cx="1203302" cy="120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Icône de banane PNG | PNG Mart">
            <a:extLst>
              <a:ext uri="{FF2B5EF4-FFF2-40B4-BE49-F238E27FC236}">
                <a16:creationId xmlns:a16="http://schemas.microsoft.com/office/drawing/2014/main" id="{F03FEDCA-AB08-214A-9A6B-8EFADD31D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3384" y="3580508"/>
            <a:ext cx="1203302" cy="120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Content Placeholder 8" descr="Apple Varieties - USApple">
            <a:extLst>
              <a:ext uri="{FF2B5EF4-FFF2-40B4-BE49-F238E27FC236}">
                <a16:creationId xmlns:a16="http://schemas.microsoft.com/office/drawing/2014/main" id="{E2FE8C05-3E18-0BDA-740D-075E61735C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64" y="4163368"/>
            <a:ext cx="711566" cy="71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Content Placeholder 8" descr="Apple Varieties - USApple">
            <a:extLst>
              <a:ext uri="{FF2B5EF4-FFF2-40B4-BE49-F238E27FC236}">
                <a16:creationId xmlns:a16="http://schemas.microsoft.com/office/drawing/2014/main" id="{AA645B82-B2A0-324E-7DBD-C744D4596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629" y="3273963"/>
            <a:ext cx="711566" cy="71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Content Placeholder 8" descr="Apple Varieties - USApple">
            <a:extLst>
              <a:ext uri="{FF2B5EF4-FFF2-40B4-BE49-F238E27FC236}">
                <a16:creationId xmlns:a16="http://schemas.microsoft.com/office/drawing/2014/main" id="{FF863E1A-A6CE-FC06-64E6-2AB29E6AD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818" y="3849168"/>
            <a:ext cx="711566" cy="71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Content Placeholder 8" descr="Apple Varieties - USApple">
            <a:extLst>
              <a:ext uri="{FF2B5EF4-FFF2-40B4-BE49-F238E27FC236}">
                <a16:creationId xmlns:a16="http://schemas.microsoft.com/office/drawing/2014/main" id="{947DEDC5-FB7E-33C8-5E8C-EED57897B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239" y="3841685"/>
            <a:ext cx="711566" cy="71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Icône de banane PNG | PNG Mart">
            <a:extLst>
              <a:ext uri="{FF2B5EF4-FFF2-40B4-BE49-F238E27FC236}">
                <a16:creationId xmlns:a16="http://schemas.microsoft.com/office/drawing/2014/main" id="{731F5004-0113-8926-6372-93173840A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84767" y="3624738"/>
            <a:ext cx="1203302" cy="120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Content Placeholder 8" descr="Apple Varieties - USApple">
            <a:extLst>
              <a:ext uri="{FF2B5EF4-FFF2-40B4-BE49-F238E27FC236}">
                <a16:creationId xmlns:a16="http://schemas.microsoft.com/office/drawing/2014/main" id="{D6A104FC-ACC4-C3CD-854D-45CC9D782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600" y="2834842"/>
            <a:ext cx="711566" cy="71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8" descr="Icône de banane PNG | PNG Mart">
            <a:extLst>
              <a:ext uri="{FF2B5EF4-FFF2-40B4-BE49-F238E27FC236}">
                <a16:creationId xmlns:a16="http://schemas.microsoft.com/office/drawing/2014/main" id="{386C5A64-934C-44CC-0029-E130A1D43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163242" y="3753846"/>
            <a:ext cx="1203302" cy="120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8" descr="Icône de banane PNG | PNG Mart">
            <a:extLst>
              <a:ext uri="{FF2B5EF4-FFF2-40B4-BE49-F238E27FC236}">
                <a16:creationId xmlns:a16="http://schemas.microsoft.com/office/drawing/2014/main" id="{7EC838BA-D7D9-65C9-4558-5F660C7D4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907181" y="3797809"/>
            <a:ext cx="1203302" cy="120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 descr="Icône de banane PNG | PNG Mart">
            <a:extLst>
              <a:ext uri="{FF2B5EF4-FFF2-40B4-BE49-F238E27FC236}">
                <a16:creationId xmlns:a16="http://schemas.microsoft.com/office/drawing/2014/main" id="{326D2340-6258-1EA6-C492-B72C1CFBC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224191" y="3802711"/>
            <a:ext cx="1203302" cy="120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Icône de banane PNG | PNG Mart">
            <a:extLst>
              <a:ext uri="{FF2B5EF4-FFF2-40B4-BE49-F238E27FC236}">
                <a16:creationId xmlns:a16="http://schemas.microsoft.com/office/drawing/2014/main" id="{1709F13B-4A18-D27C-59BF-3A81563DC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597020" y="3797753"/>
            <a:ext cx="1203302" cy="120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Content Placeholder 8" descr="Apple Varieties - USApple">
            <a:extLst>
              <a:ext uri="{FF2B5EF4-FFF2-40B4-BE49-F238E27FC236}">
                <a16:creationId xmlns:a16="http://schemas.microsoft.com/office/drawing/2014/main" id="{E7E19A33-06FE-2E10-BC52-26D608BF4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9260" y="2834842"/>
            <a:ext cx="711566" cy="71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Content Placeholder 8" descr="Apple Varieties - USApple">
            <a:extLst>
              <a:ext uri="{FF2B5EF4-FFF2-40B4-BE49-F238E27FC236}">
                <a16:creationId xmlns:a16="http://schemas.microsoft.com/office/drawing/2014/main" id="{B5314CBD-68D8-3036-EFDD-8BE69656B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9940" y="2839800"/>
            <a:ext cx="711566" cy="71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Content Placeholder 8" descr="Apple Varieties - USApple">
            <a:extLst>
              <a:ext uri="{FF2B5EF4-FFF2-40B4-BE49-F238E27FC236}">
                <a16:creationId xmlns:a16="http://schemas.microsoft.com/office/drawing/2014/main" id="{BD5558A4-CA78-A999-5B6B-9E91F38C5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2021" y="2834842"/>
            <a:ext cx="711566" cy="71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Content Placeholder 8" descr="Apple Varieties - USApple">
            <a:extLst>
              <a:ext uri="{FF2B5EF4-FFF2-40B4-BE49-F238E27FC236}">
                <a16:creationId xmlns:a16="http://schemas.microsoft.com/office/drawing/2014/main" id="{4F5F3871-1714-F0D1-11D8-4FB00FB29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1676" y="2847810"/>
            <a:ext cx="711566" cy="71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 descr="Icône de banane PNG | PNG Mart">
            <a:extLst>
              <a:ext uri="{FF2B5EF4-FFF2-40B4-BE49-F238E27FC236}">
                <a16:creationId xmlns:a16="http://schemas.microsoft.com/office/drawing/2014/main" id="{E3EB88A2-9815-161B-37C2-78ABDFD5F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30255" y="3818880"/>
            <a:ext cx="1203302" cy="120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Content Placeholder 8" descr="Apple Varieties - USApple">
            <a:extLst>
              <a:ext uri="{FF2B5EF4-FFF2-40B4-BE49-F238E27FC236}">
                <a16:creationId xmlns:a16="http://schemas.microsoft.com/office/drawing/2014/main" id="{70A314F1-BC27-A55D-45DE-9D90E1680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7654" y="2834842"/>
            <a:ext cx="711566" cy="71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45E25B6-2B25-7605-3749-01EAF0A2CC09}"/>
              </a:ext>
            </a:extLst>
          </p:cNvPr>
          <p:cNvSpPr txBox="1"/>
          <p:nvPr/>
        </p:nvSpPr>
        <p:spPr>
          <a:xfrm>
            <a:off x="932093" y="5360064"/>
            <a:ext cx="140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Input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A9CA91-DC49-44F8-B37B-F66B3FEC4750}"/>
              </a:ext>
            </a:extLst>
          </p:cNvPr>
          <p:cNvSpPr txBox="1"/>
          <p:nvPr/>
        </p:nvSpPr>
        <p:spPr>
          <a:xfrm>
            <a:off x="5364134" y="5360063"/>
            <a:ext cx="16822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Model</a:t>
            </a:r>
          </a:p>
          <a:p>
            <a:pPr algn="ctr"/>
            <a:r>
              <a:rPr lang="en-US" sz="2400" b="1" dirty="0">
                <a:solidFill>
                  <a:srgbClr val="FFFF00"/>
                </a:solidFill>
              </a:rPr>
              <a:t>(Algorithm)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C790E2-6670-1361-BD49-D115C745E74E}"/>
              </a:ext>
            </a:extLst>
          </p:cNvPr>
          <p:cNvSpPr txBox="1"/>
          <p:nvPr/>
        </p:nvSpPr>
        <p:spPr>
          <a:xfrm>
            <a:off x="9275162" y="5360063"/>
            <a:ext cx="140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Output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35E2DE-3A25-5BF2-F3F8-FDF2467D1073}"/>
              </a:ext>
            </a:extLst>
          </p:cNvPr>
          <p:cNvSpPr txBox="1"/>
          <p:nvPr/>
        </p:nvSpPr>
        <p:spPr>
          <a:xfrm>
            <a:off x="932093" y="1115901"/>
            <a:ext cx="53655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DFEE"/>
                </a:solidFill>
              </a:rPr>
              <a:t>Clustering problem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73D2C1-A029-0336-0D5D-3B2760F17493}"/>
              </a:ext>
            </a:extLst>
          </p:cNvPr>
          <p:cNvSpPr txBox="1">
            <a:spLocks/>
          </p:cNvSpPr>
          <p:nvPr/>
        </p:nvSpPr>
        <p:spPr>
          <a:xfrm>
            <a:off x="1073331" y="236251"/>
            <a:ext cx="8532024" cy="8540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FF00"/>
                </a:solidFill>
                <a:latin typeface="+mn-lt"/>
              </a:rPr>
              <a:t>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216478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5" grpId="0" animBg="1"/>
      <p:bldP spid="38" grpId="0"/>
      <p:bldP spid="39" grpId="0"/>
      <p:bldP spid="40" grpId="0"/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87B5-69A2-1DB9-E4F2-0BF006958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00"/>
                </a:solidFill>
                <a:latin typeface="+mn-lt"/>
              </a:rPr>
              <a:t>Content</a:t>
            </a:r>
            <a:endParaRPr lang="en-KR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FA3F1-E114-A21A-9F5D-F8BC4BB38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13</a:t>
            </a:fld>
            <a:endParaRPr lang="en-US"/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EC76B2F7-2274-9E7A-F5F8-C22A5E416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29901"/>
            <a:ext cx="10058400" cy="405708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strike="sngStrike" dirty="0"/>
              <a:t>What is Machine Learning?</a:t>
            </a:r>
            <a:endParaRPr lang="en-US" sz="2800" b="1" strike="sngStrike" dirty="0">
              <a:solidFill>
                <a:schemeClr val="tx1"/>
              </a:solidFill>
              <a:ea typeface="Cambria Math" panose="02040503050406030204" pitchFamily="18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strike="sngStrike" dirty="0"/>
              <a:t>Supervised Learning 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strike="sngStrike" dirty="0"/>
              <a:t>Unsupervised Learning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dirty="0"/>
              <a:t>Linear Regression with One Variable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800" b="1" dirty="0"/>
              <a:t>Linear Regression with Multiple Variables</a:t>
            </a:r>
          </a:p>
        </p:txBody>
      </p:sp>
    </p:spTree>
    <p:extLst>
      <p:ext uri="{BB962C8B-B14F-4D97-AF65-F5344CB8AC3E}">
        <p14:creationId xmlns:p14="http://schemas.microsoft.com/office/powerpoint/2010/main" val="3668911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924DD995-D765-4793-FA96-14C813FB0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094729"/>
              </p:ext>
            </p:extLst>
          </p:nvPr>
        </p:nvGraphicFramePr>
        <p:xfrm>
          <a:off x="857756" y="2159843"/>
          <a:ext cx="2625604" cy="2925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2802">
                  <a:extLst>
                    <a:ext uri="{9D8B030D-6E8A-4147-A177-3AD203B41FA5}">
                      <a16:colId xmlns:a16="http://schemas.microsoft.com/office/drawing/2014/main" val="748589363"/>
                    </a:ext>
                  </a:extLst>
                </a:gridCol>
                <a:gridCol w="1312802">
                  <a:extLst>
                    <a:ext uri="{9D8B030D-6E8A-4147-A177-3AD203B41FA5}">
                      <a16:colId xmlns:a16="http://schemas.microsoft.com/office/drawing/2014/main" val="1099276179"/>
                    </a:ext>
                  </a:extLst>
                </a:gridCol>
              </a:tblGrid>
              <a:tr h="66062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Temp  (°C) (</a:t>
                      </a:r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x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Temp (F) (</a:t>
                      </a:r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y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231769"/>
                  </a:ext>
                </a:extLst>
              </a:tr>
              <a:tr h="3774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498106"/>
                  </a:ext>
                </a:extLst>
              </a:tr>
              <a:tr h="3774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892027"/>
                  </a:ext>
                </a:extLst>
              </a:tr>
              <a:tr h="3774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765313"/>
                  </a:ext>
                </a:extLst>
              </a:tr>
              <a:tr h="3774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352769"/>
                  </a:ext>
                </a:extLst>
              </a:tr>
              <a:tr h="3774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665352"/>
                  </a:ext>
                </a:extLst>
              </a:tr>
              <a:tr h="3774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92D050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92D05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52838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6818654C-8BE5-95F3-F91A-6676B1642576}"/>
              </a:ext>
            </a:extLst>
          </p:cNvPr>
          <p:cNvSpPr txBox="1"/>
          <p:nvPr/>
        </p:nvSpPr>
        <p:spPr>
          <a:xfrm>
            <a:off x="2208399" y="2159842"/>
            <a:ext cx="1294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Temp (F)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59A8B1-CBA6-FF3A-DD4D-29318CCEB876}"/>
              </a:ext>
            </a:extLst>
          </p:cNvPr>
          <p:cNvSpPr txBox="1"/>
          <p:nvPr/>
        </p:nvSpPr>
        <p:spPr>
          <a:xfrm>
            <a:off x="869402" y="2159562"/>
            <a:ext cx="1294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Temp  (°C)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B8D0CD-25CC-5098-0921-3FE389097671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89D4C01-5752-5030-6955-0FE96D04361A}"/>
              </a:ext>
            </a:extLst>
          </p:cNvPr>
          <p:cNvCxnSpPr>
            <a:cxnSpLocks/>
          </p:cNvCxnSpPr>
          <p:nvPr/>
        </p:nvCxnSpPr>
        <p:spPr>
          <a:xfrm flipV="1">
            <a:off x="5625290" y="361950"/>
            <a:ext cx="0" cy="3305229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1847BF-4FF5-C40E-8AA7-7B0FE10FDF48}"/>
              </a:ext>
            </a:extLst>
          </p:cNvPr>
          <p:cNvCxnSpPr>
            <a:cxnSpLocks/>
          </p:cNvCxnSpPr>
          <p:nvPr/>
        </p:nvCxnSpPr>
        <p:spPr>
          <a:xfrm>
            <a:off x="5501311" y="3504790"/>
            <a:ext cx="5928689" cy="0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6759F301-C2EA-A6FA-044B-18E9AE9E6417}"/>
              </a:ext>
            </a:extLst>
          </p:cNvPr>
          <p:cNvSpPr/>
          <p:nvPr/>
        </p:nvSpPr>
        <p:spPr>
          <a:xfrm>
            <a:off x="7167444" y="2626583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D18C9F8F-F964-1CCD-9975-09454924E17D}"/>
              </a:ext>
            </a:extLst>
          </p:cNvPr>
          <p:cNvSpPr/>
          <p:nvPr/>
        </p:nvSpPr>
        <p:spPr>
          <a:xfrm>
            <a:off x="7897174" y="2294260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BBC3B4C6-DCE4-F441-50A6-930ADEC95257}"/>
              </a:ext>
            </a:extLst>
          </p:cNvPr>
          <p:cNvSpPr/>
          <p:nvPr/>
        </p:nvSpPr>
        <p:spPr>
          <a:xfrm>
            <a:off x="6353906" y="3019439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3FF1450-6BC1-89ED-4CA3-0155B57C6592}"/>
              </a:ext>
            </a:extLst>
          </p:cNvPr>
          <p:cNvSpPr/>
          <p:nvPr/>
        </p:nvSpPr>
        <p:spPr>
          <a:xfrm>
            <a:off x="8736659" y="1896903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68E20FE-394D-5F31-D0BE-FB5F565CD577}"/>
              </a:ext>
            </a:extLst>
          </p:cNvPr>
          <p:cNvCxnSpPr/>
          <p:nvPr/>
        </p:nvCxnSpPr>
        <p:spPr>
          <a:xfrm>
            <a:off x="5501311" y="3076575"/>
            <a:ext cx="58829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1396634-C6FB-55C7-A08B-AEF0118AA3D1}"/>
              </a:ext>
            </a:extLst>
          </p:cNvPr>
          <p:cNvCxnSpPr/>
          <p:nvPr/>
        </p:nvCxnSpPr>
        <p:spPr>
          <a:xfrm>
            <a:off x="5520361" y="2657475"/>
            <a:ext cx="58829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6175600-1154-6F1E-29AC-7799F519320F}"/>
              </a:ext>
            </a:extLst>
          </p:cNvPr>
          <p:cNvCxnSpPr/>
          <p:nvPr/>
        </p:nvCxnSpPr>
        <p:spPr>
          <a:xfrm>
            <a:off x="5510836" y="2238375"/>
            <a:ext cx="58829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76E1109-C3D3-711C-A5A3-95E9C1A8CBBE}"/>
              </a:ext>
            </a:extLst>
          </p:cNvPr>
          <p:cNvCxnSpPr/>
          <p:nvPr/>
        </p:nvCxnSpPr>
        <p:spPr>
          <a:xfrm>
            <a:off x="5529886" y="1819275"/>
            <a:ext cx="58829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3628D5E-8EB9-E8C0-0D31-AE47BD7E1834}"/>
              </a:ext>
            </a:extLst>
          </p:cNvPr>
          <p:cNvCxnSpPr/>
          <p:nvPr/>
        </p:nvCxnSpPr>
        <p:spPr>
          <a:xfrm>
            <a:off x="5529886" y="1466850"/>
            <a:ext cx="58829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235A29E-B4B3-B487-A8FE-01D20B79D9A8}"/>
              </a:ext>
            </a:extLst>
          </p:cNvPr>
          <p:cNvCxnSpPr/>
          <p:nvPr/>
        </p:nvCxnSpPr>
        <p:spPr>
          <a:xfrm>
            <a:off x="5548936" y="1047750"/>
            <a:ext cx="58829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8CB6820-3DB1-0B1C-621A-116A8F244EBF}"/>
              </a:ext>
            </a:extLst>
          </p:cNvPr>
          <p:cNvCxnSpPr>
            <a:cxnSpLocks/>
          </p:cNvCxnSpPr>
          <p:nvPr/>
        </p:nvCxnSpPr>
        <p:spPr>
          <a:xfrm flipV="1">
            <a:off x="6406186" y="3415816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CE6B39C-3FC2-1236-9DAC-EB7A2809494C}"/>
              </a:ext>
            </a:extLst>
          </p:cNvPr>
          <p:cNvCxnSpPr>
            <a:cxnSpLocks/>
          </p:cNvCxnSpPr>
          <p:nvPr/>
        </p:nvCxnSpPr>
        <p:spPr>
          <a:xfrm flipV="1">
            <a:off x="7253911" y="3429000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1A85DBB-F791-94D4-3EF7-9203AF8EB507}"/>
              </a:ext>
            </a:extLst>
          </p:cNvPr>
          <p:cNvCxnSpPr>
            <a:cxnSpLocks/>
          </p:cNvCxnSpPr>
          <p:nvPr/>
        </p:nvCxnSpPr>
        <p:spPr>
          <a:xfrm flipV="1">
            <a:off x="7958761" y="3429000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1BD370E-4EDD-A752-CDF6-2335D805C649}"/>
              </a:ext>
            </a:extLst>
          </p:cNvPr>
          <p:cNvCxnSpPr>
            <a:cxnSpLocks/>
          </p:cNvCxnSpPr>
          <p:nvPr/>
        </p:nvCxnSpPr>
        <p:spPr>
          <a:xfrm flipV="1">
            <a:off x="8806486" y="3442184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0EE8E9F-0A37-B83F-6051-A0D2F86E5C54}"/>
              </a:ext>
            </a:extLst>
          </p:cNvPr>
          <p:cNvCxnSpPr>
            <a:cxnSpLocks/>
          </p:cNvCxnSpPr>
          <p:nvPr/>
        </p:nvCxnSpPr>
        <p:spPr>
          <a:xfrm flipV="1">
            <a:off x="9587536" y="3442184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4A5AB2F-B0E2-DF4F-78CE-BE8D4496480A}"/>
              </a:ext>
            </a:extLst>
          </p:cNvPr>
          <p:cNvCxnSpPr>
            <a:cxnSpLocks/>
          </p:cNvCxnSpPr>
          <p:nvPr/>
        </p:nvCxnSpPr>
        <p:spPr>
          <a:xfrm flipV="1">
            <a:off x="10360621" y="3455368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lowchart: Connector 84">
            <a:extLst>
              <a:ext uri="{FF2B5EF4-FFF2-40B4-BE49-F238E27FC236}">
                <a16:creationId xmlns:a16="http://schemas.microsoft.com/office/drawing/2014/main" id="{E807C37E-15A8-7D6E-8187-16267AE84235}"/>
              </a:ext>
            </a:extLst>
          </p:cNvPr>
          <p:cNvSpPr/>
          <p:nvPr/>
        </p:nvSpPr>
        <p:spPr>
          <a:xfrm>
            <a:off x="9445702" y="1560844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9523A10-2B69-2076-740D-B93CBA792714}"/>
              </a:ext>
            </a:extLst>
          </p:cNvPr>
          <p:cNvSpPr txBox="1"/>
          <p:nvPr/>
        </p:nvSpPr>
        <p:spPr>
          <a:xfrm>
            <a:off x="616345" y="1016883"/>
            <a:ext cx="3376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00"/>
                </a:solidFill>
              </a:rPr>
              <a:t>Dataset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E1FE7C09-5D87-536E-DF0F-721F14E0DDC5}"/>
              </a:ext>
            </a:extLst>
          </p:cNvPr>
          <p:cNvCxnSpPr>
            <a:cxnSpLocks/>
          </p:cNvCxnSpPr>
          <p:nvPr/>
        </p:nvCxnSpPr>
        <p:spPr>
          <a:xfrm flipV="1">
            <a:off x="6002175" y="864621"/>
            <a:ext cx="5112117" cy="2409023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1AD520C7-AE70-E905-685D-463A1BCDA7BB}"/>
              </a:ext>
            </a:extLst>
          </p:cNvPr>
          <p:cNvCxnSpPr>
            <a:cxnSpLocks/>
          </p:cNvCxnSpPr>
          <p:nvPr/>
        </p:nvCxnSpPr>
        <p:spPr>
          <a:xfrm flipH="1">
            <a:off x="10364925" y="1236434"/>
            <a:ext cx="16864" cy="2251068"/>
          </a:xfrm>
          <a:prstGeom prst="line">
            <a:avLst/>
          </a:prstGeom>
          <a:ln w="28575">
            <a:solidFill>
              <a:srgbClr val="92D05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C943DD6-AAE4-4C71-FEEA-97696B8E21AF}"/>
              </a:ext>
            </a:extLst>
          </p:cNvPr>
          <p:cNvCxnSpPr>
            <a:cxnSpLocks/>
          </p:cNvCxnSpPr>
          <p:nvPr/>
        </p:nvCxnSpPr>
        <p:spPr>
          <a:xfrm flipH="1">
            <a:off x="5625290" y="1211869"/>
            <a:ext cx="4676213" cy="0"/>
          </a:xfrm>
          <a:prstGeom prst="line">
            <a:avLst/>
          </a:prstGeom>
          <a:ln w="28575">
            <a:solidFill>
              <a:srgbClr val="92D05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850482F5-D61B-EB55-102D-23343821E790}"/>
              </a:ext>
            </a:extLst>
          </p:cNvPr>
          <p:cNvSpPr txBox="1"/>
          <p:nvPr/>
        </p:nvSpPr>
        <p:spPr>
          <a:xfrm>
            <a:off x="5174916" y="1062856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92D050"/>
                </a:solidFill>
              </a:rPr>
              <a:t>95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8009CAE1-ED37-2DB9-7FB8-2F2C12E6E2E8}"/>
              </a:ext>
            </a:extLst>
          </p:cNvPr>
          <p:cNvSpPr/>
          <p:nvPr/>
        </p:nvSpPr>
        <p:spPr>
          <a:xfrm>
            <a:off x="10309618" y="1139343"/>
            <a:ext cx="144342" cy="142483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A30504-6D36-D62B-A3D2-8EEC26FE25C3}"/>
              </a:ext>
            </a:extLst>
          </p:cNvPr>
          <p:cNvSpPr txBox="1"/>
          <p:nvPr/>
        </p:nvSpPr>
        <p:spPr>
          <a:xfrm>
            <a:off x="1359121" y="5359827"/>
            <a:ext cx="1787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 = 32 + 1.8·t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D2F86E-2E76-AB1E-EB66-04DB43114750}"/>
              </a:ext>
            </a:extLst>
          </p:cNvPr>
          <p:cNvSpPr txBox="1"/>
          <p:nvPr/>
        </p:nvSpPr>
        <p:spPr>
          <a:xfrm>
            <a:off x="1369287" y="2433272"/>
            <a:ext cx="243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x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D04AEE-2B66-5658-EDA8-B78AA5440880}"/>
              </a:ext>
            </a:extLst>
          </p:cNvPr>
          <p:cNvSpPr txBox="1"/>
          <p:nvPr/>
        </p:nvSpPr>
        <p:spPr>
          <a:xfrm>
            <a:off x="2691835" y="2432396"/>
            <a:ext cx="243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y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4927AD-E9E6-24A2-999B-669D8B31B85A}"/>
              </a:ext>
            </a:extLst>
          </p:cNvPr>
          <p:cNvSpPr txBox="1"/>
          <p:nvPr/>
        </p:nvSpPr>
        <p:spPr>
          <a:xfrm>
            <a:off x="1154609" y="2828379"/>
            <a:ext cx="723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2B95ED-3C8A-FDB5-9199-3A797384D4BD}"/>
              </a:ext>
            </a:extLst>
          </p:cNvPr>
          <p:cNvSpPr txBox="1"/>
          <p:nvPr/>
        </p:nvSpPr>
        <p:spPr>
          <a:xfrm>
            <a:off x="1154607" y="3204105"/>
            <a:ext cx="723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0252C0-7147-5B3A-18E6-884C1BEE57C5}"/>
              </a:ext>
            </a:extLst>
          </p:cNvPr>
          <p:cNvSpPr txBox="1"/>
          <p:nvPr/>
        </p:nvSpPr>
        <p:spPr>
          <a:xfrm>
            <a:off x="1154985" y="3586430"/>
            <a:ext cx="723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58398B-2A6A-12D2-E2D9-C52B8C319BBF}"/>
              </a:ext>
            </a:extLst>
          </p:cNvPr>
          <p:cNvSpPr txBox="1"/>
          <p:nvPr/>
        </p:nvSpPr>
        <p:spPr>
          <a:xfrm>
            <a:off x="1154608" y="3972563"/>
            <a:ext cx="723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25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6C1602-4F57-E5A1-49A9-41C8F940DB9E}"/>
              </a:ext>
            </a:extLst>
          </p:cNvPr>
          <p:cNvSpPr txBox="1"/>
          <p:nvPr/>
        </p:nvSpPr>
        <p:spPr>
          <a:xfrm>
            <a:off x="1157158" y="4348065"/>
            <a:ext cx="723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8C9D1E-FF13-E7AC-ABBA-03784D4881F3}"/>
              </a:ext>
            </a:extLst>
          </p:cNvPr>
          <p:cNvSpPr txBox="1"/>
          <p:nvPr/>
        </p:nvSpPr>
        <p:spPr>
          <a:xfrm>
            <a:off x="1154608" y="4716116"/>
            <a:ext cx="723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92D050"/>
                </a:solidFill>
              </a:rPr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9E911A-8BF9-BD33-3408-F13DAE7A00E8}"/>
              </a:ext>
            </a:extLst>
          </p:cNvPr>
          <p:cNvSpPr txBox="1"/>
          <p:nvPr/>
        </p:nvSpPr>
        <p:spPr>
          <a:xfrm>
            <a:off x="2470791" y="2827323"/>
            <a:ext cx="723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FBA1CF-5842-E95E-0DDC-67EA0DEB971B}"/>
              </a:ext>
            </a:extLst>
          </p:cNvPr>
          <p:cNvSpPr txBox="1"/>
          <p:nvPr/>
        </p:nvSpPr>
        <p:spPr>
          <a:xfrm>
            <a:off x="2470789" y="3203049"/>
            <a:ext cx="723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1391FE-E5C1-09B8-9070-BC96A6097E4C}"/>
              </a:ext>
            </a:extLst>
          </p:cNvPr>
          <p:cNvSpPr txBox="1"/>
          <p:nvPr/>
        </p:nvSpPr>
        <p:spPr>
          <a:xfrm>
            <a:off x="2471167" y="3585374"/>
            <a:ext cx="723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68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329EFA-6EA5-1758-CA0D-BE7D35612538}"/>
              </a:ext>
            </a:extLst>
          </p:cNvPr>
          <p:cNvSpPr txBox="1"/>
          <p:nvPr/>
        </p:nvSpPr>
        <p:spPr>
          <a:xfrm>
            <a:off x="2470790" y="3971507"/>
            <a:ext cx="723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77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65D873-B0C8-AA41-823D-DED0E084F6F1}"/>
              </a:ext>
            </a:extLst>
          </p:cNvPr>
          <p:cNvSpPr txBox="1"/>
          <p:nvPr/>
        </p:nvSpPr>
        <p:spPr>
          <a:xfrm>
            <a:off x="2473340" y="4347009"/>
            <a:ext cx="723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86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761097D-8D21-4C54-02DC-3CC520B6DB27}"/>
              </a:ext>
            </a:extLst>
          </p:cNvPr>
          <p:cNvSpPr/>
          <p:nvPr/>
        </p:nvSpPr>
        <p:spPr>
          <a:xfrm>
            <a:off x="5014257" y="1360015"/>
            <a:ext cx="371317" cy="20599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872427-9095-3164-202F-ED1FC528F27C}"/>
              </a:ext>
            </a:extLst>
          </p:cNvPr>
          <p:cNvSpPr txBox="1"/>
          <p:nvPr/>
        </p:nvSpPr>
        <p:spPr>
          <a:xfrm>
            <a:off x="4975112" y="24728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7886FB-881A-5C01-3D1A-08AE1349A4A6}"/>
              </a:ext>
            </a:extLst>
          </p:cNvPr>
          <p:cNvSpPr txBox="1"/>
          <p:nvPr/>
        </p:nvSpPr>
        <p:spPr>
          <a:xfrm>
            <a:off x="4965587" y="2072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2A5AFC3-B921-1C83-9137-5D51909D818C}"/>
              </a:ext>
            </a:extLst>
          </p:cNvPr>
          <p:cNvSpPr txBox="1"/>
          <p:nvPr/>
        </p:nvSpPr>
        <p:spPr>
          <a:xfrm>
            <a:off x="4975112" y="16536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D110D2-6E19-A260-99A0-AE6A00C16DA5}"/>
              </a:ext>
            </a:extLst>
          </p:cNvPr>
          <p:cNvSpPr txBox="1"/>
          <p:nvPr/>
        </p:nvSpPr>
        <p:spPr>
          <a:xfrm>
            <a:off x="4984637" y="12536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2EE2DC7-7795-9B38-7490-F398008A2ACA}"/>
              </a:ext>
            </a:extLst>
          </p:cNvPr>
          <p:cNvSpPr txBox="1"/>
          <p:nvPr/>
        </p:nvSpPr>
        <p:spPr>
          <a:xfrm>
            <a:off x="4994162" y="83450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EC38B-480E-28F0-75AD-D5E4C47777A5}"/>
              </a:ext>
            </a:extLst>
          </p:cNvPr>
          <p:cNvSpPr txBox="1"/>
          <p:nvPr/>
        </p:nvSpPr>
        <p:spPr>
          <a:xfrm>
            <a:off x="4984637" y="289190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68A2EBA-EF92-4213-4051-1C156DB4DB5D}"/>
              </a:ext>
            </a:extLst>
          </p:cNvPr>
          <p:cNvSpPr/>
          <p:nvPr/>
        </p:nvSpPr>
        <p:spPr>
          <a:xfrm>
            <a:off x="2638974" y="4785043"/>
            <a:ext cx="387423" cy="25304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415A6CF-7DC5-CCD4-B8ED-269D81EBF043}"/>
              </a:ext>
            </a:extLst>
          </p:cNvPr>
          <p:cNvSpPr txBox="1"/>
          <p:nvPr/>
        </p:nvSpPr>
        <p:spPr>
          <a:xfrm>
            <a:off x="5172568" y="106754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92D050"/>
                </a:solidFill>
              </a:rPr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2272245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96296E-6 L 0.81145 0.17824 " pathEditMode="relative" rAng="0" ptsTypes="AA">
                                      <p:cBhvr>
                                        <p:cTn id="10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573" y="8912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3.33333E-6 L 0.55638 0.28912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12" y="14444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1.85185E-6 L 0.40104 0.11435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52" y="5718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1.48148E-6 L 0.46953 0.06389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77" y="3194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1.48148E-6 L 0.52838 0.00879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419" y="440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1.48148E-6 L 0.59792 -0.04861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896" y="-2431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3.7037E-7 L 0.66172 -0.10347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086" y="-5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85185E-6 L 0.10534 -0.07662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60" y="-3843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48148E-6 L 0.25234 -0.31643 " pathEditMode="relative" rAng="0" ptsTypes="AA">
                                      <p:cBhvr>
                                        <p:cTn id="12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17" y="-15833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037E-7 L 0.19284 0.00926 " pathEditMode="relative" rAng="0" ptsTypes="AA">
                                      <p:cBhvr>
                                        <p:cTn id="124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35" y="463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48148E-6 L 0.19284 -0.10648 " pathEditMode="relative" rAng="0" ptsTypes="AA">
                                      <p:cBhvr>
                                        <p:cTn id="126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35" y="-5324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1.48148E-6 L 0.19206 -0.22338 " pathEditMode="relative" rAng="0" ptsTypes="AA">
                                      <p:cBhvr>
                                        <p:cTn id="12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96" y="-11181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48148E-6 L 0.19414 -0.34074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01" y="-17037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85185E-6 L 0.19388 -0.45185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87" y="-2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000"/>
                            </p:stCondLst>
                            <p:childTnLst>
                              <p:par>
                                <p:cTn id="16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4000"/>
                            </p:stCondLst>
                            <p:childTnLst>
                              <p:par>
                                <p:cTn id="16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6000"/>
                            </p:stCondLst>
                            <p:childTnLst>
                              <p:par>
                                <p:cTn id="16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000"/>
                            </p:stCondLst>
                            <p:childTnLst>
                              <p:par>
                                <p:cTn id="17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5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3.33333E-6 L 0.72539 -0.15532 " pathEditMode="relative" rAng="0" ptsTypes="AA">
                                      <p:cBhvr>
                                        <p:cTn id="184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63" y="-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7.40741E-7 L -0.20651 0.53472 " pathEditMode="relative" rAng="0" ptsTypes="AA">
                                      <p:cBhvr>
                                        <p:cTn id="209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26" y="26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6" grpId="0"/>
      <p:bldP spid="36" grpId="1"/>
      <p:bldP spid="8" grpId="0" animBg="1"/>
      <p:bldP spid="9" grpId="0" animBg="1"/>
      <p:bldP spid="11" grpId="0" animBg="1"/>
      <p:bldP spid="12" grpId="0" animBg="1"/>
      <p:bldP spid="85" grpId="0" animBg="1"/>
      <p:bldP spid="129" grpId="0"/>
      <p:bldP spid="145" grpId="0"/>
      <p:bldP spid="18" grpId="0" animBg="1"/>
      <p:bldP spid="25" grpId="0"/>
      <p:bldP spid="38" grpId="0"/>
      <p:bldP spid="38" grpId="1"/>
      <p:bldP spid="39" grpId="0"/>
      <p:bldP spid="39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50" grpId="0"/>
      <p:bldP spid="50" grpId="1"/>
      <p:bldP spid="52" grpId="0"/>
      <p:bldP spid="52" grpId="1"/>
      <p:bldP spid="59" grpId="0"/>
      <p:bldP spid="59" grpId="1"/>
      <p:bldP spid="67" grpId="0" animBg="1"/>
      <p:bldP spid="61" grpId="0"/>
      <p:bldP spid="62" grpId="0"/>
      <p:bldP spid="63" grpId="0"/>
      <p:bldP spid="64" grpId="0"/>
      <p:bldP spid="65" grpId="0"/>
      <p:bldP spid="5" grpId="0"/>
      <p:bldP spid="69" grpId="0" animBg="1"/>
      <p:bldP spid="70" grpId="0"/>
      <p:bldP spid="7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B8D0CD-25CC-5098-0921-3FE389097671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89D4C01-5752-5030-6955-0FE96D04361A}"/>
              </a:ext>
            </a:extLst>
          </p:cNvPr>
          <p:cNvCxnSpPr>
            <a:cxnSpLocks/>
          </p:cNvCxnSpPr>
          <p:nvPr/>
        </p:nvCxnSpPr>
        <p:spPr>
          <a:xfrm flipV="1">
            <a:off x="5625290" y="361950"/>
            <a:ext cx="0" cy="3305229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1847BF-4FF5-C40E-8AA7-7B0FE10FDF48}"/>
              </a:ext>
            </a:extLst>
          </p:cNvPr>
          <p:cNvCxnSpPr>
            <a:cxnSpLocks/>
          </p:cNvCxnSpPr>
          <p:nvPr/>
        </p:nvCxnSpPr>
        <p:spPr>
          <a:xfrm>
            <a:off x="5501311" y="3504790"/>
            <a:ext cx="5928689" cy="0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6759F301-C2EA-A6FA-044B-18E9AE9E6417}"/>
              </a:ext>
            </a:extLst>
          </p:cNvPr>
          <p:cNvSpPr/>
          <p:nvPr/>
        </p:nvSpPr>
        <p:spPr>
          <a:xfrm>
            <a:off x="7348598" y="2365024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D18C9F8F-F964-1CCD-9975-09454924E17D}"/>
              </a:ext>
            </a:extLst>
          </p:cNvPr>
          <p:cNvSpPr/>
          <p:nvPr/>
        </p:nvSpPr>
        <p:spPr>
          <a:xfrm>
            <a:off x="7563563" y="2300847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4FA0BDD-9667-E2B3-2635-6AC4F3541840}"/>
              </a:ext>
            </a:extLst>
          </p:cNvPr>
          <p:cNvSpPr/>
          <p:nvPr/>
        </p:nvSpPr>
        <p:spPr>
          <a:xfrm>
            <a:off x="7867385" y="2294976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BBC3B4C6-DCE4-F441-50A6-930ADEC95257}"/>
              </a:ext>
            </a:extLst>
          </p:cNvPr>
          <p:cNvSpPr/>
          <p:nvPr/>
        </p:nvSpPr>
        <p:spPr>
          <a:xfrm>
            <a:off x="7333050" y="2659298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3FF1450-6BC1-89ED-4CA3-0155B57C6592}"/>
              </a:ext>
            </a:extLst>
          </p:cNvPr>
          <p:cNvSpPr/>
          <p:nvPr/>
        </p:nvSpPr>
        <p:spPr>
          <a:xfrm>
            <a:off x="7753880" y="2131285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BEE09191-07F2-37E1-35A0-099A54958347}"/>
              </a:ext>
            </a:extLst>
          </p:cNvPr>
          <p:cNvSpPr/>
          <p:nvPr/>
        </p:nvSpPr>
        <p:spPr>
          <a:xfrm>
            <a:off x="7968845" y="2067108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D52FEDF6-8687-F0B6-FD64-DD44E3ECF6AF}"/>
              </a:ext>
            </a:extLst>
          </p:cNvPr>
          <p:cNvSpPr/>
          <p:nvPr/>
        </p:nvSpPr>
        <p:spPr>
          <a:xfrm>
            <a:off x="8272667" y="2061237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8009CAE1-ED37-2DB9-7FB8-2F2C12E6E2E8}"/>
              </a:ext>
            </a:extLst>
          </p:cNvPr>
          <p:cNvSpPr/>
          <p:nvPr/>
        </p:nvSpPr>
        <p:spPr>
          <a:xfrm>
            <a:off x="7738332" y="2425559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C1B97E9-74E9-5F60-50B0-A8F62D10FC6C}"/>
              </a:ext>
            </a:extLst>
          </p:cNvPr>
          <p:cNvSpPr/>
          <p:nvPr/>
        </p:nvSpPr>
        <p:spPr>
          <a:xfrm>
            <a:off x="8240039" y="1942538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4420A41E-8312-07DD-D21F-C6ABCDD12688}"/>
              </a:ext>
            </a:extLst>
          </p:cNvPr>
          <p:cNvSpPr/>
          <p:nvPr/>
        </p:nvSpPr>
        <p:spPr>
          <a:xfrm>
            <a:off x="8455004" y="1878361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C0F160D9-BA31-A811-9489-93038A90BC79}"/>
              </a:ext>
            </a:extLst>
          </p:cNvPr>
          <p:cNvSpPr/>
          <p:nvPr/>
        </p:nvSpPr>
        <p:spPr>
          <a:xfrm>
            <a:off x="8758826" y="1872490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4F51D7A7-793F-D994-4ED1-65B818F27E8C}"/>
              </a:ext>
            </a:extLst>
          </p:cNvPr>
          <p:cNvSpPr/>
          <p:nvPr/>
        </p:nvSpPr>
        <p:spPr>
          <a:xfrm>
            <a:off x="8224491" y="2236812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14B41DD6-8F7D-0864-36A5-6C5843CF4A3C}"/>
              </a:ext>
            </a:extLst>
          </p:cNvPr>
          <p:cNvSpPr/>
          <p:nvPr/>
        </p:nvSpPr>
        <p:spPr>
          <a:xfrm>
            <a:off x="8645321" y="1708799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45B5C869-0BAA-75D4-E03D-21589BD7BBF1}"/>
              </a:ext>
            </a:extLst>
          </p:cNvPr>
          <p:cNvSpPr/>
          <p:nvPr/>
        </p:nvSpPr>
        <p:spPr>
          <a:xfrm>
            <a:off x="8860286" y="1644622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F47F3C5-8573-21EE-5216-6C008C922536}"/>
              </a:ext>
            </a:extLst>
          </p:cNvPr>
          <p:cNvSpPr/>
          <p:nvPr/>
        </p:nvSpPr>
        <p:spPr>
          <a:xfrm>
            <a:off x="9164108" y="1638751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4925D4E1-C23C-C5C2-EE3D-E9F78386B8D0}"/>
              </a:ext>
            </a:extLst>
          </p:cNvPr>
          <p:cNvSpPr/>
          <p:nvPr/>
        </p:nvSpPr>
        <p:spPr>
          <a:xfrm>
            <a:off x="8629773" y="2003073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69F905-6C0A-64D8-CD04-5676528A08D6}"/>
              </a:ext>
            </a:extLst>
          </p:cNvPr>
          <p:cNvSpPr txBox="1"/>
          <p:nvPr/>
        </p:nvSpPr>
        <p:spPr>
          <a:xfrm rot="16200000">
            <a:off x="4204291" y="1783732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Prices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68E20FE-394D-5F31-D0BE-FB5F565CD577}"/>
              </a:ext>
            </a:extLst>
          </p:cNvPr>
          <p:cNvCxnSpPr/>
          <p:nvPr/>
        </p:nvCxnSpPr>
        <p:spPr>
          <a:xfrm>
            <a:off x="5501311" y="3076575"/>
            <a:ext cx="58829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1396634-C6FB-55C7-A08B-AEF0118AA3D1}"/>
              </a:ext>
            </a:extLst>
          </p:cNvPr>
          <p:cNvCxnSpPr/>
          <p:nvPr/>
        </p:nvCxnSpPr>
        <p:spPr>
          <a:xfrm>
            <a:off x="5520361" y="2657475"/>
            <a:ext cx="58829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6175600-1154-6F1E-29AC-7799F519320F}"/>
              </a:ext>
            </a:extLst>
          </p:cNvPr>
          <p:cNvCxnSpPr/>
          <p:nvPr/>
        </p:nvCxnSpPr>
        <p:spPr>
          <a:xfrm>
            <a:off x="5510836" y="2238375"/>
            <a:ext cx="58829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76E1109-C3D3-711C-A5A3-95E9C1A8CBBE}"/>
              </a:ext>
            </a:extLst>
          </p:cNvPr>
          <p:cNvCxnSpPr/>
          <p:nvPr/>
        </p:nvCxnSpPr>
        <p:spPr>
          <a:xfrm>
            <a:off x="5529886" y="1819275"/>
            <a:ext cx="58829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3628D5E-8EB9-E8C0-0D31-AE47BD7E1834}"/>
              </a:ext>
            </a:extLst>
          </p:cNvPr>
          <p:cNvCxnSpPr/>
          <p:nvPr/>
        </p:nvCxnSpPr>
        <p:spPr>
          <a:xfrm>
            <a:off x="5529886" y="1466850"/>
            <a:ext cx="58829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235A29E-B4B3-B487-A8FE-01D20B79D9A8}"/>
              </a:ext>
            </a:extLst>
          </p:cNvPr>
          <p:cNvCxnSpPr/>
          <p:nvPr/>
        </p:nvCxnSpPr>
        <p:spPr>
          <a:xfrm>
            <a:off x="5548936" y="1047750"/>
            <a:ext cx="58829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AA34D57-D332-1F09-7A7E-63AA96A3FEFE}"/>
              </a:ext>
            </a:extLst>
          </p:cNvPr>
          <p:cNvCxnSpPr/>
          <p:nvPr/>
        </p:nvCxnSpPr>
        <p:spPr>
          <a:xfrm>
            <a:off x="5539411" y="628650"/>
            <a:ext cx="58829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D86804A-DA16-6A7A-435F-5B12C87842E8}"/>
              </a:ext>
            </a:extLst>
          </p:cNvPr>
          <p:cNvSpPr txBox="1"/>
          <p:nvPr/>
        </p:nvSpPr>
        <p:spPr>
          <a:xfrm>
            <a:off x="6123981" y="368790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872427-9095-3164-202F-ED1FC528F27C}"/>
              </a:ext>
            </a:extLst>
          </p:cNvPr>
          <p:cNvSpPr txBox="1"/>
          <p:nvPr/>
        </p:nvSpPr>
        <p:spPr>
          <a:xfrm>
            <a:off x="4975112" y="247280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7886FB-881A-5C01-3D1A-08AE1349A4A6}"/>
              </a:ext>
            </a:extLst>
          </p:cNvPr>
          <p:cNvSpPr txBox="1"/>
          <p:nvPr/>
        </p:nvSpPr>
        <p:spPr>
          <a:xfrm>
            <a:off x="4965587" y="207275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2A5AFC3-B921-1C83-9137-5D51909D818C}"/>
              </a:ext>
            </a:extLst>
          </p:cNvPr>
          <p:cNvSpPr txBox="1"/>
          <p:nvPr/>
        </p:nvSpPr>
        <p:spPr>
          <a:xfrm>
            <a:off x="4975112" y="165365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D110D2-6E19-A260-99A0-AE6A00C16DA5}"/>
              </a:ext>
            </a:extLst>
          </p:cNvPr>
          <p:cNvSpPr txBox="1"/>
          <p:nvPr/>
        </p:nvSpPr>
        <p:spPr>
          <a:xfrm>
            <a:off x="4984637" y="125360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2EE2DC7-7795-9B38-7490-F398008A2ACA}"/>
              </a:ext>
            </a:extLst>
          </p:cNvPr>
          <p:cNvSpPr txBox="1"/>
          <p:nvPr/>
        </p:nvSpPr>
        <p:spPr>
          <a:xfrm>
            <a:off x="4994162" y="83450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700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3828EC-1B93-2DD9-EC85-83B91A14671A}"/>
              </a:ext>
            </a:extLst>
          </p:cNvPr>
          <p:cNvSpPr txBox="1"/>
          <p:nvPr/>
        </p:nvSpPr>
        <p:spPr>
          <a:xfrm>
            <a:off x="4984637" y="43445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800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8CB6820-3DB1-0B1C-621A-116A8F244EBF}"/>
              </a:ext>
            </a:extLst>
          </p:cNvPr>
          <p:cNvCxnSpPr>
            <a:cxnSpLocks/>
          </p:cNvCxnSpPr>
          <p:nvPr/>
        </p:nvCxnSpPr>
        <p:spPr>
          <a:xfrm flipV="1">
            <a:off x="6406186" y="3415816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CE6B39C-3FC2-1236-9DAC-EB7A2809494C}"/>
              </a:ext>
            </a:extLst>
          </p:cNvPr>
          <p:cNvCxnSpPr>
            <a:cxnSpLocks/>
          </p:cNvCxnSpPr>
          <p:nvPr/>
        </p:nvCxnSpPr>
        <p:spPr>
          <a:xfrm flipV="1">
            <a:off x="7253911" y="3429000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1A85DBB-F791-94D4-3EF7-9203AF8EB507}"/>
              </a:ext>
            </a:extLst>
          </p:cNvPr>
          <p:cNvCxnSpPr>
            <a:cxnSpLocks/>
          </p:cNvCxnSpPr>
          <p:nvPr/>
        </p:nvCxnSpPr>
        <p:spPr>
          <a:xfrm flipV="1">
            <a:off x="7958761" y="3429000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1BD370E-4EDD-A752-CDF6-2335D805C649}"/>
              </a:ext>
            </a:extLst>
          </p:cNvPr>
          <p:cNvCxnSpPr>
            <a:cxnSpLocks/>
          </p:cNvCxnSpPr>
          <p:nvPr/>
        </p:nvCxnSpPr>
        <p:spPr>
          <a:xfrm flipV="1">
            <a:off x="8806486" y="3442184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0EE8E9F-0A37-B83F-6051-A0D2F86E5C54}"/>
              </a:ext>
            </a:extLst>
          </p:cNvPr>
          <p:cNvCxnSpPr>
            <a:cxnSpLocks/>
          </p:cNvCxnSpPr>
          <p:nvPr/>
        </p:nvCxnSpPr>
        <p:spPr>
          <a:xfrm flipV="1">
            <a:off x="9587536" y="3442184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4A5AB2F-B0E2-DF4F-78CE-BE8D4496480A}"/>
              </a:ext>
            </a:extLst>
          </p:cNvPr>
          <p:cNvCxnSpPr>
            <a:cxnSpLocks/>
          </p:cNvCxnSpPr>
          <p:nvPr/>
        </p:nvCxnSpPr>
        <p:spPr>
          <a:xfrm flipV="1">
            <a:off x="10435261" y="3455368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686A68B-7AF0-4853-B794-8DC6228AE315}"/>
              </a:ext>
            </a:extLst>
          </p:cNvPr>
          <p:cNvCxnSpPr>
            <a:cxnSpLocks/>
          </p:cNvCxnSpPr>
          <p:nvPr/>
        </p:nvCxnSpPr>
        <p:spPr>
          <a:xfrm flipV="1">
            <a:off x="11244886" y="3415816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5093DF4-BC80-3E15-3674-5D8D2A703D00}"/>
              </a:ext>
            </a:extLst>
          </p:cNvPr>
          <p:cNvSpPr txBox="1"/>
          <p:nvPr/>
        </p:nvSpPr>
        <p:spPr>
          <a:xfrm>
            <a:off x="6977374" y="367254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F25CAA4-13A5-0E19-6FE9-3106120F3EBA}"/>
              </a:ext>
            </a:extLst>
          </p:cNvPr>
          <p:cNvSpPr txBox="1"/>
          <p:nvPr/>
        </p:nvSpPr>
        <p:spPr>
          <a:xfrm>
            <a:off x="7706290" y="368336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1500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11D6580-0923-52AC-E950-C6E972D9B4DA}"/>
              </a:ext>
            </a:extLst>
          </p:cNvPr>
          <p:cNvSpPr txBox="1"/>
          <p:nvPr/>
        </p:nvSpPr>
        <p:spPr>
          <a:xfrm>
            <a:off x="8545836" y="368790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1EB6A30-2537-34E2-C1FB-3078DFFCD225}"/>
              </a:ext>
            </a:extLst>
          </p:cNvPr>
          <p:cNvSpPr txBox="1"/>
          <p:nvPr/>
        </p:nvSpPr>
        <p:spPr>
          <a:xfrm>
            <a:off x="9322860" y="368790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8F4216F-2604-DED8-FD67-99218DA31064}"/>
              </a:ext>
            </a:extLst>
          </p:cNvPr>
          <p:cNvSpPr txBox="1"/>
          <p:nvPr/>
        </p:nvSpPr>
        <p:spPr>
          <a:xfrm>
            <a:off x="10176253" y="367254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3000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48A7ED7-57AF-6F6B-31E0-A36F772AF931}"/>
              </a:ext>
            </a:extLst>
          </p:cNvPr>
          <p:cNvSpPr txBox="1"/>
          <p:nvPr/>
        </p:nvSpPr>
        <p:spPr>
          <a:xfrm>
            <a:off x="10905169" y="368336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3500</a:t>
            </a:r>
          </a:p>
        </p:txBody>
      </p:sp>
      <p:sp>
        <p:nvSpPr>
          <p:cNvPr id="85" name="Flowchart: Connector 84">
            <a:extLst>
              <a:ext uri="{FF2B5EF4-FFF2-40B4-BE49-F238E27FC236}">
                <a16:creationId xmlns:a16="http://schemas.microsoft.com/office/drawing/2014/main" id="{E807C37E-15A8-7D6E-8187-16267AE84235}"/>
              </a:ext>
            </a:extLst>
          </p:cNvPr>
          <p:cNvSpPr/>
          <p:nvPr/>
        </p:nvSpPr>
        <p:spPr>
          <a:xfrm>
            <a:off x="7997804" y="2383779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6099B6AF-FAE8-8490-CC38-2BC3C575A138}"/>
              </a:ext>
            </a:extLst>
          </p:cNvPr>
          <p:cNvSpPr/>
          <p:nvPr/>
        </p:nvSpPr>
        <p:spPr>
          <a:xfrm>
            <a:off x="8212769" y="2319602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Flowchart: Connector 86">
            <a:extLst>
              <a:ext uri="{FF2B5EF4-FFF2-40B4-BE49-F238E27FC236}">
                <a16:creationId xmlns:a16="http://schemas.microsoft.com/office/drawing/2014/main" id="{57FDF799-27DA-7C50-2F82-0F63794D1106}"/>
              </a:ext>
            </a:extLst>
          </p:cNvPr>
          <p:cNvSpPr/>
          <p:nvPr/>
        </p:nvSpPr>
        <p:spPr>
          <a:xfrm>
            <a:off x="8516591" y="2313731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015029E1-146D-9F1E-4EB2-9B6B4406E2FB}"/>
              </a:ext>
            </a:extLst>
          </p:cNvPr>
          <p:cNvSpPr/>
          <p:nvPr/>
        </p:nvSpPr>
        <p:spPr>
          <a:xfrm>
            <a:off x="8403086" y="2150040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lowchart: Connector 88">
            <a:extLst>
              <a:ext uri="{FF2B5EF4-FFF2-40B4-BE49-F238E27FC236}">
                <a16:creationId xmlns:a16="http://schemas.microsoft.com/office/drawing/2014/main" id="{6D6318D6-A52D-E415-BC67-0E504CED3F06}"/>
              </a:ext>
            </a:extLst>
          </p:cNvPr>
          <p:cNvSpPr/>
          <p:nvPr/>
        </p:nvSpPr>
        <p:spPr>
          <a:xfrm>
            <a:off x="8618051" y="2085863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5087C71C-0DE7-6FF2-4652-C324C5874A3C}"/>
              </a:ext>
            </a:extLst>
          </p:cNvPr>
          <p:cNvSpPr/>
          <p:nvPr/>
        </p:nvSpPr>
        <p:spPr>
          <a:xfrm>
            <a:off x="8921873" y="2079992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lowchart: Connector 90">
            <a:extLst>
              <a:ext uri="{FF2B5EF4-FFF2-40B4-BE49-F238E27FC236}">
                <a16:creationId xmlns:a16="http://schemas.microsoft.com/office/drawing/2014/main" id="{75226779-759C-C722-B882-55B5C99F10CF}"/>
              </a:ext>
            </a:extLst>
          </p:cNvPr>
          <p:cNvSpPr/>
          <p:nvPr/>
        </p:nvSpPr>
        <p:spPr>
          <a:xfrm>
            <a:off x="9130673" y="1881654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9DA0F13A-C995-A8E8-5B7A-2835A9F2FB95}"/>
              </a:ext>
            </a:extLst>
          </p:cNvPr>
          <p:cNvSpPr/>
          <p:nvPr/>
        </p:nvSpPr>
        <p:spPr>
          <a:xfrm>
            <a:off x="9345638" y="1817477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lowchart: Connector 92">
            <a:extLst>
              <a:ext uri="{FF2B5EF4-FFF2-40B4-BE49-F238E27FC236}">
                <a16:creationId xmlns:a16="http://schemas.microsoft.com/office/drawing/2014/main" id="{576041FD-8240-8D69-4E2F-D8BB4A1730F7}"/>
              </a:ext>
            </a:extLst>
          </p:cNvPr>
          <p:cNvSpPr/>
          <p:nvPr/>
        </p:nvSpPr>
        <p:spPr>
          <a:xfrm>
            <a:off x="9649460" y="1811606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15144733-BF82-EE64-08EE-B4251D8F7810}"/>
              </a:ext>
            </a:extLst>
          </p:cNvPr>
          <p:cNvSpPr/>
          <p:nvPr/>
        </p:nvSpPr>
        <p:spPr>
          <a:xfrm>
            <a:off x="9535955" y="1647915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lowchart: Connector 94">
            <a:extLst>
              <a:ext uri="{FF2B5EF4-FFF2-40B4-BE49-F238E27FC236}">
                <a16:creationId xmlns:a16="http://schemas.microsoft.com/office/drawing/2014/main" id="{8F048124-03BE-B684-9677-74527CF63800}"/>
              </a:ext>
            </a:extLst>
          </p:cNvPr>
          <p:cNvSpPr/>
          <p:nvPr/>
        </p:nvSpPr>
        <p:spPr>
          <a:xfrm>
            <a:off x="9750920" y="1583738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412327DF-3977-DBB9-2C45-F25B005726E2}"/>
              </a:ext>
            </a:extLst>
          </p:cNvPr>
          <p:cNvSpPr/>
          <p:nvPr/>
        </p:nvSpPr>
        <p:spPr>
          <a:xfrm>
            <a:off x="10054742" y="1577867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Flowchart: Connector 96">
            <a:extLst>
              <a:ext uri="{FF2B5EF4-FFF2-40B4-BE49-F238E27FC236}">
                <a16:creationId xmlns:a16="http://schemas.microsoft.com/office/drawing/2014/main" id="{11BFB00E-1DB9-7126-5DA4-C931E216D950}"/>
              </a:ext>
            </a:extLst>
          </p:cNvPr>
          <p:cNvSpPr/>
          <p:nvPr/>
        </p:nvSpPr>
        <p:spPr>
          <a:xfrm>
            <a:off x="9413082" y="1461596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B0CED6C9-F0B1-47D4-B9CA-4A054153F5B9}"/>
              </a:ext>
            </a:extLst>
          </p:cNvPr>
          <p:cNvSpPr/>
          <p:nvPr/>
        </p:nvSpPr>
        <p:spPr>
          <a:xfrm>
            <a:off x="9380454" y="1342897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Flowchart: Connector 98">
            <a:extLst>
              <a:ext uri="{FF2B5EF4-FFF2-40B4-BE49-F238E27FC236}">
                <a16:creationId xmlns:a16="http://schemas.microsoft.com/office/drawing/2014/main" id="{90AE6114-EB9D-8AC7-3B74-951D68E8DAEF}"/>
              </a:ext>
            </a:extLst>
          </p:cNvPr>
          <p:cNvSpPr/>
          <p:nvPr/>
        </p:nvSpPr>
        <p:spPr>
          <a:xfrm>
            <a:off x="9595419" y="1278720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962F83ED-D666-2FA1-7A33-03A69E5E0B05}"/>
              </a:ext>
            </a:extLst>
          </p:cNvPr>
          <p:cNvSpPr/>
          <p:nvPr/>
        </p:nvSpPr>
        <p:spPr>
          <a:xfrm>
            <a:off x="9899241" y="1272849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lowchart: Connector 100">
            <a:extLst>
              <a:ext uri="{FF2B5EF4-FFF2-40B4-BE49-F238E27FC236}">
                <a16:creationId xmlns:a16="http://schemas.microsoft.com/office/drawing/2014/main" id="{DEE72C4A-0606-70D9-820E-85163215B22C}"/>
              </a:ext>
            </a:extLst>
          </p:cNvPr>
          <p:cNvSpPr/>
          <p:nvPr/>
        </p:nvSpPr>
        <p:spPr>
          <a:xfrm>
            <a:off x="9364906" y="1637171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95075579-F65F-F595-82F5-C11043BA9BC5}"/>
              </a:ext>
            </a:extLst>
          </p:cNvPr>
          <p:cNvSpPr/>
          <p:nvPr/>
        </p:nvSpPr>
        <p:spPr>
          <a:xfrm>
            <a:off x="9785736" y="1109158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Flowchart: Connector 102">
            <a:extLst>
              <a:ext uri="{FF2B5EF4-FFF2-40B4-BE49-F238E27FC236}">
                <a16:creationId xmlns:a16="http://schemas.microsoft.com/office/drawing/2014/main" id="{FF2717C6-8A85-1462-AB31-4C60E09EA7C4}"/>
              </a:ext>
            </a:extLst>
          </p:cNvPr>
          <p:cNvSpPr/>
          <p:nvPr/>
        </p:nvSpPr>
        <p:spPr>
          <a:xfrm>
            <a:off x="10000701" y="1044981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5C064F5D-1728-4958-8D1A-5DD482D64B32}"/>
              </a:ext>
            </a:extLst>
          </p:cNvPr>
          <p:cNvSpPr/>
          <p:nvPr/>
        </p:nvSpPr>
        <p:spPr>
          <a:xfrm>
            <a:off x="9770188" y="1403432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lowchart: Connector 104">
            <a:extLst>
              <a:ext uri="{FF2B5EF4-FFF2-40B4-BE49-F238E27FC236}">
                <a16:creationId xmlns:a16="http://schemas.microsoft.com/office/drawing/2014/main" id="{800AA9B4-E213-90E1-0A86-1F86A0D5EBDA}"/>
              </a:ext>
            </a:extLst>
          </p:cNvPr>
          <p:cNvSpPr/>
          <p:nvPr/>
        </p:nvSpPr>
        <p:spPr>
          <a:xfrm>
            <a:off x="9353184" y="1719961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6E8C7559-46E2-AEC8-C06D-C9841CE5D11C}"/>
              </a:ext>
            </a:extLst>
          </p:cNvPr>
          <p:cNvSpPr/>
          <p:nvPr/>
        </p:nvSpPr>
        <p:spPr>
          <a:xfrm>
            <a:off x="9657006" y="1714090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Flowchart: Connector 106">
            <a:extLst>
              <a:ext uri="{FF2B5EF4-FFF2-40B4-BE49-F238E27FC236}">
                <a16:creationId xmlns:a16="http://schemas.microsoft.com/office/drawing/2014/main" id="{09CF6093-9CEC-9015-68D2-28859DA8F4C1}"/>
              </a:ext>
            </a:extLst>
          </p:cNvPr>
          <p:cNvSpPr/>
          <p:nvPr/>
        </p:nvSpPr>
        <p:spPr>
          <a:xfrm>
            <a:off x="9543501" y="1550399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8D4EC7E3-55A3-CD92-64F7-F1B5C6C13AFF}"/>
              </a:ext>
            </a:extLst>
          </p:cNvPr>
          <p:cNvSpPr/>
          <p:nvPr/>
        </p:nvSpPr>
        <p:spPr>
          <a:xfrm>
            <a:off x="9758466" y="1486222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lowchart: Connector 108">
            <a:extLst>
              <a:ext uri="{FF2B5EF4-FFF2-40B4-BE49-F238E27FC236}">
                <a16:creationId xmlns:a16="http://schemas.microsoft.com/office/drawing/2014/main" id="{40E3805C-92ED-289D-E30D-F81156CE0D0F}"/>
              </a:ext>
            </a:extLst>
          </p:cNvPr>
          <p:cNvSpPr/>
          <p:nvPr/>
        </p:nvSpPr>
        <p:spPr>
          <a:xfrm>
            <a:off x="8428872" y="1623146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4A644BA2-B6BB-4720-0568-B7326F4B1826}"/>
              </a:ext>
            </a:extLst>
          </p:cNvPr>
          <p:cNvSpPr/>
          <p:nvPr/>
        </p:nvSpPr>
        <p:spPr>
          <a:xfrm>
            <a:off x="8732694" y="1617275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Flowchart: Connector 110">
            <a:extLst>
              <a:ext uri="{FF2B5EF4-FFF2-40B4-BE49-F238E27FC236}">
                <a16:creationId xmlns:a16="http://schemas.microsoft.com/office/drawing/2014/main" id="{C264F46F-90FB-3D2F-C07B-2042FADECE80}"/>
              </a:ext>
            </a:extLst>
          </p:cNvPr>
          <p:cNvSpPr/>
          <p:nvPr/>
        </p:nvSpPr>
        <p:spPr>
          <a:xfrm>
            <a:off x="8700066" y="1498576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28EB0BC9-EF16-D73B-F8B6-690E6E252169}"/>
              </a:ext>
            </a:extLst>
          </p:cNvPr>
          <p:cNvSpPr/>
          <p:nvPr/>
        </p:nvSpPr>
        <p:spPr>
          <a:xfrm>
            <a:off x="8915031" y="1434399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lowchart: Connector 112">
            <a:extLst>
              <a:ext uri="{FF2B5EF4-FFF2-40B4-BE49-F238E27FC236}">
                <a16:creationId xmlns:a16="http://schemas.microsoft.com/office/drawing/2014/main" id="{A7D89913-67A1-0C9C-D5B8-BAFB1F6D659A}"/>
              </a:ext>
            </a:extLst>
          </p:cNvPr>
          <p:cNvSpPr/>
          <p:nvPr/>
        </p:nvSpPr>
        <p:spPr>
          <a:xfrm>
            <a:off x="9218853" y="1428528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C68EC7B1-E2E2-F50D-D582-76CF027FD2B0}"/>
              </a:ext>
            </a:extLst>
          </p:cNvPr>
          <p:cNvSpPr/>
          <p:nvPr/>
        </p:nvSpPr>
        <p:spPr>
          <a:xfrm>
            <a:off x="8684518" y="1792850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lowchart: Connector 114">
            <a:extLst>
              <a:ext uri="{FF2B5EF4-FFF2-40B4-BE49-F238E27FC236}">
                <a16:creationId xmlns:a16="http://schemas.microsoft.com/office/drawing/2014/main" id="{577108B1-7F04-BE8C-E241-EA08057551E7}"/>
              </a:ext>
            </a:extLst>
          </p:cNvPr>
          <p:cNvSpPr/>
          <p:nvPr/>
        </p:nvSpPr>
        <p:spPr>
          <a:xfrm>
            <a:off x="9089800" y="1559111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Flowchart: Connector 115">
            <a:extLst>
              <a:ext uri="{FF2B5EF4-FFF2-40B4-BE49-F238E27FC236}">
                <a16:creationId xmlns:a16="http://schemas.microsoft.com/office/drawing/2014/main" id="{1CFAFDB7-C3DA-6CBA-4A49-457F46902066}"/>
              </a:ext>
            </a:extLst>
          </p:cNvPr>
          <p:cNvSpPr/>
          <p:nvPr/>
        </p:nvSpPr>
        <p:spPr>
          <a:xfrm>
            <a:off x="8457831" y="1939817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Flowchart: Connector 116">
            <a:extLst>
              <a:ext uri="{FF2B5EF4-FFF2-40B4-BE49-F238E27FC236}">
                <a16:creationId xmlns:a16="http://schemas.microsoft.com/office/drawing/2014/main" id="{36A419ED-3317-8556-40B4-54988D38CC4F}"/>
              </a:ext>
            </a:extLst>
          </p:cNvPr>
          <p:cNvSpPr/>
          <p:nvPr/>
        </p:nvSpPr>
        <p:spPr>
          <a:xfrm>
            <a:off x="8672796" y="1875640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Flowchart: Connector 117">
            <a:extLst>
              <a:ext uri="{FF2B5EF4-FFF2-40B4-BE49-F238E27FC236}">
                <a16:creationId xmlns:a16="http://schemas.microsoft.com/office/drawing/2014/main" id="{6BB1DDF7-32B3-3C75-7728-031E0CDB807E}"/>
              </a:ext>
            </a:extLst>
          </p:cNvPr>
          <p:cNvSpPr/>
          <p:nvPr/>
        </p:nvSpPr>
        <p:spPr>
          <a:xfrm>
            <a:off x="8976618" y="1869769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lowchart: Connector 118">
            <a:extLst>
              <a:ext uri="{FF2B5EF4-FFF2-40B4-BE49-F238E27FC236}">
                <a16:creationId xmlns:a16="http://schemas.microsoft.com/office/drawing/2014/main" id="{25A4056B-69B9-092F-B5AC-3743C7D4DAD4}"/>
              </a:ext>
            </a:extLst>
          </p:cNvPr>
          <p:cNvSpPr/>
          <p:nvPr/>
        </p:nvSpPr>
        <p:spPr>
          <a:xfrm>
            <a:off x="8863113" y="1706078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lowchart: Connector 119">
            <a:extLst>
              <a:ext uri="{FF2B5EF4-FFF2-40B4-BE49-F238E27FC236}">
                <a16:creationId xmlns:a16="http://schemas.microsoft.com/office/drawing/2014/main" id="{7A38CB59-0431-049C-7BCE-D4B764DE8448}"/>
              </a:ext>
            </a:extLst>
          </p:cNvPr>
          <p:cNvSpPr/>
          <p:nvPr/>
        </p:nvSpPr>
        <p:spPr>
          <a:xfrm>
            <a:off x="9078078" y="1641901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lowchart: Connector 120">
            <a:extLst>
              <a:ext uri="{FF2B5EF4-FFF2-40B4-BE49-F238E27FC236}">
                <a16:creationId xmlns:a16="http://schemas.microsoft.com/office/drawing/2014/main" id="{447A154F-916A-0612-D1B1-9EBBD6C34527}"/>
              </a:ext>
            </a:extLst>
          </p:cNvPr>
          <p:cNvSpPr/>
          <p:nvPr/>
        </p:nvSpPr>
        <p:spPr>
          <a:xfrm>
            <a:off x="9381900" y="1636030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lowchart: Connector 123">
            <a:extLst>
              <a:ext uri="{FF2B5EF4-FFF2-40B4-BE49-F238E27FC236}">
                <a16:creationId xmlns:a16="http://schemas.microsoft.com/office/drawing/2014/main" id="{D036A05F-FB6A-82F6-67BE-CAA184C23A94}"/>
              </a:ext>
            </a:extLst>
          </p:cNvPr>
          <p:cNvSpPr/>
          <p:nvPr/>
        </p:nvSpPr>
        <p:spPr>
          <a:xfrm>
            <a:off x="9384242" y="1026039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C9588160-B68D-C6ED-420F-C56DB6A40F2D}"/>
              </a:ext>
            </a:extLst>
          </p:cNvPr>
          <p:cNvSpPr/>
          <p:nvPr/>
        </p:nvSpPr>
        <p:spPr>
          <a:xfrm>
            <a:off x="10984308" y="503475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EFD525EC-05E1-9048-DDC9-BEDE7507FFCC}"/>
              </a:ext>
            </a:extLst>
          </p:cNvPr>
          <p:cNvSpPr/>
          <p:nvPr/>
        </p:nvSpPr>
        <p:spPr>
          <a:xfrm>
            <a:off x="10458589" y="1091995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9523A10-2B69-2076-740D-B93CBA792714}"/>
              </a:ext>
            </a:extLst>
          </p:cNvPr>
          <p:cNvSpPr txBox="1"/>
          <p:nvPr/>
        </p:nvSpPr>
        <p:spPr>
          <a:xfrm>
            <a:off x="1185204" y="1842797"/>
            <a:ext cx="33763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Houses prices </a:t>
            </a:r>
          </a:p>
          <a:p>
            <a:pPr algn="ctr"/>
            <a:r>
              <a:rPr lang="en-US" sz="2800" b="1" dirty="0">
                <a:solidFill>
                  <a:srgbClr val="FFFF00"/>
                </a:solidFill>
              </a:rPr>
              <a:t>(Dataset)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E1FE7C09-5D87-536E-DF0F-721F14E0DDC5}"/>
              </a:ext>
            </a:extLst>
          </p:cNvPr>
          <p:cNvCxnSpPr>
            <a:cxnSpLocks/>
          </p:cNvCxnSpPr>
          <p:nvPr/>
        </p:nvCxnSpPr>
        <p:spPr>
          <a:xfrm flipV="1">
            <a:off x="6374178" y="479418"/>
            <a:ext cx="5036864" cy="2632843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BED7446-FE7E-F3BB-1101-A50EAF347023}"/>
              </a:ext>
            </a:extLst>
          </p:cNvPr>
          <p:cNvSpPr txBox="1"/>
          <p:nvPr/>
        </p:nvSpPr>
        <p:spPr>
          <a:xfrm>
            <a:off x="6651392" y="4057240"/>
            <a:ext cx="3730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Size (</a:t>
            </a:r>
            <a:r>
              <a:rPr lang="en-US" sz="2400" b="1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feet</a:t>
            </a:r>
            <a:r>
              <a:rPr lang="en-US" sz="2400" b="1" baseline="300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en-US" sz="2400" b="1" dirty="0"/>
              <a:t>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A41A9D-1805-6380-C45D-FEC12B95881F}"/>
              </a:ext>
            </a:extLst>
          </p:cNvPr>
          <p:cNvCxnSpPr>
            <a:cxnSpLocks/>
          </p:cNvCxnSpPr>
          <p:nvPr/>
        </p:nvCxnSpPr>
        <p:spPr>
          <a:xfrm>
            <a:off x="77846" y="4079257"/>
            <a:ext cx="5245069" cy="20583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34FA4D-50DF-834A-6F2F-DF0422909B73}"/>
              </a:ext>
            </a:extLst>
          </p:cNvPr>
          <p:cNvCxnSpPr>
            <a:cxnSpLocks/>
          </p:cNvCxnSpPr>
          <p:nvPr/>
        </p:nvCxnSpPr>
        <p:spPr>
          <a:xfrm>
            <a:off x="2791193" y="3504790"/>
            <a:ext cx="0" cy="2721839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B706CD-54C1-91E3-C380-B561C70EED44}"/>
              </a:ext>
            </a:extLst>
          </p:cNvPr>
          <p:cNvSpPr txBox="1"/>
          <p:nvPr/>
        </p:nvSpPr>
        <p:spPr>
          <a:xfrm>
            <a:off x="208275" y="3429000"/>
            <a:ext cx="2582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Size (</a:t>
            </a:r>
            <a:r>
              <a:rPr lang="en-US" b="1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feet</a:t>
            </a:r>
            <a:r>
              <a:rPr lang="en-US" b="1" baseline="30000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en-US" b="1" dirty="0"/>
              <a:t>), </a:t>
            </a:r>
          </a:p>
          <a:p>
            <a:pPr algn="ctr"/>
            <a:r>
              <a:rPr lang="en-US" b="1" dirty="0"/>
              <a:t>(</a:t>
            </a:r>
            <a:r>
              <a:rPr lang="en-US" b="1" dirty="0">
                <a:solidFill>
                  <a:srgbClr val="FFFF00"/>
                </a:solidFill>
              </a:rPr>
              <a:t>x</a:t>
            </a:r>
            <a:r>
              <a:rPr lang="en-US" b="1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229B2-60E3-A234-D6B0-BF534EE65B81}"/>
              </a:ext>
            </a:extLst>
          </p:cNvPr>
          <p:cNvSpPr txBox="1"/>
          <p:nvPr/>
        </p:nvSpPr>
        <p:spPr>
          <a:xfrm>
            <a:off x="2792923" y="3453509"/>
            <a:ext cx="260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Prices (in 1000 of </a:t>
            </a:r>
            <a:r>
              <a:rPr lang="en-US" b="1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$</a:t>
            </a:r>
            <a:r>
              <a:rPr lang="en-US" b="1" dirty="0"/>
              <a:t>) </a:t>
            </a:r>
          </a:p>
          <a:p>
            <a:pPr algn="ctr"/>
            <a:r>
              <a:rPr lang="en-US" b="1" dirty="0"/>
              <a:t>(</a:t>
            </a:r>
            <a:r>
              <a:rPr lang="en-US" b="1" dirty="0">
                <a:solidFill>
                  <a:srgbClr val="FFFF00"/>
                </a:solidFill>
              </a:rPr>
              <a:t>y</a:t>
            </a:r>
            <a:r>
              <a:rPr lang="en-US" b="1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F13EA6-8CD4-01F9-A6B7-402152C279D6}"/>
              </a:ext>
            </a:extLst>
          </p:cNvPr>
          <p:cNvSpPr txBox="1"/>
          <p:nvPr/>
        </p:nvSpPr>
        <p:spPr>
          <a:xfrm>
            <a:off x="1019513" y="4153105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2104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00F815-0590-F1F4-46EF-9ABACE83D2C8}"/>
              </a:ext>
            </a:extLst>
          </p:cNvPr>
          <p:cNvSpPr txBox="1"/>
          <p:nvPr/>
        </p:nvSpPr>
        <p:spPr>
          <a:xfrm>
            <a:off x="1019512" y="4614770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1416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EDE121-F520-E2F5-BA4D-7EC529F9F32B}"/>
              </a:ext>
            </a:extLst>
          </p:cNvPr>
          <p:cNvSpPr txBox="1"/>
          <p:nvPr/>
        </p:nvSpPr>
        <p:spPr>
          <a:xfrm>
            <a:off x="1017614" y="5076435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1534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FFDA0-4B20-AA41-27F0-5AE884129E16}"/>
              </a:ext>
            </a:extLst>
          </p:cNvPr>
          <p:cNvSpPr txBox="1"/>
          <p:nvPr/>
        </p:nvSpPr>
        <p:spPr>
          <a:xfrm>
            <a:off x="1017612" y="5538100"/>
            <a:ext cx="79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852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4B9294-1299-BD60-533C-506FC1CA8E25}"/>
              </a:ext>
            </a:extLst>
          </p:cNvPr>
          <p:cNvSpPr txBox="1"/>
          <p:nvPr/>
        </p:nvSpPr>
        <p:spPr>
          <a:xfrm>
            <a:off x="1024616" y="5999765"/>
            <a:ext cx="79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187938-4E84-00CE-E87E-3BFC7E9FE953}"/>
              </a:ext>
            </a:extLst>
          </p:cNvPr>
          <p:cNvSpPr txBox="1"/>
          <p:nvPr/>
        </p:nvSpPr>
        <p:spPr>
          <a:xfrm>
            <a:off x="3730174" y="4153105"/>
            <a:ext cx="797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460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132C4C-29B3-78CC-EB54-70E21996D07A}"/>
              </a:ext>
            </a:extLst>
          </p:cNvPr>
          <p:cNvSpPr txBox="1"/>
          <p:nvPr/>
        </p:nvSpPr>
        <p:spPr>
          <a:xfrm>
            <a:off x="3730174" y="4614770"/>
            <a:ext cx="797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232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4649DB-2AAE-6A98-D52A-7466B5F68E6D}"/>
              </a:ext>
            </a:extLst>
          </p:cNvPr>
          <p:cNvSpPr txBox="1"/>
          <p:nvPr/>
        </p:nvSpPr>
        <p:spPr>
          <a:xfrm>
            <a:off x="3728275" y="5076435"/>
            <a:ext cx="799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315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241F1B-B6AB-30CF-E9CC-AC771EC5F2A2}"/>
              </a:ext>
            </a:extLst>
          </p:cNvPr>
          <p:cNvSpPr txBox="1"/>
          <p:nvPr/>
        </p:nvSpPr>
        <p:spPr>
          <a:xfrm>
            <a:off x="3728274" y="5538100"/>
            <a:ext cx="79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EFB8AF-971B-25BD-A108-2EB98C97BBA6}"/>
              </a:ext>
            </a:extLst>
          </p:cNvPr>
          <p:cNvSpPr txBox="1"/>
          <p:nvPr/>
        </p:nvSpPr>
        <p:spPr>
          <a:xfrm>
            <a:off x="3735278" y="5999765"/>
            <a:ext cx="79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3EAB7E-1A92-569F-05C0-4E22AF0D519B}"/>
              </a:ext>
            </a:extLst>
          </p:cNvPr>
          <p:cNvSpPr txBox="1"/>
          <p:nvPr/>
        </p:nvSpPr>
        <p:spPr>
          <a:xfrm>
            <a:off x="1354201" y="3705508"/>
            <a:ext cx="406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x</a:t>
            </a:r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E810D49-0626-BED4-49FD-41299C13A122}"/>
              </a:ext>
            </a:extLst>
          </p:cNvPr>
          <p:cNvSpPr txBox="1"/>
          <p:nvPr/>
        </p:nvSpPr>
        <p:spPr>
          <a:xfrm>
            <a:off x="3947045" y="3724892"/>
            <a:ext cx="406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67503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7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80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8500"/>
                            </p:stCondLst>
                            <p:childTnLst>
                              <p:par>
                                <p:cTn id="13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7037E-7 L 0.8375 -0.05648 " pathEditMode="relative" rAng="0" ptsTypes="AA">
                                      <p:cBhvr>
                                        <p:cTn id="131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875" y="-2824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2.59259E-6 L 0.14375 -0.53033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87" y="-265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1000"/>
                            </p:stCondLst>
                            <p:childTnLst>
                              <p:par>
                                <p:cTn id="1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1500"/>
                            </p:stCondLst>
                            <p:childTnLst>
                              <p:par>
                                <p:cTn id="16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9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8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4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78" grpId="0"/>
      <p:bldP spid="79" grpId="0"/>
      <p:bldP spid="80" grpId="0"/>
      <p:bldP spid="81" grpId="0"/>
      <p:bldP spid="82" grpId="0"/>
      <p:bldP spid="83" grpId="0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4" grpId="0" animBg="1"/>
      <p:bldP spid="126" grpId="0" animBg="1"/>
      <p:bldP spid="128" grpId="0" animBg="1"/>
      <p:bldP spid="129" grpId="0"/>
      <p:bldP spid="2" grpId="0"/>
      <p:bldP spid="15" grpId="0"/>
      <p:bldP spid="17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9" grpId="0"/>
      <p:bldP spid="35" grpId="0"/>
      <p:bldP spid="36" grpId="0"/>
      <p:bldP spid="69" grpId="0"/>
      <p:bldP spid="69" grpId="1"/>
      <p:bldP spid="70" grpId="0"/>
      <p:bldP spid="70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FB2BBA-9449-FB93-7108-F6B51F0EACA9}"/>
              </a:ext>
            </a:extLst>
          </p:cNvPr>
          <p:cNvSpPr txBox="1"/>
          <p:nvPr/>
        </p:nvSpPr>
        <p:spPr>
          <a:xfrm>
            <a:off x="1275310" y="1837346"/>
            <a:ext cx="23712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Training set of </a:t>
            </a:r>
          </a:p>
          <a:p>
            <a:pPr algn="ctr"/>
            <a:r>
              <a:rPr lang="en-US" sz="2800" b="1" dirty="0"/>
              <a:t>Temp. Dataset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FA4961-E2D1-6A76-AA44-37292A491A0D}"/>
              </a:ext>
            </a:extLst>
          </p:cNvPr>
          <p:cNvCxnSpPr>
            <a:cxnSpLocks/>
          </p:cNvCxnSpPr>
          <p:nvPr/>
        </p:nvCxnSpPr>
        <p:spPr>
          <a:xfrm>
            <a:off x="5973941" y="1174701"/>
            <a:ext cx="5537874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C636A3-4075-1876-4DA5-02BB9EC3D4B7}"/>
              </a:ext>
            </a:extLst>
          </p:cNvPr>
          <p:cNvCxnSpPr>
            <a:cxnSpLocks/>
          </p:cNvCxnSpPr>
          <p:nvPr/>
        </p:nvCxnSpPr>
        <p:spPr>
          <a:xfrm flipH="1">
            <a:off x="8691607" y="334462"/>
            <a:ext cx="31215" cy="3171542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DE689FB-22F6-C67B-15D5-CE72462C4A3B}"/>
              </a:ext>
            </a:extLst>
          </p:cNvPr>
          <p:cNvSpPr txBox="1"/>
          <p:nvPr/>
        </p:nvSpPr>
        <p:spPr>
          <a:xfrm>
            <a:off x="6139904" y="306328"/>
            <a:ext cx="2582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Temp (</a:t>
            </a:r>
            <a:r>
              <a:rPr lang="en-US" sz="2400" b="1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</a:t>
            </a:r>
            <a:r>
              <a:rPr lang="en-US" sz="2400" b="1" baseline="300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°</a:t>
            </a:r>
            <a:r>
              <a:rPr lang="en-US" sz="2400" b="1" dirty="0"/>
              <a:t>), (</a:t>
            </a:r>
            <a:r>
              <a:rPr lang="en-US" sz="2400" b="1" dirty="0">
                <a:solidFill>
                  <a:srgbClr val="FFFF00"/>
                </a:solidFill>
              </a:rPr>
              <a:t>x</a:t>
            </a:r>
            <a:r>
              <a:rPr lang="en-US" sz="2400" b="1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5D3330-CCB2-D96D-1A47-84FC99D9A9EC}"/>
              </a:ext>
            </a:extLst>
          </p:cNvPr>
          <p:cNvSpPr txBox="1"/>
          <p:nvPr/>
        </p:nvSpPr>
        <p:spPr>
          <a:xfrm>
            <a:off x="8814967" y="334462"/>
            <a:ext cx="2603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Temp F (</a:t>
            </a:r>
            <a:r>
              <a:rPr lang="en-US" sz="2400" b="1" dirty="0">
                <a:solidFill>
                  <a:srgbClr val="FFFF00"/>
                </a:solidFill>
              </a:rPr>
              <a:t>y</a:t>
            </a:r>
            <a:r>
              <a:rPr lang="en-US" sz="2400" b="1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D102D9-896C-744A-CB50-C4383BBBEC02}"/>
              </a:ext>
            </a:extLst>
          </p:cNvPr>
          <p:cNvSpPr txBox="1"/>
          <p:nvPr/>
        </p:nvSpPr>
        <p:spPr>
          <a:xfrm>
            <a:off x="6915608" y="1248549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1A2A56-12CA-10D3-3072-B9FF97867FD8}"/>
              </a:ext>
            </a:extLst>
          </p:cNvPr>
          <p:cNvSpPr txBox="1"/>
          <p:nvPr/>
        </p:nvSpPr>
        <p:spPr>
          <a:xfrm>
            <a:off x="6915607" y="171021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0640E3-5FA5-9DA4-8F31-8FF57C0C4AF7}"/>
              </a:ext>
            </a:extLst>
          </p:cNvPr>
          <p:cNvSpPr txBox="1"/>
          <p:nvPr/>
        </p:nvSpPr>
        <p:spPr>
          <a:xfrm>
            <a:off x="6913709" y="2171879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E69D1A-FE43-C7CA-8181-4B4319310772}"/>
              </a:ext>
            </a:extLst>
          </p:cNvPr>
          <p:cNvSpPr txBox="1"/>
          <p:nvPr/>
        </p:nvSpPr>
        <p:spPr>
          <a:xfrm>
            <a:off x="6913707" y="2633544"/>
            <a:ext cx="79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BF8D5C-8C05-BF12-FE8B-38AD10D545F6}"/>
              </a:ext>
            </a:extLst>
          </p:cNvPr>
          <p:cNvSpPr txBox="1"/>
          <p:nvPr/>
        </p:nvSpPr>
        <p:spPr>
          <a:xfrm>
            <a:off x="6920711" y="3095209"/>
            <a:ext cx="79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C53128-A27D-9F40-5BEF-940EAEB0F7AD}"/>
              </a:ext>
            </a:extLst>
          </p:cNvPr>
          <p:cNvSpPr txBox="1"/>
          <p:nvPr/>
        </p:nvSpPr>
        <p:spPr>
          <a:xfrm>
            <a:off x="9626269" y="1248549"/>
            <a:ext cx="797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3B1BF5-75ED-1450-151D-AB0607AA721A}"/>
              </a:ext>
            </a:extLst>
          </p:cNvPr>
          <p:cNvSpPr txBox="1"/>
          <p:nvPr/>
        </p:nvSpPr>
        <p:spPr>
          <a:xfrm>
            <a:off x="9626269" y="1710214"/>
            <a:ext cx="797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C2A283-2345-F5D2-8FD2-AA4BAFB54E14}"/>
              </a:ext>
            </a:extLst>
          </p:cNvPr>
          <p:cNvSpPr txBox="1"/>
          <p:nvPr/>
        </p:nvSpPr>
        <p:spPr>
          <a:xfrm>
            <a:off x="9624370" y="2171879"/>
            <a:ext cx="799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8F5F37-E13A-ABA0-3963-3C86AB70D61F}"/>
              </a:ext>
            </a:extLst>
          </p:cNvPr>
          <p:cNvSpPr txBox="1"/>
          <p:nvPr/>
        </p:nvSpPr>
        <p:spPr>
          <a:xfrm>
            <a:off x="9624369" y="2633544"/>
            <a:ext cx="79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77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E558A3-962E-03A6-A7A3-70653CC18CDF}"/>
              </a:ext>
            </a:extLst>
          </p:cNvPr>
          <p:cNvSpPr txBox="1"/>
          <p:nvPr/>
        </p:nvSpPr>
        <p:spPr>
          <a:xfrm>
            <a:off x="9631373" y="3095209"/>
            <a:ext cx="79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3200CF-F6F3-9F3E-52E3-C7506151EDF2}"/>
              </a:ext>
            </a:extLst>
          </p:cNvPr>
          <p:cNvSpPr txBox="1"/>
          <p:nvPr/>
        </p:nvSpPr>
        <p:spPr>
          <a:xfrm>
            <a:off x="721648" y="5209264"/>
            <a:ext cx="6094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(x, y)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– one training example</a:t>
            </a:r>
          </a:p>
          <a:p>
            <a:r>
              <a:rPr lang="en-US" sz="2400" dirty="0">
                <a:solidFill>
                  <a:srgbClr val="FFFF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(x</a:t>
            </a:r>
            <a:r>
              <a:rPr lang="en-US" sz="2400" baseline="30000" dirty="0">
                <a:solidFill>
                  <a:srgbClr val="FFFF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2400" baseline="30000" dirty="0" err="1">
                <a:solidFill>
                  <a:srgbClr val="FFFF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lang="en-US" sz="2400" baseline="30000" dirty="0">
                <a:solidFill>
                  <a:srgbClr val="FFFF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solidFill>
                  <a:srgbClr val="FFFF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y</a:t>
            </a:r>
            <a:r>
              <a:rPr lang="en-US" sz="2400" baseline="30000" dirty="0">
                <a:solidFill>
                  <a:srgbClr val="FFFF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2400" baseline="30000" dirty="0" err="1">
                <a:solidFill>
                  <a:srgbClr val="FFFF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lang="en-US" sz="2400" baseline="30000" dirty="0">
                <a:solidFill>
                  <a:srgbClr val="FFFF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solidFill>
                  <a:srgbClr val="FFFF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training example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139503-D31C-AC62-3F81-B8B1405E22CE}"/>
              </a:ext>
            </a:extLst>
          </p:cNvPr>
          <p:cNvSpPr txBox="1"/>
          <p:nvPr/>
        </p:nvSpPr>
        <p:spPr>
          <a:xfrm>
            <a:off x="5139302" y="1254733"/>
            <a:ext cx="797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10A20E-7002-656C-560B-F87211569A0D}"/>
              </a:ext>
            </a:extLst>
          </p:cNvPr>
          <p:cNvSpPr txBox="1"/>
          <p:nvPr/>
        </p:nvSpPr>
        <p:spPr>
          <a:xfrm>
            <a:off x="5139302" y="1716398"/>
            <a:ext cx="797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886109-9D63-47CC-7B28-E21684C31DDB}"/>
              </a:ext>
            </a:extLst>
          </p:cNvPr>
          <p:cNvSpPr txBox="1"/>
          <p:nvPr/>
        </p:nvSpPr>
        <p:spPr>
          <a:xfrm>
            <a:off x="5137403" y="2178063"/>
            <a:ext cx="799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B2DC17-E4D1-B7B8-8001-4E558C4F4216}"/>
              </a:ext>
            </a:extLst>
          </p:cNvPr>
          <p:cNvSpPr txBox="1"/>
          <p:nvPr/>
        </p:nvSpPr>
        <p:spPr>
          <a:xfrm>
            <a:off x="5137402" y="2639728"/>
            <a:ext cx="79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A22EF0-ECE2-D678-5BFF-1AACF4D03CD7}"/>
              </a:ext>
            </a:extLst>
          </p:cNvPr>
          <p:cNvSpPr txBox="1"/>
          <p:nvPr/>
        </p:nvSpPr>
        <p:spPr>
          <a:xfrm>
            <a:off x="5144406" y="3101393"/>
            <a:ext cx="79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70944356-CF4D-5389-E278-922D9F83AA59}"/>
              </a:ext>
            </a:extLst>
          </p:cNvPr>
          <p:cNvSpPr/>
          <p:nvPr/>
        </p:nvSpPr>
        <p:spPr>
          <a:xfrm>
            <a:off x="6554804" y="1248549"/>
            <a:ext cx="358903" cy="2308325"/>
          </a:xfrm>
          <a:prstGeom prst="leftBrac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F6075DFA-4918-B747-D9A1-2C2FB2817CFD}"/>
              </a:ext>
            </a:extLst>
          </p:cNvPr>
          <p:cNvSpPr/>
          <p:nvPr/>
        </p:nvSpPr>
        <p:spPr>
          <a:xfrm>
            <a:off x="9372143" y="1248548"/>
            <a:ext cx="358903" cy="2308325"/>
          </a:xfrm>
          <a:prstGeom prst="leftBrac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70935478-D6DD-5D4F-F09A-1A01DCF1C4A9}"/>
              </a:ext>
            </a:extLst>
          </p:cNvPr>
          <p:cNvSpPr/>
          <p:nvPr/>
        </p:nvSpPr>
        <p:spPr>
          <a:xfrm>
            <a:off x="4951549" y="1248548"/>
            <a:ext cx="358903" cy="2308325"/>
          </a:xfrm>
          <a:prstGeom prst="leftBrac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D95F4C-9031-7870-F39D-06A42B75A016}"/>
              </a:ext>
            </a:extLst>
          </p:cNvPr>
          <p:cNvSpPr txBox="1"/>
          <p:nvPr/>
        </p:nvSpPr>
        <p:spPr>
          <a:xfrm>
            <a:off x="4518829" y="2196742"/>
            <a:ext cx="48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00"/>
                </a:solidFill>
              </a:rPr>
              <a:t>m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6A98F6-AD6F-6A0D-772E-342B1177AF48}"/>
              </a:ext>
            </a:extLst>
          </p:cNvPr>
          <p:cNvSpPr txBox="1"/>
          <p:nvPr/>
        </p:nvSpPr>
        <p:spPr>
          <a:xfrm>
            <a:off x="6277394" y="2218044"/>
            <a:ext cx="358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00"/>
                </a:solidFill>
              </a:rPr>
              <a:t>x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24FE33-DE5E-5493-E9E0-B62416E3228D}"/>
              </a:ext>
            </a:extLst>
          </p:cNvPr>
          <p:cNvSpPr txBox="1"/>
          <p:nvPr/>
        </p:nvSpPr>
        <p:spPr>
          <a:xfrm>
            <a:off x="9097511" y="2196742"/>
            <a:ext cx="358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00"/>
                </a:solidFill>
              </a:rPr>
              <a:t>y</a:t>
            </a:r>
            <a:endParaRPr lang="en-US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10656D3-FE9D-BA82-27C3-7909D0406F88}"/>
              </a:ext>
            </a:extLst>
          </p:cNvPr>
          <p:cNvCxnSpPr>
            <a:cxnSpLocks/>
          </p:cNvCxnSpPr>
          <p:nvPr/>
        </p:nvCxnSpPr>
        <p:spPr>
          <a:xfrm>
            <a:off x="7161533" y="4120297"/>
            <a:ext cx="0" cy="2132717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5114516-72B4-D984-BB9E-63B1B613036C}"/>
              </a:ext>
            </a:extLst>
          </p:cNvPr>
          <p:cNvSpPr txBox="1"/>
          <p:nvPr/>
        </p:nvSpPr>
        <p:spPr>
          <a:xfrm>
            <a:off x="7402224" y="5694197"/>
            <a:ext cx="3273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(x</a:t>
            </a:r>
            <a:r>
              <a:rPr lang="en-US" sz="2400" baseline="30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en-US" sz="2400" baseline="30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y</a:t>
            </a:r>
            <a:r>
              <a:rPr lang="en-US" sz="2400" baseline="30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en-US" sz="2400" baseline="30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 = (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    )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C8DE3B-ED70-61ED-1F79-76CA5213B093}"/>
              </a:ext>
            </a:extLst>
          </p:cNvPr>
          <p:cNvSpPr txBox="1"/>
          <p:nvPr/>
        </p:nvSpPr>
        <p:spPr>
          <a:xfrm>
            <a:off x="721648" y="4783761"/>
            <a:ext cx="6094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Number of training examples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9CD07C-DC8F-C354-FF4A-393BC5C37B6A}"/>
              </a:ext>
            </a:extLst>
          </p:cNvPr>
          <p:cNvSpPr txBox="1"/>
          <p:nvPr/>
        </p:nvSpPr>
        <p:spPr>
          <a:xfrm>
            <a:off x="721648" y="3947054"/>
            <a:ext cx="6094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“input” variable/feature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5ADE53-7670-AAC8-E3D2-AE283D0A4AC8}"/>
              </a:ext>
            </a:extLst>
          </p:cNvPr>
          <p:cNvSpPr txBox="1"/>
          <p:nvPr/>
        </p:nvSpPr>
        <p:spPr>
          <a:xfrm>
            <a:off x="721648" y="4372557"/>
            <a:ext cx="6094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“output” variable/target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B5E20B-E8FC-59BD-E27F-AA91F1CDB405}"/>
              </a:ext>
            </a:extLst>
          </p:cNvPr>
          <p:cNvSpPr txBox="1"/>
          <p:nvPr/>
        </p:nvSpPr>
        <p:spPr>
          <a:xfrm>
            <a:off x="7427820" y="4124696"/>
            <a:ext cx="2975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(x</a:t>
            </a:r>
            <a:r>
              <a:rPr lang="en-US" sz="2400" baseline="30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(1)</a:t>
            </a:r>
            <a:r>
              <a:rPr lang="en-US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y</a:t>
            </a:r>
            <a:r>
              <a:rPr lang="en-US" sz="2400" baseline="30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(1)</a:t>
            </a:r>
            <a:r>
              <a:rPr lang="en-US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 = (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    )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A0D686-0C1D-59DC-314A-2D1B58EC7B80}"/>
              </a:ext>
            </a:extLst>
          </p:cNvPr>
          <p:cNvSpPr txBox="1"/>
          <p:nvPr/>
        </p:nvSpPr>
        <p:spPr>
          <a:xfrm>
            <a:off x="7402225" y="4924476"/>
            <a:ext cx="28445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(x</a:t>
            </a:r>
            <a:r>
              <a:rPr lang="en-US" sz="2400" baseline="30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(2)</a:t>
            </a:r>
            <a:r>
              <a:rPr lang="en-US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y</a:t>
            </a:r>
            <a:r>
              <a:rPr lang="en-US" sz="2400" baseline="30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(2)</a:t>
            </a:r>
            <a:r>
              <a:rPr lang="en-US" sz="24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 = (    ,     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8DE487-115A-BD32-E7F0-AD3B3931D6C7}"/>
              </a:ext>
            </a:extLst>
          </p:cNvPr>
          <p:cNvSpPr txBox="1"/>
          <p:nvPr/>
        </p:nvSpPr>
        <p:spPr>
          <a:xfrm>
            <a:off x="6913260" y="124620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5B1004-B3C5-8A3B-A020-7BDAE6570060}"/>
              </a:ext>
            </a:extLst>
          </p:cNvPr>
          <p:cNvSpPr txBox="1"/>
          <p:nvPr/>
        </p:nvSpPr>
        <p:spPr>
          <a:xfrm>
            <a:off x="6913259" y="171490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D04DC9-0552-91A1-E1BE-A30841439F55}"/>
              </a:ext>
            </a:extLst>
          </p:cNvPr>
          <p:cNvSpPr txBox="1"/>
          <p:nvPr/>
        </p:nvSpPr>
        <p:spPr>
          <a:xfrm>
            <a:off x="6911361" y="216953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9B10AE-4CCC-B5AA-1CFD-8D230790C2EB}"/>
              </a:ext>
            </a:extLst>
          </p:cNvPr>
          <p:cNvSpPr txBox="1"/>
          <p:nvPr/>
        </p:nvSpPr>
        <p:spPr>
          <a:xfrm>
            <a:off x="9625918" y="1246200"/>
            <a:ext cx="797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A13986-8DFF-6702-F15D-18E1E6F33831}"/>
              </a:ext>
            </a:extLst>
          </p:cNvPr>
          <p:cNvSpPr txBox="1"/>
          <p:nvPr/>
        </p:nvSpPr>
        <p:spPr>
          <a:xfrm>
            <a:off x="9623921" y="1714900"/>
            <a:ext cx="797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C592FC-7B6C-F97C-EF42-6D1E919AD77B}"/>
              </a:ext>
            </a:extLst>
          </p:cNvPr>
          <p:cNvSpPr txBox="1"/>
          <p:nvPr/>
        </p:nvSpPr>
        <p:spPr>
          <a:xfrm>
            <a:off x="9622022" y="2169531"/>
            <a:ext cx="799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64448D-0B79-10DA-0068-B8E3037884E9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336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2.22222E-6 L 0.18138 0.41852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63" y="20926"/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2.22222E-6 L -0.01563 0.4206 " pathEditMode="relative" rAng="0" ptsTypes="AA">
                                      <p:cBhvr>
                                        <p:cTn id="149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1" y="21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81481E-6 L 0.18138 0.46713 " pathEditMode="relative" rAng="0" ptsTypes="AA">
                                      <p:cBhvr>
                                        <p:cTn id="15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63" y="23356"/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3 -4.81481E-6 L -0.01888 0.47061 " pathEditMode="relative" rAng="0" ptsTypes="AA">
                                      <p:cBhvr>
                                        <p:cTn id="160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4" y="23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18151 0.51852 " pathEditMode="relative" rAng="0" ptsTypes="AA">
                                      <p:cBhvr>
                                        <p:cTn id="16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76" y="25926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0 L -0.01888 0.51505 " pathEditMode="relative" rAng="0" ptsTypes="AA">
                                      <p:cBhvr>
                                        <p:cTn id="171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51" y="25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9" grpId="0"/>
      <p:bldP spid="30" grpId="0"/>
      <p:bldP spid="31" grpId="0"/>
      <p:bldP spid="32" grpId="0"/>
      <p:bldP spid="33" grpId="0"/>
      <p:bldP spid="34" grpId="0" animBg="1"/>
      <p:bldP spid="35" grpId="0" animBg="1"/>
      <p:bldP spid="36" grpId="0" animBg="1"/>
      <p:bldP spid="38" grpId="0"/>
      <p:bldP spid="40" grpId="0"/>
      <p:bldP spid="42" grpId="0"/>
      <p:bldP spid="50" grpId="0"/>
      <p:bldP spid="3" grpId="0"/>
      <p:bldP spid="8" grpId="0"/>
      <p:bldP spid="12" grpId="0"/>
      <p:bldP spid="26" grpId="0"/>
      <p:bldP spid="28" grpId="0"/>
      <p:bldP spid="37" grpId="0"/>
      <p:bldP spid="37" grpId="1"/>
      <p:bldP spid="39" grpId="0"/>
      <p:bldP spid="39" grpId="1"/>
      <p:bldP spid="41" grpId="0"/>
      <p:bldP spid="41" grpId="1"/>
      <p:bldP spid="44" grpId="0"/>
      <p:bldP spid="44" grpId="1"/>
      <p:bldP spid="47" grpId="0"/>
      <p:bldP spid="47" grpId="1"/>
      <p:bldP spid="48" grpId="0"/>
      <p:bldP spid="48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>
            <a:extLst>
              <a:ext uri="{FF2B5EF4-FFF2-40B4-BE49-F238E27FC236}">
                <a16:creationId xmlns:a16="http://schemas.microsoft.com/office/drawing/2014/main" id="{588DC4DC-76DA-2862-091C-B3B164F5C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8" y="2060990"/>
            <a:ext cx="4550235" cy="238770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3A4F6C0-72A3-5402-9373-DA38234CE713}"/>
              </a:ext>
            </a:extLst>
          </p:cNvPr>
          <p:cNvSpPr/>
          <p:nvPr/>
        </p:nvSpPr>
        <p:spPr>
          <a:xfrm>
            <a:off x="2213809" y="567891"/>
            <a:ext cx="2550695" cy="904774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Training Set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F23EDA-FB2C-BD44-8DE0-95EC844FFBA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3489157" y="1472665"/>
            <a:ext cx="0" cy="71226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0167CE-D51C-57A5-7F92-C8BD07DD7993}"/>
              </a:ext>
            </a:extLst>
          </p:cNvPr>
          <p:cNvSpPr/>
          <p:nvPr/>
        </p:nvSpPr>
        <p:spPr>
          <a:xfrm>
            <a:off x="2213809" y="2184933"/>
            <a:ext cx="2550695" cy="904774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Learning Algorithm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F98140-8BB3-C642-CC83-B275B23E49FC}"/>
              </a:ext>
            </a:extLst>
          </p:cNvPr>
          <p:cNvCxnSpPr>
            <a:cxnSpLocks/>
          </p:cNvCxnSpPr>
          <p:nvPr/>
        </p:nvCxnSpPr>
        <p:spPr>
          <a:xfrm>
            <a:off x="3489156" y="3072866"/>
            <a:ext cx="0" cy="71226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8BF15B-BB7A-D9DE-5CA3-28367E31D754}"/>
              </a:ext>
            </a:extLst>
          </p:cNvPr>
          <p:cNvSpPr/>
          <p:nvPr/>
        </p:nvSpPr>
        <p:spPr>
          <a:xfrm>
            <a:off x="2213808" y="3768294"/>
            <a:ext cx="2550695" cy="904774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rgbClr val="FFFF00"/>
                </a:solidFill>
              </a:rPr>
              <a:t>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761815-C43C-0954-E46B-6A0A307C852F}"/>
              </a:ext>
            </a:extLst>
          </p:cNvPr>
          <p:cNvSpPr txBox="1"/>
          <p:nvPr/>
        </p:nvSpPr>
        <p:spPr>
          <a:xfrm>
            <a:off x="2696310" y="4764505"/>
            <a:ext cx="1585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FFFF00"/>
                </a:solidFill>
              </a:rPr>
              <a:t>Hypothesis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3D1D41-0482-7262-2247-33078AD2CF30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626667" y="4220681"/>
            <a:ext cx="58714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A9BF609-3FC3-1085-E919-719BE180D038}"/>
              </a:ext>
            </a:extLst>
          </p:cNvPr>
          <p:cNvCxnSpPr>
            <a:cxnSpLocks/>
          </p:cNvCxnSpPr>
          <p:nvPr/>
        </p:nvCxnSpPr>
        <p:spPr>
          <a:xfrm>
            <a:off x="4764503" y="4204642"/>
            <a:ext cx="58714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54CC207-1E5E-42B0-BFAD-CCB925D32102}"/>
              </a:ext>
            </a:extLst>
          </p:cNvPr>
          <p:cNvSpPr txBox="1"/>
          <p:nvPr/>
        </p:nvSpPr>
        <p:spPr>
          <a:xfrm>
            <a:off x="145617" y="3811611"/>
            <a:ext cx="1481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Temp</a:t>
            </a:r>
          </a:p>
          <a:p>
            <a:pPr algn="ctr"/>
            <a:r>
              <a:rPr lang="en-US" sz="2400" b="1" dirty="0">
                <a:solidFill>
                  <a:srgbClr val="FFFF00"/>
                </a:solidFill>
              </a:rPr>
              <a:t>(</a:t>
            </a:r>
            <a:r>
              <a:rPr lang="en-US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</a:t>
            </a:r>
            <a:r>
              <a:rPr lang="en-US" sz="2400" b="1" baseline="30000" dirty="0">
                <a:solidFill>
                  <a:srgbClr val="FFFF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°</a:t>
            </a:r>
            <a:r>
              <a:rPr lang="en-US" sz="2400" b="1" dirty="0">
                <a:solidFill>
                  <a:srgbClr val="FFFF00"/>
                </a:solidFill>
              </a:rPr>
              <a:t>)</a:t>
            </a:r>
            <a:endParaRPr lang="en-US" sz="2400" b="1" i="1" dirty="0">
              <a:solidFill>
                <a:srgbClr val="FFFF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5527F2-395B-A397-708A-963CBC24CDA7}"/>
              </a:ext>
            </a:extLst>
          </p:cNvPr>
          <p:cNvSpPr txBox="1"/>
          <p:nvPr/>
        </p:nvSpPr>
        <p:spPr>
          <a:xfrm>
            <a:off x="5380481" y="3764812"/>
            <a:ext cx="15856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Temp</a:t>
            </a:r>
          </a:p>
          <a:p>
            <a:pPr algn="ctr"/>
            <a:r>
              <a:rPr lang="en-US" sz="2400" b="1" dirty="0">
                <a:solidFill>
                  <a:srgbClr val="FFFF00"/>
                </a:solidFill>
              </a:rPr>
              <a:t>(F)</a:t>
            </a:r>
            <a:endParaRPr lang="en-US" sz="2400" b="1" i="1" dirty="0">
              <a:solidFill>
                <a:srgbClr val="FFFF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B5B2FC-E69B-C523-1392-5CB6EC920494}"/>
              </a:ext>
            </a:extLst>
          </p:cNvPr>
          <p:cNvCxnSpPr>
            <a:cxnSpLocks/>
          </p:cNvCxnSpPr>
          <p:nvPr/>
        </p:nvCxnSpPr>
        <p:spPr>
          <a:xfrm>
            <a:off x="7218941" y="202130"/>
            <a:ext cx="0" cy="6012764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4A2B048-DF5F-DB1B-0049-09773AC11748}"/>
              </a:ext>
            </a:extLst>
          </p:cNvPr>
          <p:cNvSpPr txBox="1"/>
          <p:nvPr/>
        </p:nvSpPr>
        <p:spPr>
          <a:xfrm>
            <a:off x="7789425" y="512446"/>
            <a:ext cx="3341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i="1" dirty="0"/>
              <a:t>How do we represent </a:t>
            </a:r>
            <a:r>
              <a:rPr lang="en-US" sz="2400" b="1" i="1" dirty="0">
                <a:solidFill>
                  <a:srgbClr val="FFFF00"/>
                </a:solidFill>
              </a:rPr>
              <a:t>h</a:t>
            </a:r>
            <a:r>
              <a:rPr lang="en-US" sz="2400" b="1" i="1" dirty="0"/>
              <a:t>?</a:t>
            </a:r>
            <a:endParaRPr 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61B658-F16F-EF55-03DC-07EAE626C49C}"/>
              </a:ext>
            </a:extLst>
          </p:cNvPr>
          <p:cNvSpPr txBox="1"/>
          <p:nvPr/>
        </p:nvSpPr>
        <p:spPr>
          <a:xfrm>
            <a:off x="8566087" y="1020278"/>
            <a:ext cx="2388535" cy="967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2400" b="1" baseline="-250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θ</a:t>
            </a:r>
            <a:r>
              <a:rPr lang="en-US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(x) = θ</a:t>
            </a:r>
            <a:r>
              <a:rPr lang="en-US" sz="2400" b="1" baseline="-250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0</a:t>
            </a:r>
            <a:r>
              <a:rPr lang="en-US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 + θ</a:t>
            </a:r>
            <a:r>
              <a:rPr lang="en-US" sz="2400" b="1" baseline="-250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1</a:t>
            </a:r>
            <a:r>
              <a:rPr lang="en-US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x 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y = b + </a:t>
            </a:r>
            <a:r>
              <a:rPr lang="en-US" sz="2400" b="1" dirty="0" err="1">
                <a:solidFill>
                  <a:srgbClr val="FFFF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wx</a:t>
            </a:r>
            <a:endParaRPr lang="en-US" sz="2400" b="1" dirty="0">
              <a:solidFill>
                <a:srgbClr val="FFFF00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767ADE-1943-A2EF-A338-D4A6A9E8CE5B}"/>
              </a:ext>
            </a:extLst>
          </p:cNvPr>
          <p:cNvSpPr txBox="1"/>
          <p:nvPr/>
        </p:nvSpPr>
        <p:spPr>
          <a:xfrm>
            <a:off x="11701455" y="4060029"/>
            <a:ext cx="4351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x</a:t>
            </a:r>
            <a:endParaRPr lang="en-US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87ACDB-EDB0-4C9E-711B-B73FCF9F335C}"/>
              </a:ext>
            </a:extLst>
          </p:cNvPr>
          <p:cNvSpPr txBox="1"/>
          <p:nvPr/>
        </p:nvSpPr>
        <p:spPr>
          <a:xfrm>
            <a:off x="7559656" y="1622730"/>
            <a:ext cx="4351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y</a:t>
            </a:r>
            <a:endParaRPr lang="en-US" sz="2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CE799A-1599-D7DD-9B2D-F5978768CB1E}"/>
              </a:ext>
            </a:extLst>
          </p:cNvPr>
          <p:cNvSpPr txBox="1"/>
          <p:nvPr/>
        </p:nvSpPr>
        <p:spPr>
          <a:xfrm>
            <a:off x="9827825" y="3684477"/>
            <a:ext cx="2308828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b="1" baseline="-250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θ</a:t>
            </a:r>
            <a:r>
              <a:rPr lang="en-US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(x) = θ</a:t>
            </a:r>
            <a:r>
              <a:rPr lang="en-US" b="1" baseline="-250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0</a:t>
            </a:r>
            <a:r>
              <a:rPr lang="en-US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 + θ</a:t>
            </a:r>
            <a:r>
              <a:rPr lang="en-US" b="1" baseline="-250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1</a:t>
            </a:r>
            <a:r>
              <a:rPr lang="en-US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x</a:t>
            </a:r>
            <a:endParaRPr lang="en-US" b="1" dirty="0">
              <a:solidFill>
                <a:srgbClr val="FFFF00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D2B666A1-5382-A862-E759-E7ED07730377}"/>
              </a:ext>
            </a:extLst>
          </p:cNvPr>
          <p:cNvCxnSpPr>
            <a:cxnSpLocks/>
          </p:cNvCxnSpPr>
          <p:nvPr/>
        </p:nvCxnSpPr>
        <p:spPr>
          <a:xfrm>
            <a:off x="9158068" y="3622431"/>
            <a:ext cx="1100093" cy="240347"/>
          </a:xfrm>
          <a:prstGeom prst="bentConnector3">
            <a:avLst>
              <a:gd name="adj1" fmla="val 50000"/>
            </a:avLst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A81018D-07E5-1D0E-6D86-3BAC77078F67}"/>
              </a:ext>
            </a:extLst>
          </p:cNvPr>
          <p:cNvSpPr txBox="1"/>
          <p:nvPr/>
        </p:nvSpPr>
        <p:spPr>
          <a:xfrm>
            <a:off x="7949678" y="5706844"/>
            <a:ext cx="3707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Linear Regression with one variable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0FC0230-87A4-D31B-81AA-C1AC2B2C7C0B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81304F1-E4C8-3ABC-26C4-44611A97A142}"/>
              </a:ext>
            </a:extLst>
          </p:cNvPr>
          <p:cNvSpPr txBox="1"/>
          <p:nvPr/>
        </p:nvSpPr>
        <p:spPr>
          <a:xfrm>
            <a:off x="8731035" y="4765006"/>
            <a:ext cx="1787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 = 32 + 1.8·t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C4D5EBB-07B2-88EA-2A97-7C612CF11E5B}"/>
              </a:ext>
            </a:extLst>
          </p:cNvPr>
          <p:cNvSpPr txBox="1"/>
          <p:nvPr/>
        </p:nvSpPr>
        <p:spPr>
          <a:xfrm>
            <a:off x="628119" y="5376058"/>
            <a:ext cx="15856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y </a:t>
            </a:r>
            <a:r>
              <a:rPr lang="en-US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= h</a:t>
            </a:r>
            <a:r>
              <a:rPr lang="en-US" sz="2400" b="1" baseline="-250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θ</a:t>
            </a:r>
            <a:r>
              <a:rPr lang="en-US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(x) =  </a:t>
            </a:r>
            <a:endParaRPr lang="en-US" sz="2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C41F5DA-5544-1B31-0B3F-094A526E8442}"/>
              </a:ext>
            </a:extLst>
          </p:cNvPr>
          <p:cNvSpPr txBox="1"/>
          <p:nvPr/>
        </p:nvSpPr>
        <p:spPr>
          <a:xfrm>
            <a:off x="623687" y="5753229"/>
            <a:ext cx="1238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θ</a:t>
            </a:r>
            <a:r>
              <a:rPr lang="en-US" sz="2400" b="1" baseline="-250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0</a:t>
            </a:r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= b</a:t>
            </a:r>
            <a:r>
              <a:rPr lang="en-US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 =  </a:t>
            </a:r>
            <a:endParaRPr lang="en-US" sz="2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DA6BE59-056C-DAD8-6C91-DD3159037977}"/>
              </a:ext>
            </a:extLst>
          </p:cNvPr>
          <p:cNvSpPr txBox="1"/>
          <p:nvPr/>
        </p:nvSpPr>
        <p:spPr>
          <a:xfrm>
            <a:off x="3819500" y="5326338"/>
            <a:ext cx="1238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θ</a:t>
            </a:r>
            <a:r>
              <a:rPr lang="en-US" sz="2400" b="1" baseline="-250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1</a:t>
            </a:r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= </a:t>
            </a:r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</a:t>
            </a:r>
            <a:r>
              <a:rPr lang="en-US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 =  </a:t>
            </a:r>
            <a:endParaRPr lang="en-US" sz="2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C4782FA-31C7-60F8-61FE-FB7EB1316C93}"/>
              </a:ext>
            </a:extLst>
          </p:cNvPr>
          <p:cNvSpPr txBox="1"/>
          <p:nvPr/>
        </p:nvSpPr>
        <p:spPr>
          <a:xfrm>
            <a:off x="3819500" y="5788003"/>
            <a:ext cx="1238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x</a:t>
            </a:r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=</a:t>
            </a:r>
            <a:endParaRPr lang="en-US" sz="24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B004668-ADD9-50DF-2F39-42AEF18E9F4C}"/>
              </a:ext>
            </a:extLst>
          </p:cNvPr>
          <p:cNvSpPr txBox="1"/>
          <p:nvPr/>
        </p:nvSpPr>
        <p:spPr>
          <a:xfrm>
            <a:off x="8730207" y="4760512"/>
            <a:ext cx="345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66B7A65-9596-9C66-6BF9-810A75AA67BC}"/>
              </a:ext>
            </a:extLst>
          </p:cNvPr>
          <p:cNvSpPr txBox="1"/>
          <p:nvPr/>
        </p:nvSpPr>
        <p:spPr>
          <a:xfrm>
            <a:off x="9158068" y="4764505"/>
            <a:ext cx="633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32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1A33185-6359-ED39-9AEF-1A329D3643F1}"/>
              </a:ext>
            </a:extLst>
          </p:cNvPr>
          <p:cNvSpPr txBox="1"/>
          <p:nvPr/>
        </p:nvSpPr>
        <p:spPr>
          <a:xfrm>
            <a:off x="9760355" y="4763216"/>
            <a:ext cx="633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1.8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30D63CD-3921-DD4D-2B01-E32F2939DA67}"/>
              </a:ext>
            </a:extLst>
          </p:cNvPr>
          <p:cNvSpPr txBox="1"/>
          <p:nvPr/>
        </p:nvSpPr>
        <p:spPr>
          <a:xfrm>
            <a:off x="10221118" y="4761010"/>
            <a:ext cx="379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30000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22222E-6 L -0.55599 0.09282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799" y="4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7.40741E-7 L -0.61757 0.14815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885" y="7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7.40741E-7 L -0.40078 0.08333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39" y="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22222E-6 L -0.48933 0.14861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66" y="7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52" grpId="0"/>
      <p:bldP spid="53" grpId="0"/>
      <p:bldP spid="54" grpId="0"/>
      <p:bldP spid="59" grpId="0"/>
      <p:bldP spid="76" grpId="0"/>
      <p:bldP spid="78" grpId="0"/>
      <p:bldP spid="79" grpId="0"/>
      <p:bldP spid="80" grpId="0"/>
      <p:bldP spid="81" grpId="0"/>
      <p:bldP spid="83" grpId="0"/>
      <p:bldP spid="83" grpId="1"/>
      <p:bldP spid="84" grpId="0"/>
      <p:bldP spid="84" grpId="1"/>
      <p:bldP spid="85" grpId="0"/>
      <p:bldP spid="85" grpId="1"/>
      <p:bldP spid="86" grpId="0"/>
      <p:bldP spid="8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FB2BBA-9449-FB93-7108-F6B51F0EACA9}"/>
              </a:ext>
            </a:extLst>
          </p:cNvPr>
          <p:cNvSpPr txBox="1"/>
          <p:nvPr/>
        </p:nvSpPr>
        <p:spPr>
          <a:xfrm>
            <a:off x="399091" y="1132122"/>
            <a:ext cx="3457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Temperature Dataset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FA4961-E2D1-6A76-AA44-37292A491A0D}"/>
              </a:ext>
            </a:extLst>
          </p:cNvPr>
          <p:cNvCxnSpPr>
            <a:cxnSpLocks/>
          </p:cNvCxnSpPr>
          <p:nvPr/>
        </p:nvCxnSpPr>
        <p:spPr>
          <a:xfrm>
            <a:off x="5973941" y="1524893"/>
            <a:ext cx="5537874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C636A3-4075-1876-4DA5-02BB9EC3D4B7}"/>
              </a:ext>
            </a:extLst>
          </p:cNvPr>
          <p:cNvCxnSpPr>
            <a:cxnSpLocks/>
          </p:cNvCxnSpPr>
          <p:nvPr/>
        </p:nvCxnSpPr>
        <p:spPr>
          <a:xfrm flipH="1">
            <a:off x="8691607" y="684654"/>
            <a:ext cx="31215" cy="3171542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DE689FB-22F6-C67B-15D5-CE72462C4A3B}"/>
              </a:ext>
            </a:extLst>
          </p:cNvPr>
          <p:cNvSpPr txBox="1"/>
          <p:nvPr/>
        </p:nvSpPr>
        <p:spPr>
          <a:xfrm>
            <a:off x="6139904" y="656520"/>
            <a:ext cx="2582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Temp (</a:t>
            </a:r>
            <a:r>
              <a:rPr lang="en-US" sz="2400" b="1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</a:t>
            </a:r>
            <a:r>
              <a:rPr lang="en-US" sz="2400" b="1" baseline="30000" dirty="0">
                <a:latin typeface="Calibri" panose="020F050202020403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°</a:t>
            </a:r>
            <a:r>
              <a:rPr lang="en-US" sz="2400" b="1" dirty="0"/>
              <a:t>), (</a:t>
            </a:r>
            <a:r>
              <a:rPr lang="en-US" sz="24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5D3330-CCB2-D96D-1A47-84FC99D9A9EC}"/>
              </a:ext>
            </a:extLst>
          </p:cNvPr>
          <p:cNvSpPr txBox="1"/>
          <p:nvPr/>
        </p:nvSpPr>
        <p:spPr>
          <a:xfrm>
            <a:off x="8814967" y="684654"/>
            <a:ext cx="2603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Temp F (</a:t>
            </a:r>
            <a:r>
              <a:rPr lang="en-US" sz="24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D102D9-896C-744A-CB50-C4383BBBEC02}"/>
              </a:ext>
            </a:extLst>
          </p:cNvPr>
          <p:cNvSpPr txBox="1"/>
          <p:nvPr/>
        </p:nvSpPr>
        <p:spPr>
          <a:xfrm>
            <a:off x="6915608" y="159874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1A2A56-12CA-10D3-3072-B9FF97867FD8}"/>
              </a:ext>
            </a:extLst>
          </p:cNvPr>
          <p:cNvSpPr txBox="1"/>
          <p:nvPr/>
        </p:nvSpPr>
        <p:spPr>
          <a:xfrm>
            <a:off x="6915607" y="206040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0640E3-5FA5-9DA4-8F31-8FF57C0C4AF7}"/>
              </a:ext>
            </a:extLst>
          </p:cNvPr>
          <p:cNvSpPr txBox="1"/>
          <p:nvPr/>
        </p:nvSpPr>
        <p:spPr>
          <a:xfrm>
            <a:off x="6913709" y="252207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E69D1A-FE43-C7CA-8181-4B4319310772}"/>
              </a:ext>
            </a:extLst>
          </p:cNvPr>
          <p:cNvSpPr txBox="1"/>
          <p:nvPr/>
        </p:nvSpPr>
        <p:spPr>
          <a:xfrm>
            <a:off x="6913707" y="2983736"/>
            <a:ext cx="79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BF8D5C-8C05-BF12-FE8B-38AD10D545F6}"/>
              </a:ext>
            </a:extLst>
          </p:cNvPr>
          <p:cNvSpPr txBox="1"/>
          <p:nvPr/>
        </p:nvSpPr>
        <p:spPr>
          <a:xfrm>
            <a:off x="6920711" y="3445401"/>
            <a:ext cx="79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C53128-A27D-9F40-5BEF-940EAEB0F7AD}"/>
              </a:ext>
            </a:extLst>
          </p:cNvPr>
          <p:cNvSpPr txBox="1"/>
          <p:nvPr/>
        </p:nvSpPr>
        <p:spPr>
          <a:xfrm>
            <a:off x="9626269" y="1598741"/>
            <a:ext cx="797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3B1BF5-75ED-1450-151D-AB0607AA721A}"/>
              </a:ext>
            </a:extLst>
          </p:cNvPr>
          <p:cNvSpPr txBox="1"/>
          <p:nvPr/>
        </p:nvSpPr>
        <p:spPr>
          <a:xfrm>
            <a:off x="9626269" y="2060406"/>
            <a:ext cx="797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C2A283-2345-F5D2-8FD2-AA4BAFB54E14}"/>
              </a:ext>
            </a:extLst>
          </p:cNvPr>
          <p:cNvSpPr txBox="1"/>
          <p:nvPr/>
        </p:nvSpPr>
        <p:spPr>
          <a:xfrm>
            <a:off x="9624370" y="2522071"/>
            <a:ext cx="799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8F5F37-E13A-ABA0-3963-3C86AB70D61F}"/>
              </a:ext>
            </a:extLst>
          </p:cNvPr>
          <p:cNvSpPr txBox="1"/>
          <p:nvPr/>
        </p:nvSpPr>
        <p:spPr>
          <a:xfrm>
            <a:off x="9624369" y="2983736"/>
            <a:ext cx="79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77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E558A3-962E-03A6-A7A3-70653CC18CDF}"/>
              </a:ext>
            </a:extLst>
          </p:cNvPr>
          <p:cNvSpPr txBox="1"/>
          <p:nvPr/>
        </p:nvSpPr>
        <p:spPr>
          <a:xfrm>
            <a:off x="9631373" y="3445401"/>
            <a:ext cx="79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139503-D31C-AC62-3F81-B8B1405E22CE}"/>
              </a:ext>
            </a:extLst>
          </p:cNvPr>
          <p:cNvSpPr txBox="1"/>
          <p:nvPr/>
        </p:nvSpPr>
        <p:spPr>
          <a:xfrm>
            <a:off x="5139302" y="1604925"/>
            <a:ext cx="797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10A20E-7002-656C-560B-F87211569A0D}"/>
              </a:ext>
            </a:extLst>
          </p:cNvPr>
          <p:cNvSpPr txBox="1"/>
          <p:nvPr/>
        </p:nvSpPr>
        <p:spPr>
          <a:xfrm>
            <a:off x="5139302" y="2066590"/>
            <a:ext cx="797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886109-9D63-47CC-7B28-E21684C31DDB}"/>
              </a:ext>
            </a:extLst>
          </p:cNvPr>
          <p:cNvSpPr txBox="1"/>
          <p:nvPr/>
        </p:nvSpPr>
        <p:spPr>
          <a:xfrm>
            <a:off x="5137403" y="2528255"/>
            <a:ext cx="799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B2DC17-E4D1-B7B8-8001-4E558C4F4216}"/>
              </a:ext>
            </a:extLst>
          </p:cNvPr>
          <p:cNvSpPr txBox="1"/>
          <p:nvPr/>
        </p:nvSpPr>
        <p:spPr>
          <a:xfrm>
            <a:off x="5137402" y="2989920"/>
            <a:ext cx="79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A22EF0-ECE2-D678-5BFF-1AACF4D03CD7}"/>
              </a:ext>
            </a:extLst>
          </p:cNvPr>
          <p:cNvSpPr txBox="1"/>
          <p:nvPr/>
        </p:nvSpPr>
        <p:spPr>
          <a:xfrm>
            <a:off x="5144406" y="3451585"/>
            <a:ext cx="79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70935478-D6DD-5D4F-F09A-1A01DCF1C4A9}"/>
              </a:ext>
            </a:extLst>
          </p:cNvPr>
          <p:cNvSpPr/>
          <p:nvPr/>
        </p:nvSpPr>
        <p:spPr>
          <a:xfrm>
            <a:off x="4951549" y="1598740"/>
            <a:ext cx="358903" cy="2308325"/>
          </a:xfrm>
          <a:prstGeom prst="leftBrac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D95F4C-9031-7870-F39D-06A42B75A016}"/>
              </a:ext>
            </a:extLst>
          </p:cNvPr>
          <p:cNvSpPr txBox="1"/>
          <p:nvPr/>
        </p:nvSpPr>
        <p:spPr>
          <a:xfrm>
            <a:off x="3973274" y="2546934"/>
            <a:ext cx="886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800" b="1" dirty="0">
                <a:solidFill>
                  <a:srgbClr val="FFFF00"/>
                </a:solidFill>
              </a:rPr>
              <a:t> </a:t>
            </a:r>
            <a:r>
              <a:rPr lang="en-US" sz="1800" b="1" dirty="0"/>
              <a:t>= 50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8DE487-115A-BD32-E7F0-AD3B3931D6C7}"/>
              </a:ext>
            </a:extLst>
          </p:cNvPr>
          <p:cNvSpPr txBox="1"/>
          <p:nvPr/>
        </p:nvSpPr>
        <p:spPr>
          <a:xfrm>
            <a:off x="6913260" y="159639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5B1004-B3C5-8A3B-A020-7BDAE6570060}"/>
              </a:ext>
            </a:extLst>
          </p:cNvPr>
          <p:cNvSpPr txBox="1"/>
          <p:nvPr/>
        </p:nvSpPr>
        <p:spPr>
          <a:xfrm>
            <a:off x="6913259" y="206509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D04DC9-0552-91A1-E1BE-A30841439F55}"/>
              </a:ext>
            </a:extLst>
          </p:cNvPr>
          <p:cNvSpPr txBox="1"/>
          <p:nvPr/>
        </p:nvSpPr>
        <p:spPr>
          <a:xfrm>
            <a:off x="6911361" y="251972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9B10AE-4CCC-B5AA-1CFD-8D230790C2EB}"/>
              </a:ext>
            </a:extLst>
          </p:cNvPr>
          <p:cNvSpPr txBox="1"/>
          <p:nvPr/>
        </p:nvSpPr>
        <p:spPr>
          <a:xfrm>
            <a:off x="9625918" y="1596392"/>
            <a:ext cx="797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A13986-8DFF-6702-F15D-18E1E6F33831}"/>
              </a:ext>
            </a:extLst>
          </p:cNvPr>
          <p:cNvSpPr txBox="1"/>
          <p:nvPr/>
        </p:nvSpPr>
        <p:spPr>
          <a:xfrm>
            <a:off x="9623921" y="2065092"/>
            <a:ext cx="797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C592FC-7B6C-F97C-EF42-6D1E919AD77B}"/>
              </a:ext>
            </a:extLst>
          </p:cNvPr>
          <p:cNvSpPr txBox="1"/>
          <p:nvPr/>
        </p:nvSpPr>
        <p:spPr>
          <a:xfrm>
            <a:off x="9622022" y="2519723"/>
            <a:ext cx="799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64448D-0B79-10DA-0068-B8E3037884E9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C16E35-F447-1550-C5BF-9EF3C8A7AD18}"/>
              </a:ext>
            </a:extLst>
          </p:cNvPr>
          <p:cNvSpPr txBox="1"/>
          <p:nvPr/>
        </p:nvSpPr>
        <p:spPr>
          <a:xfrm>
            <a:off x="1480632" y="4304904"/>
            <a:ext cx="37802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FFFF00"/>
                </a:solidFill>
              </a:rPr>
              <a:t>Hypothesis: 	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2000" b="1" i="1" baseline="-250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(x) = θ</a:t>
            </a:r>
            <a:r>
              <a:rPr lang="en-US" sz="2000" b="1" i="1" baseline="-250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+ θ</a:t>
            </a:r>
            <a:r>
              <a:rPr lang="en-US" sz="2000" b="1" i="1" baseline="-250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 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 </a:t>
            </a:r>
            <a:endParaRPr lang="en-US" sz="2400" b="1" i="1" dirty="0">
              <a:effectLst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sz="2400" b="1" i="1" dirty="0">
              <a:solidFill>
                <a:srgbClr val="FFFF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6CE4E9-619D-D299-0A95-5AD18933DD7E}"/>
              </a:ext>
            </a:extLst>
          </p:cNvPr>
          <p:cNvSpPr txBox="1"/>
          <p:nvPr/>
        </p:nvSpPr>
        <p:spPr>
          <a:xfrm>
            <a:off x="2679926" y="4951235"/>
            <a:ext cx="1986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800" b="1" i="1" baseline="-250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 </a:t>
            </a:r>
            <a:r>
              <a:rPr lang="en-US" sz="1800" b="1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: Parameters</a:t>
            </a:r>
            <a:endParaRPr lang="en-US" i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DEC05C-F546-73CB-34F5-04AB7D873920}"/>
              </a:ext>
            </a:extLst>
          </p:cNvPr>
          <p:cNvSpPr/>
          <p:nvPr/>
        </p:nvSpPr>
        <p:spPr>
          <a:xfrm>
            <a:off x="4140200" y="4356100"/>
            <a:ext cx="317500" cy="369332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DBC46E-6CA6-8DB8-4232-ACA6124055D5}"/>
              </a:ext>
            </a:extLst>
          </p:cNvPr>
          <p:cNvSpPr/>
          <p:nvPr/>
        </p:nvSpPr>
        <p:spPr>
          <a:xfrm>
            <a:off x="4622800" y="4356100"/>
            <a:ext cx="317500" cy="369332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BAFF45-5C79-2A35-1393-8555B767E8FB}"/>
              </a:ext>
            </a:extLst>
          </p:cNvPr>
          <p:cNvSpPr txBox="1"/>
          <p:nvPr/>
        </p:nvSpPr>
        <p:spPr>
          <a:xfrm>
            <a:off x="1480632" y="4301454"/>
            <a:ext cx="37802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FFFF00"/>
                </a:solidFill>
              </a:rPr>
              <a:t>Hypothesis: 	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2000" b="1" i="1" baseline="-250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(x) = θ</a:t>
            </a:r>
            <a:r>
              <a:rPr lang="en-US" sz="2000" b="1" i="1" baseline="-250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+ θ</a:t>
            </a:r>
            <a:r>
              <a:rPr lang="en-US" sz="2000" b="1" i="1" baseline="-250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 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 </a:t>
            </a:r>
            <a:endParaRPr lang="en-US" sz="2400" b="1" i="1" dirty="0">
              <a:effectLst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sz="2400" b="1" i="1" dirty="0">
              <a:solidFill>
                <a:srgbClr val="FFFF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237EFB-11D1-51BC-DDD0-6F8901A1CC47}"/>
              </a:ext>
            </a:extLst>
          </p:cNvPr>
          <p:cNvCxnSpPr>
            <a:cxnSpLocks/>
          </p:cNvCxnSpPr>
          <p:nvPr/>
        </p:nvCxnSpPr>
        <p:spPr>
          <a:xfrm flipV="1">
            <a:off x="1465244" y="2266454"/>
            <a:ext cx="0" cy="2013520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4AA594B-0298-F480-F089-265D6FB61589}"/>
              </a:ext>
            </a:extLst>
          </p:cNvPr>
          <p:cNvCxnSpPr>
            <a:cxnSpLocks/>
          </p:cNvCxnSpPr>
          <p:nvPr/>
        </p:nvCxnSpPr>
        <p:spPr>
          <a:xfrm flipV="1">
            <a:off x="1341265" y="4117584"/>
            <a:ext cx="2034713" cy="1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A6C0601-1BC8-23B9-BEB7-44279036EE71}"/>
              </a:ext>
            </a:extLst>
          </p:cNvPr>
          <p:cNvCxnSpPr>
            <a:cxnSpLocks/>
          </p:cNvCxnSpPr>
          <p:nvPr/>
        </p:nvCxnSpPr>
        <p:spPr>
          <a:xfrm>
            <a:off x="1386989" y="3620168"/>
            <a:ext cx="1920564" cy="0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1F74067-CDC2-3D70-022F-F61F11DD9FAE}"/>
              </a:ext>
            </a:extLst>
          </p:cNvPr>
          <p:cNvCxnSpPr>
            <a:cxnSpLocks/>
          </p:cNvCxnSpPr>
          <p:nvPr/>
        </p:nvCxnSpPr>
        <p:spPr>
          <a:xfrm>
            <a:off x="1359925" y="3113569"/>
            <a:ext cx="1947628" cy="0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2D47556-257D-75E6-E2CA-EC88D4756534}"/>
              </a:ext>
            </a:extLst>
          </p:cNvPr>
          <p:cNvCxnSpPr>
            <a:cxnSpLocks/>
          </p:cNvCxnSpPr>
          <p:nvPr/>
        </p:nvCxnSpPr>
        <p:spPr>
          <a:xfrm>
            <a:off x="1364126" y="2617834"/>
            <a:ext cx="1943427" cy="0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3101256-1E1E-CAB9-03A6-691D00D3097F}"/>
              </a:ext>
            </a:extLst>
          </p:cNvPr>
          <p:cNvCxnSpPr>
            <a:cxnSpLocks/>
          </p:cNvCxnSpPr>
          <p:nvPr/>
        </p:nvCxnSpPr>
        <p:spPr>
          <a:xfrm flipV="1">
            <a:off x="2016894" y="4028611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94ABFC9-8E3D-7272-48D8-66EB2BBD44D2}"/>
              </a:ext>
            </a:extLst>
          </p:cNvPr>
          <p:cNvCxnSpPr>
            <a:cxnSpLocks/>
          </p:cNvCxnSpPr>
          <p:nvPr/>
        </p:nvCxnSpPr>
        <p:spPr>
          <a:xfrm flipV="1">
            <a:off x="2557652" y="4019421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3E82D9F-F5DB-C7E2-AC12-843B3B7C8EFC}"/>
              </a:ext>
            </a:extLst>
          </p:cNvPr>
          <p:cNvCxnSpPr>
            <a:cxnSpLocks/>
          </p:cNvCxnSpPr>
          <p:nvPr/>
        </p:nvCxnSpPr>
        <p:spPr>
          <a:xfrm flipV="1">
            <a:off x="3068473" y="4024623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8364C1C-F2D3-D195-C4B9-60AD5CED9E89}"/>
              </a:ext>
            </a:extLst>
          </p:cNvPr>
          <p:cNvCxnSpPr>
            <a:cxnSpLocks/>
          </p:cNvCxnSpPr>
          <p:nvPr/>
        </p:nvCxnSpPr>
        <p:spPr>
          <a:xfrm flipV="1">
            <a:off x="1453217" y="3380039"/>
            <a:ext cx="1854336" cy="1201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3BDD391-712E-F8B5-EC4B-52884C845993}"/>
              </a:ext>
            </a:extLst>
          </p:cNvPr>
          <p:cNvSpPr txBox="1"/>
          <p:nvPr/>
        </p:nvSpPr>
        <p:spPr>
          <a:xfrm>
            <a:off x="973588" y="34355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87D004-849B-9ADF-12C7-B03E2EC65979}"/>
              </a:ext>
            </a:extLst>
          </p:cNvPr>
          <p:cNvSpPr txBox="1"/>
          <p:nvPr/>
        </p:nvSpPr>
        <p:spPr>
          <a:xfrm>
            <a:off x="1866051" y="42439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D77693-4812-FD45-7B5C-CE8FA0B3C245}"/>
              </a:ext>
            </a:extLst>
          </p:cNvPr>
          <p:cNvSpPr txBox="1"/>
          <p:nvPr/>
        </p:nvSpPr>
        <p:spPr>
          <a:xfrm>
            <a:off x="2406809" y="42439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811500-88EA-7E70-DCCF-A54242FC28A6}"/>
              </a:ext>
            </a:extLst>
          </p:cNvPr>
          <p:cNvSpPr txBox="1"/>
          <p:nvPr/>
        </p:nvSpPr>
        <p:spPr>
          <a:xfrm>
            <a:off x="2917630" y="4245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E92C43B-BFF5-CAB8-DE71-3E8A6555746C}"/>
              </a:ext>
            </a:extLst>
          </p:cNvPr>
          <p:cNvSpPr txBox="1"/>
          <p:nvPr/>
        </p:nvSpPr>
        <p:spPr>
          <a:xfrm>
            <a:off x="1213119" y="42382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4D2898-B4A1-CD4C-9C6B-CDDBFD943A30}"/>
              </a:ext>
            </a:extLst>
          </p:cNvPr>
          <p:cNvSpPr txBox="1"/>
          <p:nvPr/>
        </p:nvSpPr>
        <p:spPr>
          <a:xfrm>
            <a:off x="973588" y="29289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D5085C-1C43-B01C-A534-BC72341548AE}"/>
              </a:ext>
            </a:extLst>
          </p:cNvPr>
          <p:cNvSpPr txBox="1"/>
          <p:nvPr/>
        </p:nvSpPr>
        <p:spPr>
          <a:xfrm>
            <a:off x="973588" y="24223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394204-4A78-065F-2D9E-222F18A0FA00}"/>
              </a:ext>
            </a:extLst>
          </p:cNvPr>
          <p:cNvSpPr txBox="1"/>
          <p:nvPr/>
        </p:nvSpPr>
        <p:spPr>
          <a:xfrm>
            <a:off x="1404584" y="4929708"/>
            <a:ext cx="1902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800" b="1" i="1" baseline="-25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=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1.5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087527-C7E9-0F3B-1FFD-725EA1EC9A80}"/>
              </a:ext>
            </a:extLst>
          </p:cNvPr>
          <p:cNvSpPr txBox="1"/>
          <p:nvPr/>
        </p:nvSpPr>
        <p:spPr>
          <a:xfrm>
            <a:off x="1404583" y="5311377"/>
            <a:ext cx="1902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800" b="1" i="1" baseline="-25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=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0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B5D272-1256-374A-2F5B-3CB2DE74BB27}"/>
              </a:ext>
            </a:extLst>
          </p:cNvPr>
          <p:cNvSpPr txBox="1"/>
          <p:nvPr/>
        </p:nvSpPr>
        <p:spPr>
          <a:xfrm>
            <a:off x="2780523" y="1621045"/>
            <a:ext cx="1717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h(x) = 1.5 + </a:t>
            </a:r>
            <a:r>
              <a:rPr lang="en-US" b="1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0·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EF6165-CD47-5B8A-93E2-93F12C8FDC09}"/>
              </a:ext>
            </a:extLst>
          </p:cNvPr>
          <p:cNvSpPr txBox="1"/>
          <p:nvPr/>
        </p:nvSpPr>
        <p:spPr>
          <a:xfrm>
            <a:off x="1105900" y="1877282"/>
            <a:ext cx="722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1800" b="1" i="1" baseline="-25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(x) 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E42E559-64F5-394C-0931-B03DC4A490AF}"/>
              </a:ext>
            </a:extLst>
          </p:cNvPr>
          <p:cNvSpPr txBox="1"/>
          <p:nvPr/>
        </p:nvSpPr>
        <p:spPr>
          <a:xfrm>
            <a:off x="3345218" y="3921882"/>
            <a:ext cx="371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24CBE120-1112-A2EE-A14B-171066966DCF}"/>
              </a:ext>
            </a:extLst>
          </p:cNvPr>
          <p:cNvCxnSpPr>
            <a:cxnSpLocks/>
            <a:endCxn id="56" idx="2"/>
          </p:cNvCxnSpPr>
          <p:nvPr/>
        </p:nvCxnSpPr>
        <p:spPr>
          <a:xfrm rot="5400000" flipH="1" flipV="1">
            <a:off x="2298278" y="2014627"/>
            <a:ext cx="1365022" cy="1316522"/>
          </a:xfrm>
          <a:prstGeom prst="curvedConnector3">
            <a:avLst>
              <a:gd name="adj1" fmla="val 50000"/>
            </a:avLst>
          </a:prstGeom>
          <a:ln w="12700"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D81F264-17B3-488E-6589-EA5A82666632}"/>
              </a:ext>
            </a:extLst>
          </p:cNvPr>
          <p:cNvCxnSpPr>
            <a:cxnSpLocks/>
          </p:cNvCxnSpPr>
          <p:nvPr/>
        </p:nvCxnSpPr>
        <p:spPr>
          <a:xfrm>
            <a:off x="2832488" y="1981855"/>
            <a:ext cx="1455314" cy="852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3F921C3-E734-030B-B491-F891AE872763}"/>
              </a:ext>
            </a:extLst>
          </p:cNvPr>
          <p:cNvSpPr txBox="1"/>
          <p:nvPr/>
        </p:nvSpPr>
        <p:spPr>
          <a:xfrm>
            <a:off x="406775" y="178596"/>
            <a:ext cx="3780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FFFF00"/>
                </a:solidFill>
              </a:rPr>
              <a:t>Hypothesis: 	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2000" b="1" i="1" baseline="-250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(x) = θ</a:t>
            </a:r>
            <a:r>
              <a:rPr lang="en-US" sz="2000" b="1" i="1" baseline="-250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+ θ</a:t>
            </a:r>
            <a:r>
              <a:rPr lang="en-US" sz="2000" b="1" i="1" baseline="-250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 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 </a:t>
            </a:r>
            <a:endParaRPr lang="en-US" sz="2400" b="1" i="1" dirty="0">
              <a:effectLst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30E7EF9-F36E-8B71-DBF6-225732ECD7B4}"/>
              </a:ext>
            </a:extLst>
          </p:cNvPr>
          <p:cNvCxnSpPr>
            <a:cxnSpLocks/>
          </p:cNvCxnSpPr>
          <p:nvPr/>
        </p:nvCxnSpPr>
        <p:spPr>
          <a:xfrm flipV="1">
            <a:off x="5157268" y="2259406"/>
            <a:ext cx="0" cy="2013520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04BF3BF-B46A-2426-2F44-2613A708F77F}"/>
              </a:ext>
            </a:extLst>
          </p:cNvPr>
          <p:cNvCxnSpPr>
            <a:cxnSpLocks/>
          </p:cNvCxnSpPr>
          <p:nvPr/>
        </p:nvCxnSpPr>
        <p:spPr>
          <a:xfrm flipV="1">
            <a:off x="5033289" y="4110536"/>
            <a:ext cx="2034713" cy="1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0335EF8-CE25-BC9B-7E86-92D1636DC9AC}"/>
              </a:ext>
            </a:extLst>
          </p:cNvPr>
          <p:cNvCxnSpPr>
            <a:cxnSpLocks/>
          </p:cNvCxnSpPr>
          <p:nvPr/>
        </p:nvCxnSpPr>
        <p:spPr>
          <a:xfrm>
            <a:off x="5079013" y="3613120"/>
            <a:ext cx="1920564" cy="0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EF06191-3B29-FB03-602E-3849183E1D70}"/>
              </a:ext>
            </a:extLst>
          </p:cNvPr>
          <p:cNvCxnSpPr>
            <a:cxnSpLocks/>
          </p:cNvCxnSpPr>
          <p:nvPr/>
        </p:nvCxnSpPr>
        <p:spPr>
          <a:xfrm>
            <a:off x="5051949" y="3106521"/>
            <a:ext cx="1947628" cy="0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7ADBE73-C9BC-EBE0-517B-FEB335F64478}"/>
              </a:ext>
            </a:extLst>
          </p:cNvPr>
          <p:cNvCxnSpPr>
            <a:cxnSpLocks/>
          </p:cNvCxnSpPr>
          <p:nvPr/>
        </p:nvCxnSpPr>
        <p:spPr>
          <a:xfrm>
            <a:off x="5056150" y="2610786"/>
            <a:ext cx="1943427" cy="0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7107C8F-0154-F819-1128-71809C6F2B01}"/>
              </a:ext>
            </a:extLst>
          </p:cNvPr>
          <p:cNvCxnSpPr>
            <a:cxnSpLocks/>
          </p:cNvCxnSpPr>
          <p:nvPr/>
        </p:nvCxnSpPr>
        <p:spPr>
          <a:xfrm flipV="1">
            <a:off x="5708918" y="4021563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495AF33-E27D-0B26-E5C4-39281F9F19FA}"/>
              </a:ext>
            </a:extLst>
          </p:cNvPr>
          <p:cNvCxnSpPr>
            <a:cxnSpLocks/>
          </p:cNvCxnSpPr>
          <p:nvPr/>
        </p:nvCxnSpPr>
        <p:spPr>
          <a:xfrm flipV="1">
            <a:off x="6249676" y="4012373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76C323C-2B79-5C75-065B-F62FE140C89D}"/>
              </a:ext>
            </a:extLst>
          </p:cNvPr>
          <p:cNvCxnSpPr>
            <a:cxnSpLocks/>
          </p:cNvCxnSpPr>
          <p:nvPr/>
        </p:nvCxnSpPr>
        <p:spPr>
          <a:xfrm flipV="1">
            <a:off x="6760497" y="4017575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75E7C87-5AA2-8F2E-7C40-0A43C5440B45}"/>
              </a:ext>
            </a:extLst>
          </p:cNvPr>
          <p:cNvSpPr txBox="1"/>
          <p:nvPr/>
        </p:nvSpPr>
        <p:spPr>
          <a:xfrm>
            <a:off x="4665612" y="34284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F15D19A-0B3A-0D39-5E23-1C8DCD3FEEF2}"/>
              </a:ext>
            </a:extLst>
          </p:cNvPr>
          <p:cNvSpPr txBox="1"/>
          <p:nvPr/>
        </p:nvSpPr>
        <p:spPr>
          <a:xfrm>
            <a:off x="5558075" y="42369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13CDC16-6E64-E1F7-4252-AFEEA7AFCAF7}"/>
              </a:ext>
            </a:extLst>
          </p:cNvPr>
          <p:cNvSpPr txBox="1"/>
          <p:nvPr/>
        </p:nvSpPr>
        <p:spPr>
          <a:xfrm>
            <a:off x="6098833" y="42369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F4A98C7-C66A-1513-D0BE-0933C0308332}"/>
              </a:ext>
            </a:extLst>
          </p:cNvPr>
          <p:cNvSpPr txBox="1"/>
          <p:nvPr/>
        </p:nvSpPr>
        <p:spPr>
          <a:xfrm>
            <a:off x="6609654" y="42386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ED42442-448B-9033-DB34-7999AAC61190}"/>
              </a:ext>
            </a:extLst>
          </p:cNvPr>
          <p:cNvSpPr txBox="1"/>
          <p:nvPr/>
        </p:nvSpPr>
        <p:spPr>
          <a:xfrm>
            <a:off x="4905143" y="42312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9CFF04A-8C5B-4A08-4CFF-373B382CEB5D}"/>
              </a:ext>
            </a:extLst>
          </p:cNvPr>
          <p:cNvSpPr txBox="1"/>
          <p:nvPr/>
        </p:nvSpPr>
        <p:spPr>
          <a:xfrm>
            <a:off x="4665612" y="29218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FABBD0-D450-7EA9-C75C-8141479346F9}"/>
              </a:ext>
            </a:extLst>
          </p:cNvPr>
          <p:cNvSpPr txBox="1"/>
          <p:nvPr/>
        </p:nvSpPr>
        <p:spPr>
          <a:xfrm>
            <a:off x="4665612" y="2415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32F8272-55E2-8D6D-5D9C-F8B3DB7D219B}"/>
              </a:ext>
            </a:extLst>
          </p:cNvPr>
          <p:cNvSpPr txBox="1"/>
          <p:nvPr/>
        </p:nvSpPr>
        <p:spPr>
          <a:xfrm>
            <a:off x="5096607" y="4926263"/>
            <a:ext cx="1902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800" b="1" i="1" baseline="-25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=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0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A74B9C7-5498-7B8F-F9F7-C1B66E7A6568}"/>
              </a:ext>
            </a:extLst>
          </p:cNvPr>
          <p:cNvSpPr txBox="1"/>
          <p:nvPr/>
        </p:nvSpPr>
        <p:spPr>
          <a:xfrm>
            <a:off x="5096606" y="5307932"/>
            <a:ext cx="1902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800" b="1" i="1" baseline="-25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=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0.5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197AA8C-9894-3CC2-E3B4-C5DF62896C1F}"/>
              </a:ext>
            </a:extLst>
          </p:cNvPr>
          <p:cNvSpPr txBox="1"/>
          <p:nvPr/>
        </p:nvSpPr>
        <p:spPr>
          <a:xfrm>
            <a:off x="6249676" y="1623928"/>
            <a:ext cx="1762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h(x) = 0 + 0.5</a:t>
            </a:r>
            <a:r>
              <a:rPr lang="en-US" b="1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·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46D6C88-6C41-E80E-C19D-89CC855090F7}"/>
              </a:ext>
            </a:extLst>
          </p:cNvPr>
          <p:cNvCxnSpPr>
            <a:cxnSpLocks/>
          </p:cNvCxnSpPr>
          <p:nvPr/>
        </p:nvCxnSpPr>
        <p:spPr>
          <a:xfrm flipV="1">
            <a:off x="5145240" y="3308148"/>
            <a:ext cx="1854336" cy="791252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11CCE256-F500-D280-BAA3-B2E43B0A5209}"/>
              </a:ext>
            </a:extLst>
          </p:cNvPr>
          <p:cNvSpPr txBox="1"/>
          <p:nvPr/>
        </p:nvSpPr>
        <p:spPr>
          <a:xfrm>
            <a:off x="4805252" y="1877282"/>
            <a:ext cx="722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1800" b="1" i="1" baseline="-25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(x) 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24ECCC8-0775-BA5F-A0DF-E688DFB664FE}"/>
              </a:ext>
            </a:extLst>
          </p:cNvPr>
          <p:cNvSpPr txBox="1"/>
          <p:nvPr/>
        </p:nvSpPr>
        <p:spPr>
          <a:xfrm>
            <a:off x="7044570" y="3921882"/>
            <a:ext cx="371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4416655-CD08-55FE-850C-A40C145919A4}"/>
              </a:ext>
            </a:extLst>
          </p:cNvPr>
          <p:cNvCxnSpPr>
            <a:cxnSpLocks/>
          </p:cNvCxnSpPr>
          <p:nvPr/>
        </p:nvCxnSpPr>
        <p:spPr>
          <a:xfrm>
            <a:off x="6279587" y="1990427"/>
            <a:ext cx="1632773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Curved 83">
            <a:extLst>
              <a:ext uri="{FF2B5EF4-FFF2-40B4-BE49-F238E27FC236}">
                <a16:creationId xmlns:a16="http://schemas.microsoft.com/office/drawing/2014/main" id="{1FABE255-55CA-4213-CD64-9A4433131214}"/>
              </a:ext>
            </a:extLst>
          </p:cNvPr>
          <p:cNvCxnSpPr>
            <a:cxnSpLocks/>
            <a:endCxn id="79" idx="2"/>
          </p:cNvCxnSpPr>
          <p:nvPr/>
        </p:nvCxnSpPr>
        <p:spPr>
          <a:xfrm rot="5400000" flipH="1" flipV="1">
            <a:off x="5616898" y="2258616"/>
            <a:ext cx="1779239" cy="1248528"/>
          </a:xfrm>
          <a:prstGeom prst="curvedConnector3">
            <a:avLst>
              <a:gd name="adj1" fmla="val 50000"/>
            </a:avLst>
          </a:prstGeom>
          <a:ln w="12700"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E08BB60-64F4-C0A1-7B87-641DFDFD09A7}"/>
              </a:ext>
            </a:extLst>
          </p:cNvPr>
          <p:cNvCxnSpPr>
            <a:cxnSpLocks/>
          </p:cNvCxnSpPr>
          <p:nvPr/>
        </p:nvCxnSpPr>
        <p:spPr>
          <a:xfrm flipV="1">
            <a:off x="8895509" y="2260567"/>
            <a:ext cx="0" cy="2013520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535EB52-9D2E-F0CA-9B7A-5BA772F64699}"/>
              </a:ext>
            </a:extLst>
          </p:cNvPr>
          <p:cNvCxnSpPr>
            <a:cxnSpLocks/>
          </p:cNvCxnSpPr>
          <p:nvPr/>
        </p:nvCxnSpPr>
        <p:spPr>
          <a:xfrm flipV="1">
            <a:off x="8771530" y="4111697"/>
            <a:ext cx="2034713" cy="1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0C2D391-1753-F0A5-6F60-62EEEE4234AB}"/>
              </a:ext>
            </a:extLst>
          </p:cNvPr>
          <p:cNvCxnSpPr>
            <a:cxnSpLocks/>
          </p:cNvCxnSpPr>
          <p:nvPr/>
        </p:nvCxnSpPr>
        <p:spPr>
          <a:xfrm>
            <a:off x="8817254" y="3614281"/>
            <a:ext cx="1920564" cy="0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52D6BBB-1065-9E07-5DE8-032F6075AC2B}"/>
              </a:ext>
            </a:extLst>
          </p:cNvPr>
          <p:cNvCxnSpPr>
            <a:cxnSpLocks/>
          </p:cNvCxnSpPr>
          <p:nvPr/>
        </p:nvCxnSpPr>
        <p:spPr>
          <a:xfrm>
            <a:off x="8790190" y="3107682"/>
            <a:ext cx="1947628" cy="0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FDB2F80-F1A4-DB5D-3F32-B1A23817B12C}"/>
              </a:ext>
            </a:extLst>
          </p:cNvPr>
          <p:cNvCxnSpPr>
            <a:cxnSpLocks/>
          </p:cNvCxnSpPr>
          <p:nvPr/>
        </p:nvCxnSpPr>
        <p:spPr>
          <a:xfrm>
            <a:off x="8794391" y="2611947"/>
            <a:ext cx="1943427" cy="0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B609FE1-8980-8A14-A71F-CCFBF79E969A}"/>
              </a:ext>
            </a:extLst>
          </p:cNvPr>
          <p:cNvCxnSpPr>
            <a:cxnSpLocks/>
          </p:cNvCxnSpPr>
          <p:nvPr/>
        </p:nvCxnSpPr>
        <p:spPr>
          <a:xfrm flipV="1">
            <a:off x="9447159" y="4022724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F487D3F-1309-40AD-64BD-D03188A9FE19}"/>
              </a:ext>
            </a:extLst>
          </p:cNvPr>
          <p:cNvCxnSpPr>
            <a:cxnSpLocks/>
          </p:cNvCxnSpPr>
          <p:nvPr/>
        </p:nvCxnSpPr>
        <p:spPr>
          <a:xfrm flipV="1">
            <a:off x="9987917" y="4013534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FB9A792-F872-2B6D-77F2-AC27E4877572}"/>
              </a:ext>
            </a:extLst>
          </p:cNvPr>
          <p:cNvCxnSpPr>
            <a:cxnSpLocks/>
          </p:cNvCxnSpPr>
          <p:nvPr/>
        </p:nvCxnSpPr>
        <p:spPr>
          <a:xfrm flipV="1">
            <a:off x="10498738" y="4018736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3556CB6E-EC20-2A84-EFAA-CF8BF69C3C00}"/>
              </a:ext>
            </a:extLst>
          </p:cNvPr>
          <p:cNvSpPr txBox="1"/>
          <p:nvPr/>
        </p:nvSpPr>
        <p:spPr>
          <a:xfrm>
            <a:off x="8403853" y="34296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3178729-4AD5-0947-776C-74D99E323417}"/>
              </a:ext>
            </a:extLst>
          </p:cNvPr>
          <p:cNvSpPr txBox="1"/>
          <p:nvPr/>
        </p:nvSpPr>
        <p:spPr>
          <a:xfrm>
            <a:off x="9296316" y="4238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AAA379A-DB92-0F64-7BA9-E83E392D5D16}"/>
              </a:ext>
            </a:extLst>
          </p:cNvPr>
          <p:cNvSpPr txBox="1"/>
          <p:nvPr/>
        </p:nvSpPr>
        <p:spPr>
          <a:xfrm>
            <a:off x="9837074" y="4238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AAAEFBB-12AA-93FE-2BCB-9E7B915F08C1}"/>
              </a:ext>
            </a:extLst>
          </p:cNvPr>
          <p:cNvSpPr txBox="1"/>
          <p:nvPr/>
        </p:nvSpPr>
        <p:spPr>
          <a:xfrm>
            <a:off x="10347895" y="423978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80D78C0-0ACC-AF9F-B7DF-D51D421C8739}"/>
              </a:ext>
            </a:extLst>
          </p:cNvPr>
          <p:cNvSpPr txBox="1"/>
          <p:nvPr/>
        </p:nvSpPr>
        <p:spPr>
          <a:xfrm>
            <a:off x="8643384" y="423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1F1EFD6-BFBA-48BD-D6A8-4E08066C2DB0}"/>
              </a:ext>
            </a:extLst>
          </p:cNvPr>
          <p:cNvSpPr txBox="1"/>
          <p:nvPr/>
        </p:nvSpPr>
        <p:spPr>
          <a:xfrm>
            <a:off x="8403853" y="292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9F6AFB7-4C48-13C6-6F08-F3C07C327107}"/>
              </a:ext>
            </a:extLst>
          </p:cNvPr>
          <p:cNvSpPr txBox="1"/>
          <p:nvPr/>
        </p:nvSpPr>
        <p:spPr>
          <a:xfrm>
            <a:off x="8403853" y="24164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554E52B-5679-DCB4-F516-9169E7EE9CC7}"/>
              </a:ext>
            </a:extLst>
          </p:cNvPr>
          <p:cNvSpPr txBox="1"/>
          <p:nvPr/>
        </p:nvSpPr>
        <p:spPr>
          <a:xfrm>
            <a:off x="8908772" y="4929365"/>
            <a:ext cx="1902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800" b="1" i="1" baseline="-25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=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1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6D0B969-F5B8-CF11-8E87-2C23C344EBB3}"/>
              </a:ext>
            </a:extLst>
          </p:cNvPr>
          <p:cNvSpPr txBox="1"/>
          <p:nvPr/>
        </p:nvSpPr>
        <p:spPr>
          <a:xfrm>
            <a:off x="8908771" y="5311034"/>
            <a:ext cx="1902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800" b="1" i="1" baseline="-25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=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0.5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392ECE8-3E9C-CAC1-168E-17E841BCA36E}"/>
              </a:ext>
            </a:extLst>
          </p:cNvPr>
          <p:cNvSpPr txBox="1"/>
          <p:nvPr/>
        </p:nvSpPr>
        <p:spPr>
          <a:xfrm>
            <a:off x="9788886" y="1630177"/>
            <a:ext cx="1752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h(x) = 1 + 0.5</a:t>
            </a:r>
            <a:r>
              <a:rPr lang="en-US" b="1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·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E701F96-5425-F3DD-E847-5C7D60CF3ED4}"/>
              </a:ext>
            </a:extLst>
          </p:cNvPr>
          <p:cNvCxnSpPr>
            <a:cxnSpLocks/>
          </p:cNvCxnSpPr>
          <p:nvPr/>
        </p:nvCxnSpPr>
        <p:spPr>
          <a:xfrm flipV="1">
            <a:off x="8872420" y="2825929"/>
            <a:ext cx="1854336" cy="791252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6FED2EDA-3DBC-5A2A-ED7B-7A0EF6FA6B53}"/>
              </a:ext>
            </a:extLst>
          </p:cNvPr>
          <p:cNvSpPr txBox="1"/>
          <p:nvPr/>
        </p:nvSpPr>
        <p:spPr>
          <a:xfrm>
            <a:off x="8574054" y="1880118"/>
            <a:ext cx="722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1800" b="1" i="1" baseline="-25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(x) 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14E00C1-C9BE-3AF7-91ED-8B42DA70CC7B}"/>
              </a:ext>
            </a:extLst>
          </p:cNvPr>
          <p:cNvSpPr txBox="1"/>
          <p:nvPr/>
        </p:nvSpPr>
        <p:spPr>
          <a:xfrm>
            <a:off x="10813372" y="3924718"/>
            <a:ext cx="371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0CE19B7-52BF-2052-9FCA-48F6C30E4D4E}"/>
              </a:ext>
            </a:extLst>
          </p:cNvPr>
          <p:cNvCxnSpPr>
            <a:cxnSpLocks/>
          </p:cNvCxnSpPr>
          <p:nvPr/>
        </p:nvCxnSpPr>
        <p:spPr>
          <a:xfrm>
            <a:off x="9791649" y="1987544"/>
            <a:ext cx="1632773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Curved 106">
            <a:extLst>
              <a:ext uri="{FF2B5EF4-FFF2-40B4-BE49-F238E27FC236}">
                <a16:creationId xmlns:a16="http://schemas.microsoft.com/office/drawing/2014/main" id="{C02F9C93-2FD5-7E39-A421-419A0B6AD12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616173" y="2174399"/>
            <a:ext cx="1210692" cy="842648"/>
          </a:xfrm>
          <a:prstGeom prst="curvedConnector3">
            <a:avLst>
              <a:gd name="adj1" fmla="val 50000"/>
            </a:avLst>
          </a:prstGeom>
          <a:ln w="12700"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5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1.48148E-6 L -0.08841 -0.60208 " pathEditMode="relative" rAng="0" ptsTypes="AA">
                                      <p:cBhvr>
                                        <p:cTn id="13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27" y="-30116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000"/>
                            </p:stCondLst>
                            <p:childTnLst>
                              <p:par>
                                <p:cTn id="20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2500"/>
                            </p:stCondLst>
                            <p:childTnLst>
                              <p:par>
                                <p:cTn id="2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3000"/>
                            </p:stCondLst>
                            <p:childTnLst>
                              <p:par>
                                <p:cTn id="2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3500"/>
                            </p:stCondLst>
                            <p:childTnLst>
                              <p:par>
                                <p:cTn id="2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1000"/>
                            </p:stCondLst>
                            <p:childTnLst>
                              <p:par>
                                <p:cTn id="2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2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2000"/>
                            </p:stCondLst>
                            <p:childTnLst>
                              <p:par>
                                <p:cTn id="2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1000"/>
                            </p:stCondLst>
                            <p:childTnLst>
                              <p:par>
                                <p:cTn id="2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2000"/>
                            </p:stCondLst>
                            <p:childTnLst>
                              <p:par>
                                <p:cTn id="2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2500"/>
                            </p:stCondLst>
                            <p:childTnLst>
                              <p:par>
                                <p:cTn id="2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3000"/>
                            </p:stCondLst>
                            <p:childTnLst>
                              <p:par>
                                <p:cTn id="3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8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3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2000"/>
                            </p:stCondLst>
                            <p:childTnLst>
                              <p:par>
                                <p:cTn id="3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6" fill="hold">
                            <p:stCondLst>
                              <p:cond delay="1000"/>
                            </p:stCondLst>
                            <p:childTnLst>
                              <p:par>
                                <p:cTn id="3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2000"/>
                            </p:stCondLst>
                            <p:childTnLst>
                              <p:par>
                                <p:cTn id="3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2500"/>
                            </p:stCondLst>
                            <p:childTnLst>
                              <p:par>
                                <p:cTn id="3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3000"/>
                            </p:stCondLst>
                            <p:childTnLst>
                              <p:par>
                                <p:cTn id="3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indefinite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8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3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1000"/>
                            </p:stCondLst>
                            <p:childTnLst>
                              <p:par>
                                <p:cTn id="4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7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0" grpId="0"/>
      <p:bldP spid="10" grpId="1"/>
      <p:bldP spid="11" grpId="0"/>
      <p:bldP spid="11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6" grpId="0" animBg="1"/>
      <p:bldP spid="36" grpId="1" animBg="1"/>
      <p:bldP spid="38" grpId="0"/>
      <p:bldP spid="38" grpId="1"/>
      <p:bldP spid="37" grpId="0"/>
      <p:bldP spid="37" grpId="1"/>
      <p:bldP spid="39" grpId="0"/>
      <p:bldP spid="39" grpId="1"/>
      <p:bldP spid="41" grpId="0"/>
      <p:bldP spid="41" grpId="1"/>
      <p:bldP spid="44" grpId="0"/>
      <p:bldP spid="44" grpId="1"/>
      <p:bldP spid="47" grpId="0"/>
      <p:bldP spid="47" grpId="1"/>
      <p:bldP spid="48" grpId="0"/>
      <p:bldP spid="48" grpId="1"/>
      <p:bldP spid="9" grpId="0"/>
      <p:bldP spid="9" grpId="1"/>
      <p:bldP spid="25" grpId="0"/>
      <p:bldP spid="25" grpId="1"/>
      <p:bldP spid="2" grpId="0" animBg="1"/>
      <p:bldP spid="2" grpId="1" animBg="1"/>
      <p:bldP spid="3" grpId="0" animBg="1"/>
      <p:bldP spid="3" grpId="1" animBg="1"/>
      <p:bldP spid="8" grpId="0"/>
      <p:bldP spid="8" grpId="1"/>
      <p:bldP spid="43" grpId="0"/>
      <p:bldP spid="45" grpId="0"/>
      <p:bldP spid="46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61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1" grpId="0"/>
      <p:bldP spid="8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4" grpId="0"/>
      <p:bldP spid="10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B8D0CD-25CC-5098-0921-3FE389097671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89D4C01-5752-5030-6955-0FE96D04361A}"/>
              </a:ext>
            </a:extLst>
          </p:cNvPr>
          <p:cNvCxnSpPr>
            <a:cxnSpLocks/>
          </p:cNvCxnSpPr>
          <p:nvPr/>
        </p:nvCxnSpPr>
        <p:spPr>
          <a:xfrm flipV="1">
            <a:off x="1104460" y="1177883"/>
            <a:ext cx="0" cy="2013520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1847BF-4FF5-C40E-8AA7-7B0FE10FDF48}"/>
              </a:ext>
            </a:extLst>
          </p:cNvPr>
          <p:cNvCxnSpPr>
            <a:cxnSpLocks/>
          </p:cNvCxnSpPr>
          <p:nvPr/>
        </p:nvCxnSpPr>
        <p:spPr>
          <a:xfrm flipV="1">
            <a:off x="980481" y="3029013"/>
            <a:ext cx="2034713" cy="1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91D1A67-B68A-860E-7933-286D8F5FC53E}"/>
              </a:ext>
            </a:extLst>
          </p:cNvPr>
          <p:cNvSpPr txBox="1"/>
          <p:nvPr/>
        </p:nvSpPr>
        <p:spPr>
          <a:xfrm>
            <a:off x="852335" y="31497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2891CFA2-AF66-0BDB-E731-6DD503A2EF86}"/>
                  </a:ext>
                </a:extLst>
              </p:cNvPr>
              <p:cNvSpPr txBox="1"/>
              <p:nvPr/>
            </p:nvSpPr>
            <p:spPr>
              <a:xfrm>
                <a:off x="690727" y="3990293"/>
                <a:ext cx="401674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FFFF00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Idea: </a:t>
                </a:r>
                <a:r>
                  <a:rPr lang="en-US" sz="24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Choose </a:t>
                </a:r>
                <a:r>
                  <a:rPr lang="en-US" sz="2400" b="1" i="1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="1" i="1" baseline="-25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400" b="1" i="1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, θ</a:t>
                </a:r>
                <a:r>
                  <a:rPr lang="en-US" sz="2400" b="1" i="1" baseline="-250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400" b="1" i="1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so that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𝒉</m:t>
                        </m:r>
                      </m:e>
                      <m:sub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𝜽</m:t>
                        </m:r>
                      </m:sub>
                    </m:sSub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𝒙</m:t>
                    </m:r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24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is close to </a:t>
                </a:r>
                <a:r>
                  <a:rPr lang="en-US" sz="2400" b="1" i="1" dirty="0">
                    <a:solidFill>
                      <a:srgbClr val="FFFF00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y </a:t>
                </a:r>
                <a:r>
                  <a:rPr lang="en-US" sz="24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for our training examples </a:t>
                </a:r>
                <a:r>
                  <a:rPr lang="en-US" sz="2400" b="1" i="1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(x, y)</a:t>
                </a:r>
                <a:r>
                  <a:rPr lang="en-US" sz="24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  <a:endParaRPr lang="en-US" sz="24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2891CFA2-AF66-0BDB-E731-6DD503A2E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7" y="3990293"/>
                <a:ext cx="4016744" cy="1200329"/>
              </a:xfrm>
              <a:prstGeom prst="rect">
                <a:avLst/>
              </a:prstGeom>
              <a:blipFill>
                <a:blip r:embed="rId2"/>
                <a:stretch>
                  <a:fillRect l="-2208" t="-4211" r="-1893" b="-1052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TextBox 114">
            <a:extLst>
              <a:ext uri="{FF2B5EF4-FFF2-40B4-BE49-F238E27FC236}">
                <a16:creationId xmlns:a16="http://schemas.microsoft.com/office/drawing/2014/main" id="{87B9C8EB-3C77-E09D-AE1C-B4BF7E26BD7E}"/>
              </a:ext>
            </a:extLst>
          </p:cNvPr>
          <p:cNvSpPr txBox="1"/>
          <p:nvPr/>
        </p:nvSpPr>
        <p:spPr>
          <a:xfrm>
            <a:off x="732358" y="1921936"/>
            <a:ext cx="359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78F1B68-530C-6922-8359-EB347E0FF8AF}"/>
              </a:ext>
            </a:extLst>
          </p:cNvPr>
          <p:cNvSpPr txBox="1"/>
          <p:nvPr/>
        </p:nvSpPr>
        <p:spPr>
          <a:xfrm>
            <a:off x="1877683" y="3029013"/>
            <a:ext cx="371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EBBD4701-A866-56CF-DB85-ED079D864B9B}"/>
              </a:ext>
            </a:extLst>
          </p:cNvPr>
          <p:cNvSpPr/>
          <p:nvPr/>
        </p:nvSpPr>
        <p:spPr>
          <a:xfrm>
            <a:off x="1498895" y="2402667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B844F155-87B8-45DF-8242-F0D0E3BCA263}"/>
              </a:ext>
            </a:extLst>
          </p:cNvPr>
          <p:cNvSpPr/>
          <p:nvPr/>
        </p:nvSpPr>
        <p:spPr>
          <a:xfrm>
            <a:off x="1689212" y="2233105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A079A4BE-FBB9-B213-449A-2FDFFA7D7013}"/>
              </a:ext>
            </a:extLst>
          </p:cNvPr>
          <p:cNvSpPr/>
          <p:nvPr/>
        </p:nvSpPr>
        <p:spPr>
          <a:xfrm>
            <a:off x="1940143" y="2281477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7B267338-BEE2-FD0D-0631-B1E078E1A0B3}"/>
              </a:ext>
            </a:extLst>
          </p:cNvPr>
          <p:cNvSpPr/>
          <p:nvPr/>
        </p:nvSpPr>
        <p:spPr>
          <a:xfrm>
            <a:off x="1498895" y="2613279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11F8FB1A-5944-68DA-FC66-3B2C2AB5B102}"/>
              </a:ext>
            </a:extLst>
          </p:cNvPr>
          <p:cNvSpPr/>
          <p:nvPr/>
        </p:nvSpPr>
        <p:spPr>
          <a:xfrm>
            <a:off x="2063317" y="2046618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0F3ABD12-E66B-79E7-4636-EE2FB0DFCF76}"/>
              </a:ext>
            </a:extLst>
          </p:cNvPr>
          <p:cNvSpPr/>
          <p:nvPr/>
        </p:nvSpPr>
        <p:spPr>
          <a:xfrm>
            <a:off x="2479484" y="1883009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F57705F-E0CF-BFE7-84E3-59185AEA6B73}"/>
              </a:ext>
            </a:extLst>
          </p:cNvPr>
          <p:cNvSpPr/>
          <p:nvPr/>
        </p:nvSpPr>
        <p:spPr>
          <a:xfrm>
            <a:off x="2699099" y="1761881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51CBCB6D-DE58-2D7A-3C7D-49F0F27E8694}"/>
              </a:ext>
            </a:extLst>
          </p:cNvPr>
          <p:cNvSpPr/>
          <p:nvPr/>
        </p:nvSpPr>
        <p:spPr>
          <a:xfrm>
            <a:off x="2364204" y="1724966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lowchart: Connector 74">
            <a:extLst>
              <a:ext uri="{FF2B5EF4-FFF2-40B4-BE49-F238E27FC236}">
                <a16:creationId xmlns:a16="http://schemas.microsoft.com/office/drawing/2014/main" id="{073DD65F-A2C8-3273-72DC-89D62BC2AC25}"/>
              </a:ext>
            </a:extLst>
          </p:cNvPr>
          <p:cNvSpPr/>
          <p:nvPr/>
        </p:nvSpPr>
        <p:spPr>
          <a:xfrm>
            <a:off x="2302617" y="2066078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4A6A430-F070-E1B8-2E4D-CFC6BFB6B143}"/>
              </a:ext>
            </a:extLst>
          </p:cNvPr>
          <p:cNvCxnSpPr>
            <a:cxnSpLocks/>
          </p:cNvCxnSpPr>
          <p:nvPr/>
        </p:nvCxnSpPr>
        <p:spPr>
          <a:xfrm flipV="1">
            <a:off x="1089287" y="1595380"/>
            <a:ext cx="1845043" cy="1265831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3B9570C5-A95A-0968-4068-3BC02698EA22}"/>
              </a:ext>
            </a:extLst>
          </p:cNvPr>
          <p:cNvCxnSpPr>
            <a:cxnSpLocks/>
          </p:cNvCxnSpPr>
          <p:nvPr/>
        </p:nvCxnSpPr>
        <p:spPr>
          <a:xfrm>
            <a:off x="5146457" y="3076379"/>
            <a:ext cx="6878502" cy="579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B0B566F-1813-8BAB-C152-ED6FB2F91275}"/>
              </a:ext>
            </a:extLst>
          </p:cNvPr>
          <p:cNvCxnSpPr>
            <a:cxnSpLocks/>
          </p:cNvCxnSpPr>
          <p:nvPr/>
        </p:nvCxnSpPr>
        <p:spPr>
          <a:xfrm>
            <a:off x="5146457" y="114300"/>
            <a:ext cx="0" cy="6068786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5B4ED84C-9B94-F617-CEAA-79869AEB4E7F}"/>
              </a:ext>
            </a:extLst>
          </p:cNvPr>
          <p:cNvSpPr txBox="1"/>
          <p:nvPr/>
        </p:nvSpPr>
        <p:spPr>
          <a:xfrm>
            <a:off x="873533" y="458911"/>
            <a:ext cx="1189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</a:t>
            </a:r>
            <a:r>
              <a:rPr lang="en-US" sz="2000" b="1" i="1" baseline="30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en-US" sz="2000" b="1" i="1" baseline="300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i</a:t>
            </a:r>
            <a:r>
              <a:rPr lang="en-US" sz="2000" b="1" i="1" baseline="30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en-US" sz="20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, y</a:t>
            </a:r>
            <a:r>
              <a:rPr lang="en-US" sz="2000" b="1" i="1" baseline="30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en-US" sz="2000" b="1" i="1" baseline="300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i</a:t>
            </a:r>
            <a:r>
              <a:rPr lang="en-US" sz="2000" b="1" i="1" baseline="30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en-US" sz="20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3EA2D2B9-D872-6E82-40D7-AF76D0C36576}"/>
                  </a:ext>
                </a:extLst>
              </p:cNvPr>
              <p:cNvSpPr txBox="1"/>
              <p:nvPr/>
            </p:nvSpPr>
            <p:spPr>
              <a:xfrm>
                <a:off x="8351571" y="897299"/>
                <a:ext cx="2078133" cy="4219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2000" b="1" i="1" baseline="-25000" dirty="0">
                                      <a:solidFill>
                                        <a:schemeClr val="tx1"/>
                                      </a:solidFill>
                                      <a:latin typeface="Times New Roman" panose="020206030504050203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θ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 − </m:t>
                              </m:r>
                              <m:sSup>
                                <m:sSup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3EA2D2B9-D872-6E82-40D7-AF76D0C36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571" y="897299"/>
                <a:ext cx="2078133" cy="421975"/>
              </a:xfrm>
              <a:prstGeom prst="rect">
                <a:avLst/>
              </a:prstGeom>
              <a:blipFill>
                <a:blip r:embed="rId3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3989F823-BB78-9C1B-6A17-264C3896D698}"/>
                  </a:ext>
                </a:extLst>
              </p:cNvPr>
              <p:cNvSpPr txBox="1"/>
              <p:nvPr/>
            </p:nvSpPr>
            <p:spPr>
              <a:xfrm>
                <a:off x="8011975" y="732937"/>
                <a:ext cx="496611" cy="840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3989F823-BB78-9C1B-6A17-264C3896D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1975" y="732937"/>
                <a:ext cx="496611" cy="8402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B65BF2EF-5CD5-0823-A73F-2B8904A6A23C}"/>
                  </a:ext>
                </a:extLst>
              </p:cNvPr>
              <p:cNvSpPr txBox="1"/>
              <p:nvPr/>
            </p:nvSpPr>
            <p:spPr>
              <a:xfrm>
                <a:off x="7559860" y="848292"/>
                <a:ext cx="419537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B65BF2EF-5CD5-0823-A73F-2B8904A6A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860" y="848292"/>
                <a:ext cx="419537" cy="578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430C1E5A-FF1C-7B3D-C8D1-6134A7DF67C5}"/>
                  </a:ext>
                </a:extLst>
              </p:cNvPr>
              <p:cNvSpPr txBox="1"/>
              <p:nvPr/>
            </p:nvSpPr>
            <p:spPr>
              <a:xfrm>
                <a:off x="6398882" y="983694"/>
                <a:ext cx="1179297" cy="477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minimize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sz="2000" b="1" i="1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US" sz="2000" b="1" i="1" baseline="-250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sz="2000" b="1" i="1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 , </m:t>
                              </m:r>
                              <m:r>
                                <m:rPr>
                                  <m:nor/>
                                </m:rPr>
                                <a:rPr lang="en-US" sz="2000" b="1" i="1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US" sz="2000" b="1" i="1" baseline="-250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lim>
                          </m:limLow>
                        </m:fName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430C1E5A-FF1C-7B3D-C8D1-6134A7DF6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882" y="983694"/>
                <a:ext cx="1179297" cy="477247"/>
              </a:xfrm>
              <a:prstGeom prst="rect">
                <a:avLst/>
              </a:prstGeom>
              <a:blipFill>
                <a:blip r:embed="rId6"/>
                <a:stretch>
                  <a:fillRect l="-4663" b="-13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Left Brace 146">
            <a:extLst>
              <a:ext uri="{FF2B5EF4-FFF2-40B4-BE49-F238E27FC236}">
                <a16:creationId xmlns:a16="http://schemas.microsoft.com/office/drawing/2014/main" id="{C6293D3D-AF31-6D14-2E62-58E7BBB9F2A4}"/>
              </a:ext>
            </a:extLst>
          </p:cNvPr>
          <p:cNvSpPr/>
          <p:nvPr/>
        </p:nvSpPr>
        <p:spPr>
          <a:xfrm rot="16200000">
            <a:off x="8818668" y="1061543"/>
            <a:ext cx="160961" cy="798796"/>
          </a:xfrm>
          <a:prstGeom prst="leftBrace">
            <a:avLst/>
          </a:prstGeom>
          <a:ln w="28575">
            <a:solidFill>
              <a:srgbClr val="66FF6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6FF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150F6DA5-5D23-608D-D56D-AED4A01E1788}"/>
                  </a:ext>
                </a:extLst>
              </p:cNvPr>
              <p:cNvSpPr txBox="1"/>
              <p:nvPr/>
            </p:nvSpPr>
            <p:spPr>
              <a:xfrm>
                <a:off x="8585708" y="2047300"/>
                <a:ext cx="2500685" cy="32868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66FF6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rgbClr val="66FF66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1" i="1" baseline="-25000" dirty="0">
                              <a:solidFill>
                                <a:srgbClr val="66FF66"/>
                              </a:solidFill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sz="2000" b="1" i="1" baseline="-25000" dirty="0">
                              <a:solidFill>
                                <a:srgbClr val="66FF66"/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66FF6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66FF66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rgbClr val="66FF6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solidFill>
                                        <a:srgbClr val="66FF66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sz="2000" b="1" i="1" smtClean="0">
                          <a:solidFill>
                            <a:srgbClr val="66FF66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66FF6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000" b="1" i="1" dirty="0">
                              <a:solidFill>
                                <a:srgbClr val="66FF66"/>
                              </a:solidFill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66FF66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rgbClr val="66FF66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66FF6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000" b="1" i="1" dirty="0">
                              <a:solidFill>
                                <a:srgbClr val="66FF66"/>
                              </a:solidFill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66FF6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66FF6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66FF66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66FF66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solidFill>
                                <a:srgbClr val="66FF6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 smtClean="0">
                              <a:solidFill>
                                <a:srgbClr val="66FF6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000" dirty="0">
                  <a:solidFill>
                    <a:srgbClr val="66FF66"/>
                  </a:solidFill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150F6DA5-5D23-608D-D56D-AED4A01E1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5708" y="2047300"/>
                <a:ext cx="2500685" cy="328680"/>
              </a:xfrm>
              <a:prstGeom prst="rect">
                <a:avLst/>
              </a:prstGeom>
              <a:blipFill>
                <a:blip r:embed="rId7"/>
                <a:stretch>
                  <a:fillRect l="-1695" t="-1786" r="-1453" b="-2857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6E860C21-418D-A76A-F087-0C1DB1B8E358}"/>
              </a:ext>
            </a:extLst>
          </p:cNvPr>
          <p:cNvCxnSpPr>
            <a:cxnSpLocks/>
          </p:cNvCxnSpPr>
          <p:nvPr/>
        </p:nvCxnSpPr>
        <p:spPr>
          <a:xfrm flipH="1">
            <a:off x="8899148" y="1534937"/>
            <a:ext cx="1" cy="457914"/>
          </a:xfrm>
          <a:prstGeom prst="straightConnector1">
            <a:avLst/>
          </a:prstGeom>
          <a:ln w="28575">
            <a:solidFill>
              <a:srgbClr val="66FF6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E7EA1DBD-955F-C2E1-A6C6-C47B1E0F7CEB}"/>
              </a:ext>
            </a:extLst>
          </p:cNvPr>
          <p:cNvCxnSpPr>
            <a:cxnSpLocks/>
          </p:cNvCxnSpPr>
          <p:nvPr/>
        </p:nvCxnSpPr>
        <p:spPr>
          <a:xfrm>
            <a:off x="8473547" y="2291268"/>
            <a:ext cx="0" cy="169562"/>
          </a:xfrm>
          <a:prstGeom prst="line">
            <a:avLst/>
          </a:prstGeom>
          <a:ln w="28575">
            <a:solidFill>
              <a:srgbClr val="66FF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1C360697-BEB4-205B-B446-31541B354A19}"/>
              </a:ext>
            </a:extLst>
          </p:cNvPr>
          <p:cNvCxnSpPr>
            <a:cxnSpLocks/>
          </p:cNvCxnSpPr>
          <p:nvPr/>
        </p:nvCxnSpPr>
        <p:spPr>
          <a:xfrm>
            <a:off x="8460669" y="2451785"/>
            <a:ext cx="2625724" cy="0"/>
          </a:xfrm>
          <a:prstGeom prst="line">
            <a:avLst/>
          </a:prstGeom>
          <a:ln w="28575">
            <a:solidFill>
              <a:srgbClr val="66FF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C0D08457-264B-6E2D-16ED-660E34112000}"/>
              </a:ext>
            </a:extLst>
          </p:cNvPr>
          <p:cNvCxnSpPr>
            <a:cxnSpLocks/>
          </p:cNvCxnSpPr>
          <p:nvPr/>
        </p:nvCxnSpPr>
        <p:spPr>
          <a:xfrm>
            <a:off x="11075825" y="2280828"/>
            <a:ext cx="0" cy="169562"/>
          </a:xfrm>
          <a:prstGeom prst="line">
            <a:avLst/>
          </a:prstGeom>
          <a:ln w="28575">
            <a:solidFill>
              <a:srgbClr val="66FF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D548ABBA-DF82-A3EF-ECFE-7BD70B796BEC}"/>
              </a:ext>
            </a:extLst>
          </p:cNvPr>
          <p:cNvSpPr txBox="1"/>
          <p:nvPr/>
        </p:nvSpPr>
        <p:spPr>
          <a:xfrm>
            <a:off x="3091731" y="2015302"/>
            <a:ext cx="924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800" b="1" i="1" baseline="-25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, θ</a:t>
            </a:r>
            <a:r>
              <a:rPr lang="en-US" sz="1800" b="1" i="1" baseline="-250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D23FF9FB-5A25-5685-226F-D39CAB46E79F}"/>
              </a:ext>
            </a:extLst>
          </p:cNvPr>
          <p:cNvCxnSpPr>
            <a:cxnSpLocks/>
          </p:cNvCxnSpPr>
          <p:nvPr/>
        </p:nvCxnSpPr>
        <p:spPr>
          <a:xfrm flipH="1" flipV="1">
            <a:off x="2897981" y="1724966"/>
            <a:ext cx="323690" cy="290336"/>
          </a:xfrm>
          <a:prstGeom prst="straightConnector1">
            <a:avLst/>
          </a:prstGeom>
          <a:ln w="12700">
            <a:solidFill>
              <a:srgbClr val="FFFF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7C242D47-982F-5B51-5DF5-C0D98EECCB09}"/>
              </a:ext>
            </a:extLst>
          </p:cNvPr>
          <p:cNvGrpSpPr/>
          <p:nvPr/>
        </p:nvGrpSpPr>
        <p:grpSpPr>
          <a:xfrm>
            <a:off x="7559661" y="732612"/>
            <a:ext cx="2871558" cy="840295"/>
            <a:chOff x="7559661" y="732612"/>
            <a:chExt cx="2871558" cy="8402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D138BE1B-CE16-F348-DF5E-FFF18B55E1E2}"/>
                    </a:ext>
                  </a:extLst>
                </p:cNvPr>
                <p:cNvSpPr txBox="1"/>
                <p:nvPr/>
              </p:nvSpPr>
              <p:spPr>
                <a:xfrm>
                  <a:off x="8353086" y="902099"/>
                  <a:ext cx="2078133" cy="42197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sz="2000" b="1" i="1" baseline="-25000" dirty="0">
                                        <a:solidFill>
                                          <a:schemeClr val="tx1"/>
                                        </a:solidFill>
                                        <a:latin typeface="Times New Roman" panose="020206030504050203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θ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0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 − </m:t>
                                </m:r>
                                <m:sSup>
                                  <m:sSupPr>
                                    <m:ctrlP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D138BE1B-CE16-F348-DF5E-FFF18B55E1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3086" y="902099"/>
                  <a:ext cx="2078133" cy="421975"/>
                </a:xfrm>
                <a:prstGeom prst="rect">
                  <a:avLst/>
                </a:prstGeom>
                <a:blipFill>
                  <a:blip r:embed="rId8"/>
                  <a:stretch>
                    <a:fillRect b="-72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4BC39A66-5FB7-8577-2A59-267039D6D2EE}"/>
                    </a:ext>
                  </a:extLst>
                </p:cNvPr>
                <p:cNvSpPr txBox="1"/>
                <p:nvPr/>
              </p:nvSpPr>
              <p:spPr>
                <a:xfrm>
                  <a:off x="8011046" y="732612"/>
                  <a:ext cx="503022" cy="8402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4BC39A66-5FB7-8577-2A59-267039D6D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1046" y="732612"/>
                  <a:ext cx="503022" cy="8402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1B9C4DF2-E934-DFF0-D839-E89942803737}"/>
                    </a:ext>
                  </a:extLst>
                </p:cNvPr>
                <p:cNvSpPr txBox="1"/>
                <p:nvPr/>
              </p:nvSpPr>
              <p:spPr>
                <a:xfrm>
                  <a:off x="7559661" y="849456"/>
                  <a:ext cx="425950" cy="57823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1B9C4DF2-E934-DFF0-D839-E899428037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9661" y="849456"/>
                  <a:ext cx="425950" cy="57823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C928503C-A190-E117-1B3E-CC84B64F426A}"/>
                  </a:ext>
                </a:extLst>
              </p:cNvPr>
              <p:cNvSpPr txBox="1"/>
              <p:nvPr/>
            </p:nvSpPr>
            <p:spPr>
              <a:xfrm>
                <a:off x="5836308" y="3832723"/>
                <a:ext cx="12320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000" b="1" i="1" dirty="0"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000" b="1" i="1" dirty="0"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C928503C-A190-E117-1B3E-CC84B64F4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308" y="3832723"/>
                <a:ext cx="1232069" cy="307777"/>
              </a:xfrm>
              <a:prstGeom prst="rect">
                <a:avLst/>
              </a:prstGeom>
              <a:blipFill>
                <a:blip r:embed="rId11"/>
                <a:stretch>
                  <a:fillRect l="-5911" r="-147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Rectangle 171">
            <a:extLst>
              <a:ext uri="{FF2B5EF4-FFF2-40B4-BE49-F238E27FC236}">
                <a16:creationId xmlns:a16="http://schemas.microsoft.com/office/drawing/2014/main" id="{37B74E76-3B29-2139-AD5F-FD07FFDD0623}"/>
              </a:ext>
            </a:extLst>
          </p:cNvPr>
          <p:cNvSpPr/>
          <p:nvPr/>
        </p:nvSpPr>
        <p:spPr>
          <a:xfrm>
            <a:off x="5634454" y="3450279"/>
            <a:ext cx="4423873" cy="11511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D654ED54-26D9-1070-C324-F19D61D02AAA}"/>
              </a:ext>
            </a:extLst>
          </p:cNvPr>
          <p:cNvCxnSpPr>
            <a:cxnSpLocks/>
            <a:stCxn id="172" idx="3"/>
          </p:cNvCxnSpPr>
          <p:nvPr/>
        </p:nvCxnSpPr>
        <p:spPr>
          <a:xfrm flipV="1">
            <a:off x="10058327" y="4025831"/>
            <a:ext cx="326672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6F545F31-3914-5C48-C1E0-735793E31EFF}"/>
              </a:ext>
            </a:extLst>
          </p:cNvPr>
          <p:cNvSpPr txBox="1"/>
          <p:nvPr/>
        </p:nvSpPr>
        <p:spPr>
          <a:xfrm>
            <a:off x="10446494" y="3610332"/>
            <a:ext cx="13308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Cost </a:t>
            </a:r>
          </a:p>
          <a:p>
            <a:pPr algn="ctr"/>
            <a:r>
              <a:rPr lang="en-US" sz="2400" b="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A1350985-642A-26C6-58C1-CF83B34D99C8}"/>
                  </a:ext>
                </a:extLst>
              </p:cNvPr>
              <p:cNvSpPr txBox="1"/>
              <p:nvPr/>
            </p:nvSpPr>
            <p:spPr>
              <a:xfrm>
                <a:off x="6397307" y="987324"/>
                <a:ext cx="1179297" cy="477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minimize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sz="2000" b="1" i="1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US" sz="2000" b="1" i="1" baseline="-250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sz="2000" b="1" i="1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 , </m:t>
                              </m:r>
                              <m:r>
                                <m:rPr>
                                  <m:nor/>
                                </m:rPr>
                                <a:rPr lang="en-US" sz="2000" b="1" i="1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US" sz="2000" b="1" i="1" baseline="-250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lim>
                          </m:limLow>
                        </m:fName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A1350985-642A-26C6-58C1-CF83B34D9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307" y="987324"/>
                <a:ext cx="1179297" cy="477247"/>
              </a:xfrm>
              <a:prstGeom prst="rect">
                <a:avLst/>
              </a:prstGeom>
              <a:blipFill>
                <a:blip r:embed="rId12"/>
                <a:stretch>
                  <a:fillRect l="-4124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8A5EB65E-6AE0-98C5-D968-6AA921564940}"/>
                  </a:ext>
                </a:extLst>
              </p:cNvPr>
              <p:cNvSpPr txBox="1"/>
              <p:nvPr/>
            </p:nvSpPr>
            <p:spPr>
              <a:xfrm>
                <a:off x="5834740" y="3831128"/>
                <a:ext cx="97488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000" b="1" i="1" dirty="0"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000" b="1" i="1" dirty="0"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8A5EB65E-6AE0-98C5-D968-6AA921564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740" y="3831128"/>
                <a:ext cx="974882" cy="307777"/>
              </a:xfrm>
              <a:prstGeom prst="rect">
                <a:avLst/>
              </a:prstGeom>
              <a:blipFill>
                <a:blip r:embed="rId13"/>
                <a:stretch>
                  <a:fillRect l="-7500" b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TextBox 178">
            <a:extLst>
              <a:ext uri="{FF2B5EF4-FFF2-40B4-BE49-F238E27FC236}">
                <a16:creationId xmlns:a16="http://schemas.microsoft.com/office/drawing/2014/main" id="{4A4AB728-DF45-833B-F203-90A62DD09FC2}"/>
              </a:ext>
            </a:extLst>
          </p:cNvPr>
          <p:cNvSpPr txBox="1"/>
          <p:nvPr/>
        </p:nvSpPr>
        <p:spPr>
          <a:xfrm>
            <a:off x="6112461" y="5733651"/>
            <a:ext cx="3314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Squared error function</a:t>
            </a:r>
          </a:p>
        </p:txBody>
      </p:sp>
    </p:spTree>
    <p:extLst>
      <p:ext uri="{BB962C8B-B14F-4D97-AF65-F5344CB8AC3E}">
        <p14:creationId xmlns:p14="http://schemas.microsoft.com/office/powerpoint/2010/main" val="415061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4.44444E-6 L -0.04075 0.41342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4" y="20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1.48148E-6 L 0.16654 0.2081 " pathEditMode="relative" rAng="0" ptsTypes="AA">
                                      <p:cBhvr>
                                        <p:cTn id="169" dur="2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20" y="10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3.7037E-6 L 0.02278 0.62246 " pathEditMode="relative" rAng="0" ptsTypes="AA">
                                      <p:cBhvr>
                                        <p:cTn id="173" dur="2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3" y="3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97" grpId="0"/>
      <p:bldP spid="115" grpId="0"/>
      <p:bldP spid="117" grpId="0"/>
      <p:bldP spid="2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64" grpId="0" animBg="1"/>
      <p:bldP spid="75" grpId="0" animBg="1"/>
      <p:bldP spid="140" grpId="0"/>
      <p:bldP spid="143" grpId="0"/>
      <p:bldP spid="144" grpId="0"/>
      <p:bldP spid="145" grpId="0"/>
      <p:bldP spid="146" grpId="0"/>
      <p:bldP spid="147" grpId="0" animBg="1"/>
      <p:bldP spid="151" grpId="0" animBg="1"/>
      <p:bldP spid="161" grpId="0"/>
      <p:bldP spid="170" grpId="0"/>
      <p:bldP spid="170" grpId="1"/>
      <p:bldP spid="172" grpId="0" animBg="1"/>
      <p:bldP spid="176" grpId="0"/>
      <p:bldP spid="177" grpId="0"/>
      <p:bldP spid="177" grpId="1"/>
      <p:bldP spid="178" grpId="0"/>
      <p:bldP spid="178" grpId="1"/>
      <p:bldP spid="17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4575E1F-6F19-603E-9B9E-D45721421572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98858-F278-8CBA-E580-17C1430B773F}"/>
              </a:ext>
            </a:extLst>
          </p:cNvPr>
          <p:cNvSpPr txBox="1"/>
          <p:nvPr/>
        </p:nvSpPr>
        <p:spPr>
          <a:xfrm>
            <a:off x="1021695" y="2531681"/>
            <a:ext cx="8960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2000" b="1" i="1" baseline="-2500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en-US" sz="2000" b="1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 , </a:t>
            </a:r>
            <a:r>
              <a:rPr lang="en-US" sz="2000" b="1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2000" b="1" i="1" baseline="-2500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endParaRPr lang="en-US" sz="20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89CE4-7064-6318-A53C-8D43E93B4CD3}"/>
              </a:ext>
            </a:extLst>
          </p:cNvPr>
          <p:cNvSpPr txBox="1"/>
          <p:nvPr/>
        </p:nvSpPr>
        <p:spPr>
          <a:xfrm>
            <a:off x="363890" y="3118703"/>
            <a:ext cx="1986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Cost function: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EB0152-7D01-4A75-000E-CD63C7829F35}"/>
              </a:ext>
            </a:extLst>
          </p:cNvPr>
          <p:cNvSpPr txBox="1"/>
          <p:nvPr/>
        </p:nvSpPr>
        <p:spPr>
          <a:xfrm>
            <a:off x="921408" y="1201382"/>
            <a:ext cx="18662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2000" b="1" i="1" baseline="-250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(x) = θ</a:t>
            </a:r>
            <a:r>
              <a:rPr lang="en-US" sz="2000" b="1" i="1" baseline="-250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+ θ</a:t>
            </a:r>
            <a:r>
              <a:rPr lang="en-US" sz="2000" b="1" i="1" baseline="-250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 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 </a:t>
            </a:r>
            <a:endParaRPr lang="en-US" sz="2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EA93E3-A253-245D-9C0E-FE89F55D19C4}"/>
              </a:ext>
            </a:extLst>
          </p:cNvPr>
          <p:cNvGrpSpPr/>
          <p:nvPr/>
        </p:nvGrpSpPr>
        <p:grpSpPr>
          <a:xfrm>
            <a:off x="1021695" y="5567905"/>
            <a:ext cx="3315158" cy="477247"/>
            <a:chOff x="1171516" y="5334300"/>
            <a:chExt cx="2090025" cy="477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3EE3998-B14A-FDF0-207D-7CE9ECED8C6B}"/>
                    </a:ext>
                  </a:extLst>
                </p:cNvPr>
                <p:cNvSpPr txBox="1"/>
                <p:nvPr/>
              </p:nvSpPr>
              <p:spPr>
                <a:xfrm>
                  <a:off x="2269666" y="5365913"/>
                  <a:ext cx="99187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  <m:d>
                          <m:d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000" b="1" i="1" dirty="0"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000" b="1" i="1" dirty="0"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3EE3998-B14A-FDF0-207D-7CE9ECED8C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9666" y="5365913"/>
                  <a:ext cx="991875" cy="307777"/>
                </a:xfrm>
                <a:prstGeom prst="rect">
                  <a:avLst/>
                </a:prstGeom>
                <a:blipFill>
                  <a:blip r:embed="rId2"/>
                  <a:stretch>
                    <a:fillRect l="-8025" b="-3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17481DE-5724-4CE2-B4D2-7C3AE4B1F2D7}"/>
                    </a:ext>
                  </a:extLst>
                </p:cNvPr>
                <p:cNvSpPr txBox="1"/>
                <p:nvPr/>
              </p:nvSpPr>
              <p:spPr>
                <a:xfrm>
                  <a:off x="1171516" y="5334300"/>
                  <a:ext cx="1179297" cy="4772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minimize</m:t>
                                </m:r>
                              </m:e>
                              <m:lim>
                                <m:r>
                                  <m:rPr>
                                    <m:nor/>
                                  </m:rPr>
                                  <a:rPr lang="en-US" sz="2000" b="1" i="1" dirty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1" i="1" baseline="-25000" dirty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1" i="1" dirty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 ,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1" i="1" dirty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1" i="1" baseline="-25000" dirty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17481DE-5724-4CE2-B4D2-7C3AE4B1F2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1516" y="5334300"/>
                  <a:ext cx="1179297" cy="477247"/>
                </a:xfrm>
                <a:prstGeom prst="rect">
                  <a:avLst/>
                </a:prstGeom>
                <a:blipFill>
                  <a:blip r:embed="rId3"/>
                  <a:stretch>
                    <a:fillRect l="-4663" b="-139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435BCA3-E8C1-0AA5-4869-ABA57CE190AC}"/>
              </a:ext>
            </a:extLst>
          </p:cNvPr>
          <p:cNvGrpSpPr/>
          <p:nvPr/>
        </p:nvGrpSpPr>
        <p:grpSpPr>
          <a:xfrm>
            <a:off x="1021695" y="3733790"/>
            <a:ext cx="4097256" cy="840295"/>
            <a:chOff x="999963" y="3008852"/>
            <a:chExt cx="4097256" cy="84029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57A5E49-2B1B-AD53-F3C0-78896D6BF91F}"/>
                </a:ext>
              </a:extLst>
            </p:cNvPr>
            <p:cNvGrpSpPr/>
            <p:nvPr/>
          </p:nvGrpSpPr>
          <p:grpSpPr>
            <a:xfrm>
              <a:off x="2225661" y="3008852"/>
              <a:ext cx="2871558" cy="840295"/>
              <a:chOff x="7559661" y="732612"/>
              <a:chExt cx="2871558" cy="8402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13FFFFAD-1B21-AB8D-213B-DEDA7ECDA33B}"/>
                      </a:ext>
                    </a:extLst>
                  </p:cNvPr>
                  <p:cNvSpPr txBox="1"/>
                  <p:nvPr/>
                </p:nvSpPr>
                <p:spPr>
                  <a:xfrm>
                    <a:off x="8353086" y="902099"/>
                    <a:ext cx="2078133" cy="42197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2000" b="1" i="1" baseline="-25000" dirty="0">
                                          <a:solidFill>
                                            <a:schemeClr val="tx1"/>
                                          </a:solidFill>
                                          <a:latin typeface="Times New Roman" panose="020206030504050203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θ</m:t>
                                      </m:r>
                                    </m:sub>
                                  </m:sSub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 − </m:t>
                                  </m:r>
                                  <m:sSup>
                                    <m:sSupPr>
                                      <m:ctrlP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oMath>
                      </m:oMathPara>
                    </a14:m>
                    <a:endParaRPr lang="en-US" sz="20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6" name="TextBox 165">
                    <a:extLst>
                      <a:ext uri="{FF2B5EF4-FFF2-40B4-BE49-F238E27FC236}">
                        <a16:creationId xmlns:a16="http://schemas.microsoft.com/office/drawing/2014/main" id="{D138BE1B-CE16-F348-DF5E-FFF18B55E1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53086" y="902099"/>
                    <a:ext cx="2078133" cy="4219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72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471051D6-55DE-28AB-3985-91915A0A1428}"/>
                      </a:ext>
                    </a:extLst>
                  </p:cNvPr>
                  <p:cNvSpPr txBox="1"/>
                  <p:nvPr/>
                </p:nvSpPr>
                <p:spPr>
                  <a:xfrm>
                    <a:off x="8011046" y="732612"/>
                    <a:ext cx="503022" cy="84029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oMath>
                      </m:oMathPara>
                    </a14:m>
                    <a:endPara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4BC39A66-5FB7-8577-2A59-267039D6D2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11046" y="732612"/>
                    <a:ext cx="503022" cy="84029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491B980-525F-CBA7-7CEB-77284BBBBF09}"/>
                      </a:ext>
                    </a:extLst>
                  </p:cNvPr>
                  <p:cNvSpPr txBox="1"/>
                  <p:nvPr/>
                </p:nvSpPr>
                <p:spPr>
                  <a:xfrm>
                    <a:off x="7559661" y="849456"/>
                    <a:ext cx="425950" cy="57823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oMath>
                      </m:oMathPara>
                    </a14:m>
                    <a:endPara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1B9C4DF2-E934-DFF0-D839-E899428037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59661" y="849456"/>
                    <a:ext cx="425950" cy="57823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3822E99-CE34-F9E5-A1FD-78D7FC0EB003}"/>
                    </a:ext>
                  </a:extLst>
                </p:cNvPr>
                <p:cNvSpPr txBox="1"/>
                <p:nvPr/>
              </p:nvSpPr>
              <p:spPr>
                <a:xfrm>
                  <a:off x="999963" y="3260924"/>
                  <a:ext cx="125547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  <m:d>
                          <m:d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000" b="1" i="1" dirty="0"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000" b="1" i="1" dirty="0"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3822E99-CE34-F9E5-A1FD-78D7FC0EB0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963" y="3260924"/>
                  <a:ext cx="1255472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6311" r="-971" b="-3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59EBD0C-A8E0-709F-3BF6-4461DD76EACA}"/>
              </a:ext>
            </a:extLst>
          </p:cNvPr>
          <p:cNvSpPr txBox="1"/>
          <p:nvPr/>
        </p:nvSpPr>
        <p:spPr>
          <a:xfrm>
            <a:off x="451085" y="4854634"/>
            <a:ext cx="1986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Goal: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F69AF-AF2B-727A-7B32-F868AE943F9A}"/>
              </a:ext>
            </a:extLst>
          </p:cNvPr>
          <p:cNvSpPr txBox="1"/>
          <p:nvPr/>
        </p:nvSpPr>
        <p:spPr>
          <a:xfrm>
            <a:off x="363890" y="1822251"/>
            <a:ext cx="1986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Parameters: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CD4254E-4AB9-6F18-3319-09E7A86123C9}"/>
              </a:ext>
            </a:extLst>
          </p:cNvPr>
          <p:cNvCxnSpPr>
            <a:cxnSpLocks/>
          </p:cNvCxnSpPr>
          <p:nvPr/>
        </p:nvCxnSpPr>
        <p:spPr>
          <a:xfrm>
            <a:off x="6096000" y="120650"/>
            <a:ext cx="0" cy="615823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F50AB39-DB03-A54E-4D3D-44CDFD711559}"/>
                  </a:ext>
                </a:extLst>
              </p:cNvPr>
              <p:cNvSpPr txBox="1"/>
              <p:nvPr/>
            </p:nvSpPr>
            <p:spPr>
              <a:xfrm>
                <a:off x="6657279" y="4037337"/>
                <a:ext cx="90390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000" b="1" i="1" dirty="0"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F50AB39-DB03-A54E-4D3D-44CDFD711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279" y="4037337"/>
                <a:ext cx="903901" cy="307777"/>
              </a:xfrm>
              <a:prstGeom prst="rect">
                <a:avLst/>
              </a:prstGeom>
              <a:blipFill>
                <a:blip r:embed="rId11"/>
                <a:stretch>
                  <a:fillRect l="-8108" r="-2703" b="-31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26D17DE6-BF95-78EC-472E-82299AE1B5FA}"/>
              </a:ext>
            </a:extLst>
          </p:cNvPr>
          <p:cNvSpPr txBox="1"/>
          <p:nvPr/>
        </p:nvSpPr>
        <p:spPr>
          <a:xfrm>
            <a:off x="7688263" y="1637895"/>
            <a:ext cx="704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= 0</a:t>
            </a:r>
            <a:r>
              <a:rPr lang="en-US" sz="1800" b="1" dirty="0"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BF7E13-FA80-2442-4F79-D43C2B7696A0}"/>
              </a:ext>
            </a:extLst>
          </p:cNvPr>
          <p:cNvSpPr txBox="1"/>
          <p:nvPr/>
        </p:nvSpPr>
        <p:spPr>
          <a:xfrm>
            <a:off x="419475" y="515146"/>
            <a:ext cx="1726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FF00"/>
                </a:solidFill>
              </a:rPr>
              <a:t>Hypothesis: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8EBAE6-B8CA-F846-AFDF-11CFAF5018E0}"/>
              </a:ext>
            </a:extLst>
          </p:cNvPr>
          <p:cNvSpPr txBox="1"/>
          <p:nvPr/>
        </p:nvSpPr>
        <p:spPr>
          <a:xfrm>
            <a:off x="8208461" y="458080"/>
            <a:ext cx="2275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FF00"/>
                </a:solidFill>
              </a:rPr>
              <a:t>Simplified: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453AB0-9905-3D8E-5A47-E1CEF2C88D67}"/>
              </a:ext>
            </a:extLst>
          </p:cNvPr>
          <p:cNvSpPr txBox="1"/>
          <p:nvPr/>
        </p:nvSpPr>
        <p:spPr>
          <a:xfrm>
            <a:off x="921408" y="1200499"/>
            <a:ext cx="11283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2000" b="1" i="1" baseline="-250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(x) =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7FCCC1-8F84-A617-2437-4B6A36957E94}"/>
              </a:ext>
            </a:extLst>
          </p:cNvPr>
          <p:cNvSpPr txBox="1"/>
          <p:nvPr/>
        </p:nvSpPr>
        <p:spPr>
          <a:xfrm>
            <a:off x="2223231" y="1215659"/>
            <a:ext cx="691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800" b="1" i="1" baseline="-250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B64AF7-8B43-3392-ABD6-3C833CE19720}"/>
              </a:ext>
            </a:extLst>
          </p:cNvPr>
          <p:cNvSpPr txBox="1"/>
          <p:nvPr/>
        </p:nvSpPr>
        <p:spPr>
          <a:xfrm>
            <a:off x="1727930" y="1209538"/>
            <a:ext cx="400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800" b="1" i="1" baseline="-2500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38FD5-E1AE-1EA6-1624-F9EB8103E16A}"/>
              </a:ext>
            </a:extLst>
          </p:cNvPr>
          <p:cNvSpPr txBox="1"/>
          <p:nvPr/>
        </p:nvSpPr>
        <p:spPr>
          <a:xfrm>
            <a:off x="1415661" y="2530399"/>
            <a:ext cx="5377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2000" b="1" i="1" baseline="-2500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endParaRPr lang="en-US" sz="2000" i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C0A281-EF6D-7598-5348-A58F1CDD1D99}"/>
              </a:ext>
            </a:extLst>
          </p:cNvPr>
          <p:cNvGrpSpPr/>
          <p:nvPr/>
        </p:nvGrpSpPr>
        <p:grpSpPr>
          <a:xfrm>
            <a:off x="2253743" y="3734701"/>
            <a:ext cx="2871558" cy="840295"/>
            <a:chOff x="7559661" y="732612"/>
            <a:chExt cx="2871558" cy="8402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3595142-EF44-3764-0A43-D4D503A4C641}"/>
                    </a:ext>
                  </a:extLst>
                </p:cNvPr>
                <p:cNvSpPr txBox="1"/>
                <p:nvPr/>
              </p:nvSpPr>
              <p:spPr>
                <a:xfrm>
                  <a:off x="8353086" y="902099"/>
                  <a:ext cx="2078133" cy="42197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sz="2000" b="1" i="1" baseline="-25000" dirty="0">
                                        <a:solidFill>
                                          <a:schemeClr val="tx1"/>
                                        </a:solidFill>
                                        <a:latin typeface="Times New Roman" panose="020206030504050203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θ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0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 − </m:t>
                                </m:r>
                                <m:sSup>
                                  <m:sSupPr>
                                    <m:ctrlP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D138BE1B-CE16-F348-DF5E-FFF18B55E1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3086" y="902099"/>
                  <a:ext cx="2078133" cy="421975"/>
                </a:xfrm>
                <a:prstGeom prst="rect">
                  <a:avLst/>
                </a:prstGeom>
                <a:blipFill>
                  <a:blip r:embed="rId7"/>
                  <a:stretch>
                    <a:fillRect b="-72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695D8D9-5260-1EE6-39FC-A674B304E632}"/>
                    </a:ext>
                  </a:extLst>
                </p:cNvPr>
                <p:cNvSpPr txBox="1"/>
                <p:nvPr/>
              </p:nvSpPr>
              <p:spPr>
                <a:xfrm>
                  <a:off x="8011046" y="732612"/>
                  <a:ext cx="503022" cy="8402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4BC39A66-5FB7-8577-2A59-267039D6D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1046" y="732612"/>
                  <a:ext cx="503022" cy="84029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3C7DCC8-6251-F871-9B7F-5BB439A8A013}"/>
                    </a:ext>
                  </a:extLst>
                </p:cNvPr>
                <p:cNvSpPr txBox="1"/>
                <p:nvPr/>
              </p:nvSpPr>
              <p:spPr>
                <a:xfrm>
                  <a:off x="7559661" y="849456"/>
                  <a:ext cx="425950" cy="57823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1B9C4DF2-E934-DFF0-D839-E899428037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9661" y="849456"/>
                  <a:ext cx="425950" cy="57823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B8B7925-1BC4-D217-216A-B742A26B417E}"/>
                  </a:ext>
                </a:extLst>
              </p:cNvPr>
              <p:cNvSpPr txBox="1"/>
              <p:nvPr/>
            </p:nvSpPr>
            <p:spPr>
              <a:xfrm>
                <a:off x="1367042" y="5566994"/>
                <a:ext cx="1179297" cy="43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minimize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sz="2000" b="1" i="1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US" sz="2000" b="1" i="1" baseline="-250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lim>
                          </m:limLow>
                        </m:fName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B8B7925-1BC4-D217-216A-B742A26B4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042" y="5566994"/>
                <a:ext cx="1179297" cy="439608"/>
              </a:xfrm>
              <a:prstGeom prst="rect">
                <a:avLst/>
              </a:prstGeom>
              <a:blipFill>
                <a:blip r:embed="rId12"/>
                <a:stretch>
                  <a:fillRect l="-4255" t="-5714" r="-7447" b="-228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BF5FD8E-1F6D-08A3-6833-117B865F2125}"/>
                  </a:ext>
                </a:extLst>
              </p:cNvPr>
              <p:cNvSpPr txBox="1"/>
              <p:nvPr/>
            </p:nvSpPr>
            <p:spPr>
              <a:xfrm>
                <a:off x="3047168" y="5599518"/>
                <a:ext cx="6403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000" b="1" i="1" dirty="0"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BF5FD8E-1F6D-08A3-6833-117B865F2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168" y="5599518"/>
                <a:ext cx="640303" cy="307777"/>
              </a:xfrm>
              <a:prstGeom prst="rect">
                <a:avLst/>
              </a:prstGeom>
              <a:blipFill>
                <a:blip r:embed="rId13"/>
                <a:stretch>
                  <a:fillRect l="-13725" b="-28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70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33333E-6 L 0.47201 -0.00047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9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33333E-6 L 0.43203 -0.00116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02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7.40741E-7 L 0.46797 0.06088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98" y="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85185E-6 L 0.43008 0.00254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497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96296E-6 L 0.43425 0.00463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706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L 0.46289 0.00162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38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77 0.0044 L 0.46276 -0.00185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49" y="-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6" grpId="0"/>
      <p:bldP spid="21" grpId="0"/>
      <p:bldP spid="22" grpId="0"/>
      <p:bldP spid="31" grpId="0"/>
      <p:bldP spid="42" grpId="0"/>
      <p:bldP spid="43" grpId="0"/>
      <p:bldP spid="44" grpId="0"/>
      <p:bldP spid="2" grpId="0"/>
      <p:bldP spid="2" grpId="1"/>
      <p:bldP spid="3" grpId="0"/>
      <p:bldP spid="3" grpId="1"/>
      <p:bldP spid="11" grpId="0"/>
      <p:bldP spid="11" grpId="1"/>
      <p:bldP spid="12" grpId="0"/>
      <p:bldP spid="12" grpId="1"/>
      <p:bldP spid="29" grpId="0"/>
      <p:bldP spid="29" grpId="1"/>
      <p:bldP spid="35" grpId="0"/>
      <p:bldP spid="35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4575E1F-6F19-603E-9B9E-D45721421572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CD4254E-4AB9-6F18-3319-09E7A86123C9}"/>
              </a:ext>
            </a:extLst>
          </p:cNvPr>
          <p:cNvCxnSpPr>
            <a:cxnSpLocks/>
          </p:cNvCxnSpPr>
          <p:nvPr/>
        </p:nvCxnSpPr>
        <p:spPr>
          <a:xfrm>
            <a:off x="6096000" y="120650"/>
            <a:ext cx="0" cy="6166939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0BFC269-7D40-F246-7FB5-A0CF1E3BD1E1}"/>
              </a:ext>
            </a:extLst>
          </p:cNvPr>
          <p:cNvCxnSpPr>
            <a:cxnSpLocks/>
          </p:cNvCxnSpPr>
          <p:nvPr/>
        </p:nvCxnSpPr>
        <p:spPr>
          <a:xfrm flipV="1">
            <a:off x="1465244" y="1278289"/>
            <a:ext cx="0" cy="2013520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2ED941-6E7B-2C48-0743-3C11F26ECA2C}"/>
              </a:ext>
            </a:extLst>
          </p:cNvPr>
          <p:cNvCxnSpPr>
            <a:cxnSpLocks/>
          </p:cNvCxnSpPr>
          <p:nvPr/>
        </p:nvCxnSpPr>
        <p:spPr>
          <a:xfrm flipV="1">
            <a:off x="1341265" y="3129419"/>
            <a:ext cx="2034713" cy="1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B15D48-9A4F-08AE-37E4-AC39684D44D9}"/>
              </a:ext>
            </a:extLst>
          </p:cNvPr>
          <p:cNvCxnSpPr>
            <a:cxnSpLocks/>
          </p:cNvCxnSpPr>
          <p:nvPr/>
        </p:nvCxnSpPr>
        <p:spPr>
          <a:xfrm>
            <a:off x="1364126" y="1521719"/>
            <a:ext cx="1943427" cy="0"/>
          </a:xfrm>
          <a:prstGeom prst="line">
            <a:avLst/>
          </a:prstGeom>
          <a:ln w="3175">
            <a:solidFill>
              <a:schemeClr val="tx1">
                <a:lumMod val="5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31ED94-5F0C-47B0-DF37-22322956465C}"/>
              </a:ext>
            </a:extLst>
          </p:cNvPr>
          <p:cNvCxnSpPr>
            <a:cxnSpLocks/>
          </p:cNvCxnSpPr>
          <p:nvPr/>
        </p:nvCxnSpPr>
        <p:spPr>
          <a:xfrm flipV="1">
            <a:off x="2016894" y="3040446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3DF275-C28C-43F5-98A8-25835591001A}"/>
              </a:ext>
            </a:extLst>
          </p:cNvPr>
          <p:cNvCxnSpPr>
            <a:cxnSpLocks/>
          </p:cNvCxnSpPr>
          <p:nvPr/>
        </p:nvCxnSpPr>
        <p:spPr>
          <a:xfrm flipV="1">
            <a:off x="2557652" y="3031256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6EEBDF5-9AEE-2A5F-4E2C-703AAFCF299D}"/>
              </a:ext>
            </a:extLst>
          </p:cNvPr>
          <p:cNvCxnSpPr>
            <a:cxnSpLocks/>
          </p:cNvCxnSpPr>
          <p:nvPr/>
        </p:nvCxnSpPr>
        <p:spPr>
          <a:xfrm flipV="1">
            <a:off x="3100223" y="3036458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139E28B-7A93-2426-2D68-748D833A19A9}"/>
              </a:ext>
            </a:extLst>
          </p:cNvPr>
          <p:cNvCxnSpPr>
            <a:cxnSpLocks/>
          </p:cNvCxnSpPr>
          <p:nvPr/>
        </p:nvCxnSpPr>
        <p:spPr>
          <a:xfrm flipV="1">
            <a:off x="1332424" y="1186053"/>
            <a:ext cx="2106346" cy="207057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B6470F9-5A0E-36AE-B123-1FE7290CC9FA}"/>
              </a:ext>
            </a:extLst>
          </p:cNvPr>
          <p:cNvSpPr txBox="1"/>
          <p:nvPr/>
        </p:nvSpPr>
        <p:spPr>
          <a:xfrm>
            <a:off x="1030738" y="23965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66C8D6-A2B0-F76C-278D-D797DE402970}"/>
              </a:ext>
            </a:extLst>
          </p:cNvPr>
          <p:cNvSpPr txBox="1"/>
          <p:nvPr/>
        </p:nvSpPr>
        <p:spPr>
          <a:xfrm>
            <a:off x="1043438" y="18581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24EFCF-AB44-76EA-8786-802DA7FF27EF}"/>
              </a:ext>
            </a:extLst>
          </p:cNvPr>
          <p:cNvSpPr txBox="1"/>
          <p:nvPr/>
        </p:nvSpPr>
        <p:spPr>
          <a:xfrm>
            <a:off x="1037088" y="13388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B9C562-02CC-EF61-F6A0-B16A7CEDAF3B}"/>
              </a:ext>
            </a:extLst>
          </p:cNvPr>
          <p:cNvSpPr txBox="1"/>
          <p:nvPr/>
        </p:nvSpPr>
        <p:spPr>
          <a:xfrm>
            <a:off x="830652" y="1966138"/>
            <a:ext cx="301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1985E4-2C2B-DDB5-630E-CA4BABBA98C6}"/>
              </a:ext>
            </a:extLst>
          </p:cNvPr>
          <p:cNvSpPr txBox="1"/>
          <p:nvPr/>
        </p:nvSpPr>
        <p:spPr>
          <a:xfrm>
            <a:off x="2188401" y="3393822"/>
            <a:ext cx="371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4679CA-515F-B068-A3C6-B0E4C5268E86}"/>
              </a:ext>
            </a:extLst>
          </p:cNvPr>
          <p:cNvSpPr txBox="1"/>
          <p:nvPr/>
        </p:nvSpPr>
        <p:spPr>
          <a:xfrm>
            <a:off x="1866051" y="32494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C00AB7-59B2-8DDC-7D12-1F056E3D97CA}"/>
              </a:ext>
            </a:extLst>
          </p:cNvPr>
          <p:cNvSpPr txBox="1"/>
          <p:nvPr/>
        </p:nvSpPr>
        <p:spPr>
          <a:xfrm>
            <a:off x="2406809" y="32431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C06801-9F8E-B118-418D-C5B0C4BD077E}"/>
              </a:ext>
            </a:extLst>
          </p:cNvPr>
          <p:cNvSpPr txBox="1"/>
          <p:nvPr/>
        </p:nvSpPr>
        <p:spPr>
          <a:xfrm>
            <a:off x="2949380" y="32448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DEFA5B-E824-6CB1-A9B6-9575F3C980E4}"/>
              </a:ext>
            </a:extLst>
          </p:cNvPr>
          <p:cNvSpPr txBox="1"/>
          <p:nvPr/>
        </p:nvSpPr>
        <p:spPr>
          <a:xfrm>
            <a:off x="1223479" y="32361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BB73175-9E5E-7B95-4C87-B552F1C9DF98}"/>
              </a:ext>
            </a:extLst>
          </p:cNvPr>
          <p:cNvCxnSpPr>
            <a:cxnSpLocks/>
          </p:cNvCxnSpPr>
          <p:nvPr/>
        </p:nvCxnSpPr>
        <p:spPr>
          <a:xfrm>
            <a:off x="1357502" y="2580553"/>
            <a:ext cx="2075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4ED09F7-719A-3169-F42C-7B9B0F0A63EB}"/>
              </a:ext>
            </a:extLst>
          </p:cNvPr>
          <p:cNvCxnSpPr>
            <a:cxnSpLocks/>
          </p:cNvCxnSpPr>
          <p:nvPr/>
        </p:nvCxnSpPr>
        <p:spPr>
          <a:xfrm>
            <a:off x="1363852" y="2047153"/>
            <a:ext cx="2075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935C197-E858-8D2C-F39E-1755AD8D7AC5}"/>
              </a:ext>
            </a:extLst>
          </p:cNvPr>
          <p:cNvCxnSpPr>
            <a:cxnSpLocks/>
          </p:cNvCxnSpPr>
          <p:nvPr/>
        </p:nvCxnSpPr>
        <p:spPr>
          <a:xfrm>
            <a:off x="1357502" y="1520103"/>
            <a:ext cx="2075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A55BFDC-C9C5-382E-3C66-5F8CBF6A3BAE}"/>
              </a:ext>
            </a:extLst>
          </p:cNvPr>
          <p:cNvCxnSpPr>
            <a:cxnSpLocks/>
          </p:cNvCxnSpPr>
          <p:nvPr/>
        </p:nvCxnSpPr>
        <p:spPr>
          <a:xfrm flipV="1">
            <a:off x="7911285" y="1502433"/>
            <a:ext cx="0" cy="2013520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8B1B405-3778-E95C-CC2E-2F18779BFC5F}"/>
              </a:ext>
            </a:extLst>
          </p:cNvPr>
          <p:cNvCxnSpPr>
            <a:cxnSpLocks/>
          </p:cNvCxnSpPr>
          <p:nvPr/>
        </p:nvCxnSpPr>
        <p:spPr>
          <a:xfrm>
            <a:off x="7019320" y="3353564"/>
            <a:ext cx="4279900" cy="0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A594A06-D6F6-AD78-2B48-B163DB796F8E}"/>
              </a:ext>
            </a:extLst>
          </p:cNvPr>
          <p:cNvCxnSpPr>
            <a:cxnSpLocks/>
          </p:cNvCxnSpPr>
          <p:nvPr/>
        </p:nvCxnSpPr>
        <p:spPr>
          <a:xfrm flipV="1">
            <a:off x="8462935" y="3264590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F2D45CA-1FF1-0639-5E6E-CEA21A016B98}"/>
              </a:ext>
            </a:extLst>
          </p:cNvPr>
          <p:cNvCxnSpPr>
            <a:cxnSpLocks/>
          </p:cNvCxnSpPr>
          <p:nvPr/>
        </p:nvCxnSpPr>
        <p:spPr>
          <a:xfrm flipV="1">
            <a:off x="9003693" y="3255400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CF2E8E7-79C6-F762-CBC7-F845F5CBB713}"/>
              </a:ext>
            </a:extLst>
          </p:cNvPr>
          <p:cNvCxnSpPr>
            <a:cxnSpLocks/>
          </p:cNvCxnSpPr>
          <p:nvPr/>
        </p:nvCxnSpPr>
        <p:spPr>
          <a:xfrm flipV="1">
            <a:off x="9546264" y="3260602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EADC41F-3077-9860-1837-8C7FB90ADB3E}"/>
              </a:ext>
            </a:extLst>
          </p:cNvPr>
          <p:cNvSpPr txBox="1"/>
          <p:nvPr/>
        </p:nvSpPr>
        <p:spPr>
          <a:xfrm>
            <a:off x="7476779" y="262068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79666F-D74C-16EE-0A68-3BF4CB2543B0}"/>
              </a:ext>
            </a:extLst>
          </p:cNvPr>
          <p:cNvSpPr txBox="1"/>
          <p:nvPr/>
        </p:nvSpPr>
        <p:spPr>
          <a:xfrm>
            <a:off x="7489479" y="20823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A937DAA-62EA-B8F3-8051-8620EE2412F0}"/>
              </a:ext>
            </a:extLst>
          </p:cNvPr>
          <p:cNvSpPr txBox="1"/>
          <p:nvPr/>
        </p:nvSpPr>
        <p:spPr>
          <a:xfrm>
            <a:off x="7483129" y="15630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32B669C-9598-0FC7-B891-DC691755A5C3}"/>
                  </a:ext>
                </a:extLst>
              </p:cNvPr>
              <p:cNvSpPr txBox="1"/>
              <p:nvPr/>
            </p:nvSpPr>
            <p:spPr>
              <a:xfrm>
                <a:off x="7562904" y="1059004"/>
                <a:ext cx="688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i="1" dirty="0">
                                  <a:solidFill>
                                    <a:srgbClr val="FFFF00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32B669C-9598-0FC7-B891-DC691755A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904" y="1059004"/>
                <a:ext cx="688856" cy="369332"/>
              </a:xfrm>
              <a:prstGeom prst="rect">
                <a:avLst/>
              </a:prstGeom>
              <a:blipFill>
                <a:blip r:embed="rId2"/>
                <a:stretch>
                  <a:fillRect l="-885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F0A5809-6B8B-B617-962B-D7ED53628E29}"/>
                  </a:ext>
                </a:extLst>
              </p:cNvPr>
              <p:cNvSpPr txBox="1"/>
              <p:nvPr/>
            </p:nvSpPr>
            <p:spPr>
              <a:xfrm>
                <a:off x="11344468" y="3162525"/>
                <a:ext cx="3712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rgbClr val="FFFF00"/>
                              </a:solidFill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F0A5809-6B8B-B617-962B-D7ED53628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4468" y="3162525"/>
                <a:ext cx="371268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TextBox 70">
            <a:extLst>
              <a:ext uri="{FF2B5EF4-FFF2-40B4-BE49-F238E27FC236}">
                <a16:creationId xmlns:a16="http://schemas.microsoft.com/office/drawing/2014/main" id="{6D86099B-2954-7AA5-695F-5B0FB43F3CC9}"/>
              </a:ext>
            </a:extLst>
          </p:cNvPr>
          <p:cNvSpPr txBox="1"/>
          <p:nvPr/>
        </p:nvSpPr>
        <p:spPr>
          <a:xfrm>
            <a:off x="8219245" y="34736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24205D9-C3B8-7D29-696A-7C456C5B4196}"/>
              </a:ext>
            </a:extLst>
          </p:cNvPr>
          <p:cNvSpPr txBox="1"/>
          <p:nvPr/>
        </p:nvSpPr>
        <p:spPr>
          <a:xfrm>
            <a:off x="8852850" y="34672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73DE77D-4650-95DF-B11E-7FCC68E2CF2A}"/>
              </a:ext>
            </a:extLst>
          </p:cNvPr>
          <p:cNvSpPr txBox="1"/>
          <p:nvPr/>
        </p:nvSpPr>
        <p:spPr>
          <a:xfrm>
            <a:off x="9308058" y="34736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7C16D0C-1F42-DBF9-0769-C549D8FCAEA5}"/>
              </a:ext>
            </a:extLst>
          </p:cNvPr>
          <p:cNvSpPr txBox="1"/>
          <p:nvPr/>
        </p:nvSpPr>
        <p:spPr>
          <a:xfrm>
            <a:off x="7773920" y="351211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5FAD549-755B-1AD1-8924-718E08CBE157}"/>
              </a:ext>
            </a:extLst>
          </p:cNvPr>
          <p:cNvCxnSpPr>
            <a:cxnSpLocks/>
          </p:cNvCxnSpPr>
          <p:nvPr/>
        </p:nvCxnSpPr>
        <p:spPr>
          <a:xfrm>
            <a:off x="7803543" y="2804697"/>
            <a:ext cx="2075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F39F078-B120-5DDA-4067-66911A1B3F24}"/>
              </a:ext>
            </a:extLst>
          </p:cNvPr>
          <p:cNvCxnSpPr>
            <a:cxnSpLocks/>
          </p:cNvCxnSpPr>
          <p:nvPr/>
        </p:nvCxnSpPr>
        <p:spPr>
          <a:xfrm>
            <a:off x="7809893" y="2271297"/>
            <a:ext cx="2075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9328D00-E805-C611-4C25-232DB02A794F}"/>
              </a:ext>
            </a:extLst>
          </p:cNvPr>
          <p:cNvCxnSpPr>
            <a:cxnSpLocks/>
          </p:cNvCxnSpPr>
          <p:nvPr/>
        </p:nvCxnSpPr>
        <p:spPr>
          <a:xfrm>
            <a:off x="7803543" y="1744247"/>
            <a:ext cx="2075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9F8B7A0-1C53-CBD4-F3F2-1808CC2EE5D1}"/>
              </a:ext>
            </a:extLst>
          </p:cNvPr>
          <p:cNvSpPr txBox="1"/>
          <p:nvPr/>
        </p:nvSpPr>
        <p:spPr>
          <a:xfrm>
            <a:off x="2104315" y="190251"/>
            <a:ext cx="1726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2400" b="1" i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2400" b="1" i="1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(x)</a:t>
            </a:r>
            <a:endParaRPr lang="en-US" sz="2400" b="1" i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8771A49-B753-0239-04D4-DDBD3FA02EF8}"/>
                  </a:ext>
                </a:extLst>
              </p:cNvPr>
              <p:cNvSpPr txBox="1"/>
              <p:nvPr/>
            </p:nvSpPr>
            <p:spPr>
              <a:xfrm>
                <a:off x="8400825" y="190251"/>
                <a:ext cx="22753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400" b="1" i="1" dirty="0">
                                  <a:solidFill>
                                    <a:srgbClr val="FFFF00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2400" b="1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i="1" u="sng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8771A49-B753-0239-04D4-DDBD3FA02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825" y="190251"/>
                <a:ext cx="2275389" cy="461665"/>
              </a:xfrm>
              <a:prstGeom prst="rect">
                <a:avLst/>
              </a:prstGeom>
              <a:blipFill>
                <a:blip r:embed="rId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7A328C7C-484C-3166-3278-A06E0DA729C5}"/>
              </a:ext>
            </a:extLst>
          </p:cNvPr>
          <p:cNvSpPr txBox="1"/>
          <p:nvPr/>
        </p:nvSpPr>
        <p:spPr>
          <a:xfrm>
            <a:off x="1873181" y="23759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×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6215A38-6BFF-A1EE-D9ED-F4DC61981806}"/>
              </a:ext>
            </a:extLst>
          </p:cNvPr>
          <p:cNvCxnSpPr>
            <a:cxnSpLocks/>
          </p:cNvCxnSpPr>
          <p:nvPr/>
        </p:nvCxnSpPr>
        <p:spPr>
          <a:xfrm>
            <a:off x="1386907" y="2044488"/>
            <a:ext cx="1943427" cy="0"/>
          </a:xfrm>
          <a:prstGeom prst="line">
            <a:avLst/>
          </a:prstGeom>
          <a:ln w="3175">
            <a:solidFill>
              <a:schemeClr val="tx1">
                <a:lumMod val="5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6330C97-6529-5C87-6A79-B4296C31FA6E}"/>
              </a:ext>
            </a:extLst>
          </p:cNvPr>
          <p:cNvCxnSpPr>
            <a:cxnSpLocks/>
          </p:cNvCxnSpPr>
          <p:nvPr/>
        </p:nvCxnSpPr>
        <p:spPr>
          <a:xfrm>
            <a:off x="1435095" y="2577906"/>
            <a:ext cx="1943427" cy="0"/>
          </a:xfrm>
          <a:prstGeom prst="line">
            <a:avLst/>
          </a:prstGeom>
          <a:ln w="3175">
            <a:solidFill>
              <a:schemeClr val="tx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37F46E9-9A54-82F1-3364-C8711C5B72CC}"/>
              </a:ext>
            </a:extLst>
          </p:cNvPr>
          <p:cNvCxnSpPr>
            <a:cxnSpLocks/>
          </p:cNvCxnSpPr>
          <p:nvPr/>
        </p:nvCxnSpPr>
        <p:spPr>
          <a:xfrm flipV="1">
            <a:off x="2016894" y="1514151"/>
            <a:ext cx="0" cy="1564529"/>
          </a:xfrm>
          <a:prstGeom prst="line">
            <a:avLst/>
          </a:prstGeom>
          <a:ln w="3175">
            <a:solidFill>
              <a:schemeClr val="tx1">
                <a:lumMod val="5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798AD7F-592A-1152-9946-0D4E187505F0}"/>
              </a:ext>
            </a:extLst>
          </p:cNvPr>
          <p:cNvCxnSpPr>
            <a:cxnSpLocks/>
          </p:cNvCxnSpPr>
          <p:nvPr/>
        </p:nvCxnSpPr>
        <p:spPr>
          <a:xfrm flipV="1">
            <a:off x="2557652" y="1535777"/>
            <a:ext cx="0" cy="1564529"/>
          </a:xfrm>
          <a:prstGeom prst="line">
            <a:avLst/>
          </a:prstGeom>
          <a:ln w="3175">
            <a:solidFill>
              <a:schemeClr val="tx1">
                <a:lumMod val="5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922A320-325D-145F-A41F-74CC691C43B5}"/>
              </a:ext>
            </a:extLst>
          </p:cNvPr>
          <p:cNvCxnSpPr>
            <a:cxnSpLocks/>
          </p:cNvCxnSpPr>
          <p:nvPr/>
        </p:nvCxnSpPr>
        <p:spPr>
          <a:xfrm flipV="1">
            <a:off x="3100223" y="1523341"/>
            <a:ext cx="0" cy="1564529"/>
          </a:xfrm>
          <a:prstGeom prst="line">
            <a:avLst/>
          </a:prstGeom>
          <a:ln w="3175">
            <a:solidFill>
              <a:schemeClr val="tx1">
                <a:lumMod val="50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27A8BFA-3CD6-3E8E-D0C5-B349D10FA712}"/>
              </a:ext>
            </a:extLst>
          </p:cNvPr>
          <p:cNvSpPr txBox="1"/>
          <p:nvPr/>
        </p:nvSpPr>
        <p:spPr>
          <a:xfrm>
            <a:off x="2413555" y="184279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×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AE4E74-E84A-2C14-D0C3-869C53C1D51D}"/>
              </a:ext>
            </a:extLst>
          </p:cNvPr>
          <p:cNvSpPr txBox="1"/>
          <p:nvPr/>
        </p:nvSpPr>
        <p:spPr>
          <a:xfrm>
            <a:off x="2948213" y="131801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×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4757BA4-52A1-9CF8-D393-8A883C0B08FF}"/>
              </a:ext>
            </a:extLst>
          </p:cNvPr>
          <p:cNvCxnSpPr>
            <a:cxnSpLocks/>
          </p:cNvCxnSpPr>
          <p:nvPr/>
        </p:nvCxnSpPr>
        <p:spPr>
          <a:xfrm flipV="1">
            <a:off x="1240080" y="2090278"/>
            <a:ext cx="2299103" cy="115284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1D9E420-5F67-E6CB-D5F1-FB319B79ECF4}"/>
              </a:ext>
            </a:extLst>
          </p:cNvPr>
          <p:cNvCxnSpPr>
            <a:cxnSpLocks/>
          </p:cNvCxnSpPr>
          <p:nvPr/>
        </p:nvCxnSpPr>
        <p:spPr>
          <a:xfrm>
            <a:off x="1332424" y="3129419"/>
            <a:ext cx="2106346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CE73042-604E-7049-F045-96BF39B0B0A2}"/>
              </a:ext>
            </a:extLst>
          </p:cNvPr>
          <p:cNvGrpSpPr/>
          <p:nvPr/>
        </p:nvGrpSpPr>
        <p:grpSpPr>
          <a:xfrm>
            <a:off x="1318318" y="3698730"/>
            <a:ext cx="3166285" cy="672172"/>
            <a:chOff x="1248468" y="4014866"/>
            <a:chExt cx="3166285" cy="672172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E26AF7DA-30B4-FAF7-B31B-0E8230C6337C}"/>
                </a:ext>
              </a:extLst>
            </p:cNvPr>
            <p:cNvGrpSpPr/>
            <p:nvPr/>
          </p:nvGrpSpPr>
          <p:grpSpPr>
            <a:xfrm>
              <a:off x="1952923" y="4014866"/>
              <a:ext cx="2461830" cy="672172"/>
              <a:chOff x="7559661" y="732612"/>
              <a:chExt cx="2461830" cy="67217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44680AC4-6108-EAEB-8A9D-77103597DD09}"/>
                      </a:ext>
                    </a:extLst>
                  </p:cNvPr>
                  <p:cNvSpPr txBox="1"/>
                  <p:nvPr/>
                </p:nvSpPr>
                <p:spPr>
                  <a:xfrm>
                    <a:off x="8353086" y="902099"/>
                    <a:ext cx="1668405" cy="33752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6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1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1600" b="1" i="1" baseline="-25000" dirty="0">
                                          <a:solidFill>
                                            <a:srgbClr val="FFFF00"/>
                                          </a:solidFill>
                                          <a:latin typeface="Times New Roman" panose="020206030504050203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θ</m:t>
                                      </m:r>
                                    </m:sub>
                                  </m:sSub>
                                  <m:r>
                                    <a:rPr lang="en-US" sz="1600" b="1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1600" b="1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1600" b="1" i="1">
                                              <a:solidFill>
                                                <a:srgbClr val="FFFF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b="1" i="1">
                                              <a:solidFill>
                                                <a:srgbClr val="FFFF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sz="1600" b="1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) − </m:t>
                                  </m:r>
                                  <m:sSup>
                                    <m:sSupPr>
                                      <m:ctrlPr>
                                        <a:rPr lang="en-US" sz="1600" b="1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600" b="1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sz="1600" b="1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6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oMath>
                      </m:oMathPara>
                    </a14:m>
                    <a:endParaRPr lang="en-US" sz="1600" b="1" dirty="0">
                      <a:solidFill>
                        <a:srgbClr val="FFFF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44680AC4-6108-EAEB-8A9D-77103597DD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53086" y="902099"/>
                    <a:ext cx="1668405" cy="33752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218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FE82F950-CFE9-23C8-23DE-B1FE1F0CE7D9}"/>
                      </a:ext>
                    </a:extLst>
                  </p:cNvPr>
                  <p:cNvSpPr txBox="1"/>
                  <p:nvPr/>
                </p:nvSpPr>
                <p:spPr>
                  <a:xfrm>
                    <a:off x="8011046" y="732612"/>
                    <a:ext cx="402353" cy="67217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ctrlPr>
                                <a:rPr lang="en-US" sz="16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oMath>
                      </m:oMathPara>
                    </a14:m>
                    <a:endParaRPr lang="en-US" sz="1600" dirty="0">
                      <a:solidFill>
                        <a:srgbClr val="FFFF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FE82F950-CFE9-23C8-23DE-B1FE1F0CE7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11046" y="732612"/>
                    <a:ext cx="402353" cy="67217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887DB006-7994-1506-AB43-1094D0B9BBAB}"/>
                      </a:ext>
                    </a:extLst>
                  </p:cNvPr>
                  <p:cNvSpPr txBox="1"/>
                  <p:nvPr/>
                </p:nvSpPr>
                <p:spPr>
                  <a:xfrm>
                    <a:off x="7559661" y="849456"/>
                    <a:ext cx="340158" cy="46262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6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oMath>
                      </m:oMathPara>
                    </a14:m>
                    <a:endParaRPr lang="en-US" sz="1600" dirty="0">
                      <a:solidFill>
                        <a:srgbClr val="FFFF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887DB006-7994-1506-AB43-1094D0B9BB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59661" y="849456"/>
                    <a:ext cx="340158" cy="46262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EDB27641-79F6-EB24-4C39-D040C824B084}"/>
                    </a:ext>
                  </a:extLst>
                </p:cNvPr>
                <p:cNvSpPr txBox="1"/>
                <p:nvPr/>
              </p:nvSpPr>
              <p:spPr>
                <a:xfrm>
                  <a:off x="1248468" y="4254023"/>
                  <a:ext cx="72314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  <m:d>
                          <m:dPr>
                            <m:ctrlPr>
                              <a:rPr lang="en-US" sz="16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1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1600" b="1" i="1" dirty="0">
                                    <a:solidFill>
                                      <a:srgbClr val="FFFF00"/>
                                    </a:solidFill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sz="16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1600" b="1" dirty="0">
                    <a:solidFill>
                      <a:srgbClr val="FFFF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EDB27641-79F6-EB24-4C39-D040C824B0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8468" y="4254023"/>
                  <a:ext cx="723147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7563" r="-1681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031B0BC-8F67-5127-CE11-76EB8166FD19}"/>
              </a:ext>
            </a:extLst>
          </p:cNvPr>
          <p:cNvCxnSpPr>
            <a:cxnSpLocks/>
          </p:cNvCxnSpPr>
          <p:nvPr/>
        </p:nvCxnSpPr>
        <p:spPr>
          <a:xfrm flipV="1">
            <a:off x="9548992" y="3257590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ABAD45C-4728-39B6-B578-E91946B0A7C9}"/>
              </a:ext>
            </a:extLst>
          </p:cNvPr>
          <p:cNvCxnSpPr>
            <a:cxnSpLocks/>
          </p:cNvCxnSpPr>
          <p:nvPr/>
        </p:nvCxnSpPr>
        <p:spPr>
          <a:xfrm flipV="1">
            <a:off x="10089750" y="3248400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005CB79-F976-68C2-1F6F-077A331E8AF2}"/>
              </a:ext>
            </a:extLst>
          </p:cNvPr>
          <p:cNvCxnSpPr>
            <a:cxnSpLocks/>
          </p:cNvCxnSpPr>
          <p:nvPr/>
        </p:nvCxnSpPr>
        <p:spPr>
          <a:xfrm flipV="1">
            <a:off x="10632321" y="3253602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4C80C551-0D6A-1E42-625B-4B7A91BDAFE6}"/>
              </a:ext>
            </a:extLst>
          </p:cNvPr>
          <p:cNvSpPr txBox="1"/>
          <p:nvPr/>
        </p:nvSpPr>
        <p:spPr>
          <a:xfrm>
            <a:off x="9938907" y="34602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0EDAF79-2655-CBF0-C262-3BC284CECB7E}"/>
              </a:ext>
            </a:extLst>
          </p:cNvPr>
          <p:cNvSpPr txBox="1"/>
          <p:nvPr/>
        </p:nvSpPr>
        <p:spPr>
          <a:xfrm>
            <a:off x="10400217" y="34736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2.5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7CBF617-41E5-4F58-7082-D186621275FD}"/>
              </a:ext>
            </a:extLst>
          </p:cNvPr>
          <p:cNvCxnSpPr>
            <a:cxnSpLocks/>
          </p:cNvCxnSpPr>
          <p:nvPr/>
        </p:nvCxnSpPr>
        <p:spPr>
          <a:xfrm flipV="1">
            <a:off x="7376878" y="3269259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09A1EDF-4C67-67B8-2BEB-065F28EFB913}"/>
              </a:ext>
            </a:extLst>
          </p:cNvPr>
          <p:cNvCxnSpPr>
            <a:cxnSpLocks/>
          </p:cNvCxnSpPr>
          <p:nvPr/>
        </p:nvCxnSpPr>
        <p:spPr>
          <a:xfrm flipV="1">
            <a:off x="7917636" y="3260069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505085A-861C-F050-832C-AB302F3074E7}"/>
              </a:ext>
            </a:extLst>
          </p:cNvPr>
          <p:cNvCxnSpPr>
            <a:cxnSpLocks/>
          </p:cNvCxnSpPr>
          <p:nvPr/>
        </p:nvCxnSpPr>
        <p:spPr>
          <a:xfrm flipV="1">
            <a:off x="8460207" y="3265271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E50295E-DFEE-1C57-B140-FFC6D69F0300}"/>
              </a:ext>
            </a:extLst>
          </p:cNvPr>
          <p:cNvSpPr txBox="1"/>
          <p:nvPr/>
        </p:nvSpPr>
        <p:spPr>
          <a:xfrm>
            <a:off x="7138672" y="34736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6F5EF79-8564-6418-3895-71EFAE53A9E9}"/>
              </a:ext>
            </a:extLst>
          </p:cNvPr>
          <p:cNvSpPr txBox="1"/>
          <p:nvPr/>
        </p:nvSpPr>
        <p:spPr>
          <a:xfrm>
            <a:off x="8851781" y="315350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×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AE8CE80-3C12-B649-6F7E-59DFE3CA219A}"/>
              </a:ext>
            </a:extLst>
          </p:cNvPr>
          <p:cNvSpPr txBox="1"/>
          <p:nvPr/>
        </p:nvSpPr>
        <p:spPr>
          <a:xfrm>
            <a:off x="3406314" y="765483"/>
            <a:ext cx="11566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rgbClr val="00B05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1600" b="1" i="1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600" b="1" i="1" dirty="0">
                <a:solidFill>
                  <a:srgbClr val="00B05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(x)= θ</a:t>
            </a:r>
            <a:r>
              <a:rPr lang="en-US" sz="1600" b="1" i="1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 </a:t>
            </a:r>
            <a:r>
              <a:rPr lang="en-US" sz="1600" b="1" i="1" dirty="0">
                <a:solidFill>
                  <a:srgbClr val="00B05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</a:t>
            </a:r>
            <a:endParaRPr lang="en-US" sz="1600" b="1" i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8B4AE466-E20D-4948-3E51-75D8E76AED5E}"/>
                  </a:ext>
                </a:extLst>
              </p:cNvPr>
              <p:cNvSpPr txBox="1"/>
              <p:nvPr/>
            </p:nvSpPr>
            <p:spPr>
              <a:xfrm>
                <a:off x="3633819" y="1008292"/>
                <a:ext cx="79171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400" b="1" i="1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00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  <a:endPara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8B4AE466-E20D-4948-3E51-75D8E76AE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819" y="1008292"/>
                <a:ext cx="791713" cy="307777"/>
              </a:xfrm>
              <a:prstGeom prst="rect">
                <a:avLst/>
              </a:prstGeom>
              <a:blipFill>
                <a:blip r:embed="rId9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193695E6-6C2C-0930-571C-4F1FD1EB47EE}"/>
                  </a:ext>
                </a:extLst>
              </p:cNvPr>
              <p:cNvSpPr txBox="1"/>
              <p:nvPr/>
            </p:nvSpPr>
            <p:spPr>
              <a:xfrm>
                <a:off x="3646925" y="1888965"/>
                <a:ext cx="96339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E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400" b="1" i="1" dirty="0">
                            <a:solidFill>
                              <a:srgbClr val="EF0000"/>
                            </a:solidFill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400" b="1" i="1">
                            <a:solidFill>
                              <a:srgbClr val="E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00" i="1" dirty="0">
                    <a:solidFill>
                      <a:srgbClr val="E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=0.5</a:t>
                </a:r>
                <a:endPara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193695E6-6C2C-0930-571C-4F1FD1EB4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925" y="1888965"/>
                <a:ext cx="963393" cy="307777"/>
              </a:xfrm>
              <a:prstGeom prst="rect">
                <a:avLst/>
              </a:prstGeom>
              <a:blipFill>
                <a:blip r:embed="rId10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04CD1F64-47D4-2068-4E9B-2C744E157794}"/>
                  </a:ext>
                </a:extLst>
              </p:cNvPr>
              <p:cNvSpPr txBox="1"/>
              <p:nvPr/>
            </p:nvSpPr>
            <p:spPr>
              <a:xfrm>
                <a:off x="3648765" y="2924791"/>
                <a:ext cx="96339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400" b="1" i="1" dirty="0">
                            <a:solidFill>
                              <a:srgbClr val="FFFFFF"/>
                            </a:solidFill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4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00" i="1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</a:t>
                </a:r>
                <a:endPara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04CD1F64-47D4-2068-4E9B-2C744E157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765" y="2924791"/>
                <a:ext cx="963393" cy="307777"/>
              </a:xfrm>
              <a:prstGeom prst="rect">
                <a:avLst/>
              </a:prstGeom>
              <a:blipFill>
                <a:blip r:embed="rId11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4" name="Table 114">
            <a:extLst>
              <a:ext uri="{FF2B5EF4-FFF2-40B4-BE49-F238E27FC236}">
                <a16:creationId xmlns:a16="http://schemas.microsoft.com/office/drawing/2014/main" id="{07D0003B-F5BA-5479-BF0E-CFA1BCB3E4A8}"/>
              </a:ext>
            </a:extLst>
          </p:cNvPr>
          <p:cNvGraphicFramePr>
            <a:graphicFrameLocks noGrp="1"/>
          </p:cNvGraphicFramePr>
          <p:nvPr/>
        </p:nvGraphicFramePr>
        <p:xfrm>
          <a:off x="6663872" y="4561539"/>
          <a:ext cx="4816926" cy="10436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2821">
                  <a:extLst>
                    <a:ext uri="{9D8B030D-6E8A-4147-A177-3AD203B41FA5}">
                      <a16:colId xmlns:a16="http://schemas.microsoft.com/office/drawing/2014/main" val="1343267912"/>
                    </a:ext>
                  </a:extLst>
                </a:gridCol>
                <a:gridCol w="802821">
                  <a:extLst>
                    <a:ext uri="{9D8B030D-6E8A-4147-A177-3AD203B41FA5}">
                      <a16:colId xmlns:a16="http://schemas.microsoft.com/office/drawing/2014/main" val="679015735"/>
                    </a:ext>
                  </a:extLst>
                </a:gridCol>
                <a:gridCol w="802821">
                  <a:extLst>
                    <a:ext uri="{9D8B030D-6E8A-4147-A177-3AD203B41FA5}">
                      <a16:colId xmlns:a16="http://schemas.microsoft.com/office/drawing/2014/main" val="810913791"/>
                    </a:ext>
                  </a:extLst>
                </a:gridCol>
                <a:gridCol w="802821">
                  <a:extLst>
                    <a:ext uri="{9D8B030D-6E8A-4147-A177-3AD203B41FA5}">
                      <a16:colId xmlns:a16="http://schemas.microsoft.com/office/drawing/2014/main" val="1931770956"/>
                    </a:ext>
                  </a:extLst>
                </a:gridCol>
                <a:gridCol w="802821">
                  <a:extLst>
                    <a:ext uri="{9D8B030D-6E8A-4147-A177-3AD203B41FA5}">
                      <a16:colId xmlns:a16="http://schemas.microsoft.com/office/drawing/2014/main" val="3158646956"/>
                    </a:ext>
                  </a:extLst>
                </a:gridCol>
                <a:gridCol w="802821">
                  <a:extLst>
                    <a:ext uri="{9D8B030D-6E8A-4147-A177-3AD203B41FA5}">
                      <a16:colId xmlns:a16="http://schemas.microsoft.com/office/drawing/2014/main" val="945052782"/>
                    </a:ext>
                  </a:extLst>
                </a:gridCol>
              </a:tblGrid>
              <a:tr h="52184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04980"/>
                  </a:ext>
                </a:extLst>
              </a:tr>
              <a:tr h="52184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975528"/>
                  </a:ext>
                </a:extLst>
              </a:tr>
            </a:tbl>
          </a:graphicData>
        </a:graphic>
      </p:graphicFrame>
      <p:sp>
        <p:nvSpPr>
          <p:cNvPr id="118" name="TextBox 117">
            <a:extLst>
              <a:ext uri="{FF2B5EF4-FFF2-40B4-BE49-F238E27FC236}">
                <a16:creationId xmlns:a16="http://schemas.microsoft.com/office/drawing/2014/main" id="{96DA7ECE-3293-DE77-9E0A-C402CD161E80}"/>
              </a:ext>
            </a:extLst>
          </p:cNvPr>
          <p:cNvSpPr txBox="1"/>
          <p:nvPr/>
        </p:nvSpPr>
        <p:spPr>
          <a:xfrm>
            <a:off x="7582289" y="4634821"/>
            <a:ext cx="523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6BA3484-27B9-21F0-CC3E-2B0727FFCB84}"/>
                  </a:ext>
                </a:extLst>
              </p:cNvPr>
              <p:cNvSpPr txBox="1"/>
              <p:nvPr/>
            </p:nvSpPr>
            <p:spPr>
              <a:xfrm>
                <a:off x="6632290" y="5117599"/>
                <a:ext cx="9894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400" b="1" i="1" dirty="0">
                                  <a:solidFill>
                                    <a:srgbClr val="FFFF00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2400" b="1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i="1" u="sng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6BA3484-27B9-21F0-CC3E-2B0727FFC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290" y="5117599"/>
                <a:ext cx="989435" cy="461665"/>
              </a:xfrm>
              <a:prstGeom prst="rect">
                <a:avLst/>
              </a:prstGeom>
              <a:blipFill>
                <a:blip r:embed="rId12"/>
                <a:stretch>
                  <a:fillRect l="-185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E0A5751-D749-5E10-BEF3-AC4443D27960}"/>
                  </a:ext>
                </a:extLst>
              </p:cNvPr>
              <p:cNvSpPr txBox="1"/>
              <p:nvPr/>
            </p:nvSpPr>
            <p:spPr>
              <a:xfrm>
                <a:off x="6850827" y="4589426"/>
                <a:ext cx="5606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400" b="1" i="1" dirty="0">
                              <a:solidFill>
                                <a:srgbClr val="FFFF00"/>
                              </a:solidFill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E0A5751-D749-5E10-BEF3-AC4443D27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827" y="4589426"/>
                <a:ext cx="560624" cy="461665"/>
              </a:xfrm>
              <a:prstGeom prst="rect">
                <a:avLst/>
              </a:prstGeom>
              <a:blipFill>
                <a:blip r:embed="rId1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Box 121">
            <a:extLst>
              <a:ext uri="{FF2B5EF4-FFF2-40B4-BE49-F238E27FC236}">
                <a16:creationId xmlns:a16="http://schemas.microsoft.com/office/drawing/2014/main" id="{C2C921EA-2807-8C4A-9C0B-2AD3F5036A7A}"/>
              </a:ext>
            </a:extLst>
          </p:cNvPr>
          <p:cNvSpPr txBox="1"/>
          <p:nvPr/>
        </p:nvSpPr>
        <p:spPr>
          <a:xfrm>
            <a:off x="7570353" y="5170911"/>
            <a:ext cx="523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405345B-5F5E-9B17-CCC3-79B2855205A3}"/>
              </a:ext>
            </a:extLst>
          </p:cNvPr>
          <p:cNvSpPr txBox="1"/>
          <p:nvPr/>
        </p:nvSpPr>
        <p:spPr>
          <a:xfrm>
            <a:off x="8340019" y="4634821"/>
            <a:ext cx="61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E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C96C871-DD9C-6BA5-05CC-980A27D02D60}"/>
              </a:ext>
            </a:extLst>
          </p:cNvPr>
          <p:cNvSpPr txBox="1"/>
          <p:nvPr/>
        </p:nvSpPr>
        <p:spPr>
          <a:xfrm>
            <a:off x="8340782" y="5170911"/>
            <a:ext cx="6451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E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0.58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D167703-C4D5-EE1A-5EBA-BC7B1D6F9020}"/>
              </a:ext>
            </a:extLst>
          </p:cNvPr>
          <p:cNvSpPr txBox="1"/>
          <p:nvPr/>
        </p:nvSpPr>
        <p:spPr>
          <a:xfrm>
            <a:off x="9153873" y="4634821"/>
            <a:ext cx="523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C10A0F9-A430-409E-E993-386963BF9546}"/>
              </a:ext>
            </a:extLst>
          </p:cNvPr>
          <p:cNvSpPr txBox="1"/>
          <p:nvPr/>
        </p:nvSpPr>
        <p:spPr>
          <a:xfrm>
            <a:off x="9097486" y="5170911"/>
            <a:ext cx="640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2.33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0A82F2F-BE46-307C-5E10-D9D6B7A85524}"/>
              </a:ext>
            </a:extLst>
          </p:cNvPr>
          <p:cNvSpPr txBox="1"/>
          <p:nvPr/>
        </p:nvSpPr>
        <p:spPr>
          <a:xfrm>
            <a:off x="9898903" y="4634821"/>
            <a:ext cx="68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4EB730A-A78A-120D-BC34-4E4FD6BD8E03}"/>
              </a:ext>
            </a:extLst>
          </p:cNvPr>
          <p:cNvSpPr txBox="1"/>
          <p:nvPr/>
        </p:nvSpPr>
        <p:spPr>
          <a:xfrm>
            <a:off x="9912366" y="5170911"/>
            <a:ext cx="618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0.58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0C6AEB5-DA41-0FEC-881E-3A1F1C402BC2}"/>
              </a:ext>
            </a:extLst>
          </p:cNvPr>
          <p:cNvGrpSpPr/>
          <p:nvPr/>
        </p:nvGrpSpPr>
        <p:grpSpPr>
          <a:xfrm>
            <a:off x="315060" y="4570263"/>
            <a:ext cx="4748118" cy="430838"/>
            <a:chOff x="315060" y="4796689"/>
            <a:chExt cx="4748118" cy="4308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B5AA3F9F-4E9F-0525-A58B-18FE576B321F}"/>
                    </a:ext>
                  </a:extLst>
                </p:cNvPr>
                <p:cNvSpPr txBox="1"/>
                <p:nvPr/>
              </p:nvSpPr>
              <p:spPr>
                <a:xfrm>
                  <a:off x="315060" y="4904893"/>
                  <a:ext cx="561179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B5AA3F9F-4E9F-0525-A58B-18FE576B3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060" y="4904893"/>
                  <a:ext cx="561179" cy="215444"/>
                </a:xfrm>
                <a:prstGeom prst="rect">
                  <a:avLst/>
                </a:prstGeom>
                <a:blipFill>
                  <a:blip r:embed="rId14"/>
                  <a:stretch>
                    <a:fillRect l="-8696" r="-1087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2031B7F3-10EB-2CAB-E473-251F071AD5EC}"/>
                    </a:ext>
                  </a:extLst>
                </p:cNvPr>
                <p:cNvSpPr txBox="1"/>
                <p:nvPr/>
              </p:nvSpPr>
              <p:spPr>
                <a:xfrm>
                  <a:off x="957544" y="4796689"/>
                  <a:ext cx="298030" cy="4047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2031B7F3-10EB-2CAB-E473-251F071AD5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544" y="4796689"/>
                  <a:ext cx="298030" cy="404726"/>
                </a:xfrm>
                <a:prstGeom prst="rect">
                  <a:avLst/>
                </a:prstGeom>
                <a:blipFill>
                  <a:blip r:embed="rId15"/>
                  <a:stretch>
                    <a:fillRect l="-12245" r="-10204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42A4DCB-DAE7-A94C-4BBD-418357801EED}"/>
                    </a:ext>
                  </a:extLst>
                </p:cNvPr>
                <p:cNvSpPr txBox="1"/>
                <p:nvPr/>
              </p:nvSpPr>
              <p:spPr>
                <a:xfrm>
                  <a:off x="1217620" y="4866339"/>
                  <a:ext cx="345065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42A4DCB-DAE7-A94C-4BBD-418357801E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7620" y="4866339"/>
                  <a:ext cx="3450657" cy="307777"/>
                </a:xfrm>
                <a:prstGeom prst="rect">
                  <a:avLst/>
                </a:prstGeom>
                <a:blipFill>
                  <a:blip r:embed="rId16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CC0E06EC-2E32-4D16-C2CB-44B18C1CA7A2}"/>
                    </a:ext>
                  </a:extLst>
                </p:cNvPr>
                <p:cNvSpPr txBox="1"/>
                <p:nvPr/>
              </p:nvSpPr>
              <p:spPr>
                <a:xfrm>
                  <a:off x="3653633" y="4882986"/>
                  <a:ext cx="52359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CC0E06EC-2E32-4D16-C2CB-44B18C1CA7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3633" y="4882986"/>
                  <a:ext cx="523590" cy="30777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4DB4D277-42E3-2457-5DFF-6F7C9E9F60C1}"/>
                    </a:ext>
                  </a:extLst>
                </p:cNvPr>
                <p:cNvSpPr txBox="1"/>
                <p:nvPr/>
              </p:nvSpPr>
              <p:spPr>
                <a:xfrm>
                  <a:off x="4013884" y="4822801"/>
                  <a:ext cx="374718" cy="4047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2·3</m:t>
                            </m:r>
                          </m:den>
                        </m:f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4DB4D277-42E3-2457-5DFF-6F7C9E9F60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3884" y="4822801"/>
                  <a:ext cx="374718" cy="404726"/>
                </a:xfrm>
                <a:prstGeom prst="rect">
                  <a:avLst/>
                </a:prstGeom>
                <a:blipFill>
                  <a:blip r:embed="rId18"/>
                  <a:stretch>
                    <a:fillRect l="-9677" r="-8065" b="-119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0A0248C-3322-9E1C-2469-A8E3A14E2B64}"/>
                </a:ext>
              </a:extLst>
            </p:cNvPr>
            <p:cNvSpPr txBox="1"/>
            <p:nvPr/>
          </p:nvSpPr>
          <p:spPr>
            <a:xfrm>
              <a:off x="4304985" y="4889232"/>
              <a:ext cx="7581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· 0 = 0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D2FAADA-9C6A-6AE0-681E-A135F28031B5}"/>
              </a:ext>
            </a:extLst>
          </p:cNvPr>
          <p:cNvGrpSpPr/>
          <p:nvPr/>
        </p:nvGrpSpPr>
        <p:grpSpPr>
          <a:xfrm>
            <a:off x="280326" y="5194882"/>
            <a:ext cx="5437398" cy="424488"/>
            <a:chOff x="280326" y="5421308"/>
            <a:chExt cx="5437398" cy="42448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89F96D0-A03E-AF2A-97B0-322E1D69ED59}"/>
                </a:ext>
              </a:extLst>
            </p:cNvPr>
            <p:cNvGrpSpPr/>
            <p:nvPr/>
          </p:nvGrpSpPr>
          <p:grpSpPr>
            <a:xfrm>
              <a:off x="280326" y="5421308"/>
              <a:ext cx="4710775" cy="424488"/>
              <a:chOff x="280326" y="5421308"/>
              <a:chExt cx="4710775" cy="42448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43CCD6F7-1F6A-CD85-A92A-719F97339C36}"/>
                      </a:ext>
                    </a:extLst>
                  </p:cNvPr>
                  <p:cNvSpPr txBox="1"/>
                  <p:nvPr/>
                </p:nvSpPr>
                <p:spPr>
                  <a:xfrm>
                    <a:off x="280326" y="5529512"/>
                    <a:ext cx="686535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43CCD6F7-1F6A-CD85-A92A-719F97339C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326" y="5529512"/>
                    <a:ext cx="686535" cy="21544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7965" r="-885" b="-3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TextBox 138">
                    <a:extLst>
                      <a:ext uri="{FF2B5EF4-FFF2-40B4-BE49-F238E27FC236}">
                        <a16:creationId xmlns:a16="http://schemas.microsoft.com/office/drawing/2014/main" id="{2B0BE448-1816-9D05-A82A-3D5812402A84}"/>
                      </a:ext>
                    </a:extLst>
                  </p:cNvPr>
                  <p:cNvSpPr txBox="1"/>
                  <p:nvPr/>
                </p:nvSpPr>
                <p:spPr>
                  <a:xfrm>
                    <a:off x="922810" y="5421308"/>
                    <a:ext cx="298030" cy="40472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oMath>
                      </m:oMathPara>
                    </a14:m>
                    <a:endPara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9" name="TextBox 138">
                    <a:extLst>
                      <a:ext uri="{FF2B5EF4-FFF2-40B4-BE49-F238E27FC236}">
                        <a16:creationId xmlns:a16="http://schemas.microsoft.com/office/drawing/2014/main" id="{2B0BE448-1816-9D05-A82A-3D5812402A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2810" y="5421308"/>
                    <a:ext cx="298030" cy="404726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2245" r="-10204" b="-1194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4EA723EF-2DE2-F87E-8F2F-3515E23B5CAF}"/>
                      </a:ext>
                    </a:extLst>
                  </p:cNvPr>
                  <p:cNvSpPr txBox="1"/>
                  <p:nvPr/>
                </p:nvSpPr>
                <p:spPr>
                  <a:xfrm>
                    <a:off x="1182886" y="5490958"/>
                    <a:ext cx="3808215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d>
                              <m:d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  <m:r>
                                  <a:rPr lang="en-US" sz="1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  <m:r>
                                  <a:rPr lang="en-US" sz="1400" b="0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e>
                          <m:sup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4EA723EF-2DE2-F87E-8F2F-3515E23B5C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2886" y="5490958"/>
                    <a:ext cx="3808215" cy="30777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t="-4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934172C3-93FF-C2E1-48B7-879C037AE61F}"/>
                      </a:ext>
                    </a:extLst>
                  </p:cNvPr>
                  <p:cNvSpPr txBox="1"/>
                  <p:nvPr/>
                </p:nvSpPr>
                <p:spPr>
                  <a:xfrm>
                    <a:off x="3866549" y="5501255"/>
                    <a:ext cx="523590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934172C3-93FF-C2E1-48B7-879C037AE6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66549" y="5501255"/>
                    <a:ext cx="523590" cy="30777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35E2E62E-AEEA-9032-9BD0-3E9146F50A4D}"/>
                      </a:ext>
                    </a:extLst>
                  </p:cNvPr>
                  <p:cNvSpPr txBox="1"/>
                  <p:nvPr/>
                </p:nvSpPr>
                <p:spPr>
                  <a:xfrm>
                    <a:off x="4214100" y="5441070"/>
                    <a:ext cx="374718" cy="40472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2·3</m:t>
                              </m:r>
                            </m:den>
                          </m:f>
                        </m:oMath>
                      </m:oMathPara>
                    </a14:m>
                    <a:endPara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35E2E62E-AEEA-9032-9BD0-3E9146F50A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14100" y="5441070"/>
                    <a:ext cx="374718" cy="404726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9677" t="-1515" r="-8065" b="-1363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C07419F-1BD8-2EA5-B28B-09F3270692ED}"/>
                </a:ext>
              </a:extLst>
            </p:cNvPr>
            <p:cNvSpPr txBox="1"/>
            <p:nvPr/>
          </p:nvSpPr>
          <p:spPr>
            <a:xfrm>
              <a:off x="4514365" y="5514557"/>
              <a:ext cx="120335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· 3.5 = 0.58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ACC599C-DC9F-505B-6784-3E8AD8B2B42A}"/>
              </a:ext>
            </a:extLst>
          </p:cNvPr>
          <p:cNvGrpSpPr/>
          <p:nvPr/>
        </p:nvGrpSpPr>
        <p:grpSpPr>
          <a:xfrm>
            <a:off x="280326" y="5773607"/>
            <a:ext cx="5207960" cy="411676"/>
            <a:chOff x="280326" y="6000033"/>
            <a:chExt cx="5207960" cy="4116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0ADA693F-871D-919C-532C-3035CB041650}"/>
                    </a:ext>
                  </a:extLst>
                </p:cNvPr>
                <p:cNvSpPr txBox="1"/>
                <p:nvPr/>
              </p:nvSpPr>
              <p:spPr>
                <a:xfrm>
                  <a:off x="280326" y="6108237"/>
                  <a:ext cx="561179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0ADA693F-871D-919C-532C-3035CB0416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326" y="6108237"/>
                  <a:ext cx="561179" cy="215444"/>
                </a:xfrm>
                <a:prstGeom prst="rect">
                  <a:avLst/>
                </a:prstGeom>
                <a:blipFill>
                  <a:blip r:embed="rId22"/>
                  <a:stretch>
                    <a:fillRect l="-8696" r="-1087" b="-3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EC50BCBD-1011-92C4-33CE-492FAB49118B}"/>
                    </a:ext>
                  </a:extLst>
                </p:cNvPr>
                <p:cNvSpPr txBox="1"/>
                <p:nvPr/>
              </p:nvSpPr>
              <p:spPr>
                <a:xfrm>
                  <a:off x="922810" y="6000033"/>
                  <a:ext cx="298030" cy="4047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EC50BCBD-1011-92C4-33CE-492FAB4911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810" y="6000033"/>
                  <a:ext cx="298030" cy="404726"/>
                </a:xfrm>
                <a:prstGeom prst="rect">
                  <a:avLst/>
                </a:prstGeom>
                <a:blipFill>
                  <a:blip r:embed="rId15"/>
                  <a:stretch>
                    <a:fillRect l="-12245" r="-10204" b="-119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01EF7DDE-8CD6-6DE0-44C6-BD91CAEA92CB}"/>
                    </a:ext>
                  </a:extLst>
                </p:cNvPr>
                <p:cNvSpPr txBox="1"/>
                <p:nvPr/>
              </p:nvSpPr>
              <p:spPr>
                <a:xfrm>
                  <a:off x="1182886" y="6069683"/>
                  <a:ext cx="3808215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01EF7DDE-8CD6-6DE0-44C6-BD91CAEA92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2886" y="6069683"/>
                  <a:ext cx="3808215" cy="307777"/>
                </a:xfrm>
                <a:prstGeom prst="rect">
                  <a:avLst/>
                </a:prstGeom>
                <a:blipFill>
                  <a:blip r:embed="rId23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F2C9AB38-F5A8-19D1-59E7-C584227AC205}"/>
                    </a:ext>
                  </a:extLst>
                </p:cNvPr>
                <p:cNvSpPr txBox="1"/>
                <p:nvPr/>
              </p:nvSpPr>
              <p:spPr>
                <a:xfrm>
                  <a:off x="3637111" y="6067168"/>
                  <a:ext cx="52359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F2C9AB38-F5A8-19D1-59E7-C584227AC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7111" y="6067168"/>
                  <a:ext cx="523590" cy="30777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7483565B-50C1-94CE-AD68-027574AD6A5C}"/>
                    </a:ext>
                  </a:extLst>
                </p:cNvPr>
                <p:cNvSpPr txBox="1"/>
                <p:nvPr/>
              </p:nvSpPr>
              <p:spPr>
                <a:xfrm>
                  <a:off x="3984662" y="6006983"/>
                  <a:ext cx="374718" cy="4047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2·3</m:t>
                            </m:r>
                          </m:den>
                        </m:f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7483565B-50C1-94CE-AD68-027574AD6A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4662" y="6006983"/>
                  <a:ext cx="374718" cy="404726"/>
                </a:xfrm>
                <a:prstGeom prst="rect">
                  <a:avLst/>
                </a:prstGeom>
                <a:blipFill>
                  <a:blip r:embed="rId18"/>
                  <a:stretch>
                    <a:fillRect l="-9836" r="-9836" b="-119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D8B2EED1-1147-D85E-F657-3A68E914F0E9}"/>
                </a:ext>
              </a:extLst>
            </p:cNvPr>
            <p:cNvSpPr txBox="1"/>
            <p:nvPr/>
          </p:nvSpPr>
          <p:spPr>
            <a:xfrm>
              <a:off x="4284927" y="6080470"/>
              <a:ext cx="120335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· 14 = 2.33</a:t>
              </a:r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F1A2E9C6-4E66-8EB9-1F9A-5ECF65BFF436}"/>
              </a:ext>
            </a:extLst>
          </p:cNvPr>
          <p:cNvSpPr txBox="1"/>
          <p:nvPr/>
        </p:nvSpPr>
        <p:spPr>
          <a:xfrm>
            <a:off x="10749767" y="4643200"/>
            <a:ext cx="68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5E53F9A-3285-0920-FFE4-38DA9E7F3C2D}"/>
              </a:ext>
            </a:extLst>
          </p:cNvPr>
          <p:cNvSpPr txBox="1"/>
          <p:nvPr/>
        </p:nvSpPr>
        <p:spPr>
          <a:xfrm>
            <a:off x="10763230" y="5179290"/>
            <a:ext cx="618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2.33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A4F1B84-B3FE-EC8D-E021-EAE9A7FE5B3C}"/>
              </a:ext>
            </a:extLst>
          </p:cNvPr>
          <p:cNvSpPr txBox="1"/>
          <p:nvPr/>
        </p:nvSpPr>
        <p:spPr>
          <a:xfrm>
            <a:off x="8300131" y="28580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×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6A9928A-516D-FB38-181F-9541F5ADB21C}"/>
              </a:ext>
            </a:extLst>
          </p:cNvPr>
          <p:cNvSpPr txBox="1"/>
          <p:nvPr/>
        </p:nvSpPr>
        <p:spPr>
          <a:xfrm>
            <a:off x="7750879" y="19171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×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0CDD2A5D-55C0-0229-D8F5-0BC5398E2BB0}"/>
              </a:ext>
            </a:extLst>
          </p:cNvPr>
          <p:cNvSpPr txBox="1"/>
          <p:nvPr/>
        </p:nvSpPr>
        <p:spPr>
          <a:xfrm>
            <a:off x="9391593" y="285024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×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536ADD2-93C9-C729-0D1D-4A2AE839D9B9}"/>
              </a:ext>
            </a:extLst>
          </p:cNvPr>
          <p:cNvSpPr txBox="1"/>
          <p:nvPr/>
        </p:nvSpPr>
        <p:spPr>
          <a:xfrm>
            <a:off x="9933297" y="197372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×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7C4EE4BB-3A81-AA56-30B1-8DACAF70378D}"/>
              </a:ext>
            </a:extLst>
          </p:cNvPr>
          <p:cNvSpPr/>
          <p:nvPr/>
        </p:nvSpPr>
        <p:spPr>
          <a:xfrm>
            <a:off x="7787670" y="1879363"/>
            <a:ext cx="2429958" cy="1474799"/>
          </a:xfrm>
          <a:custGeom>
            <a:avLst/>
            <a:gdLst>
              <a:gd name="connsiteX0" fmla="*/ 0 w 2429958"/>
              <a:gd name="connsiteY0" fmla="*/ 26992 h 1474799"/>
              <a:gd name="connsiteX1" fmla="*/ 641350 w 2429958"/>
              <a:gd name="connsiteY1" fmla="*/ 1163642 h 1474799"/>
              <a:gd name="connsiteX2" fmla="*/ 1219200 w 2429958"/>
              <a:gd name="connsiteY2" fmla="*/ 1474792 h 1474799"/>
              <a:gd name="connsiteX3" fmla="*/ 1758950 w 2429958"/>
              <a:gd name="connsiteY3" fmla="*/ 1169992 h 1474799"/>
              <a:gd name="connsiteX4" fmla="*/ 2292350 w 2429958"/>
              <a:gd name="connsiteY4" fmla="*/ 306392 h 1474799"/>
              <a:gd name="connsiteX5" fmla="*/ 2425700 w 2429958"/>
              <a:gd name="connsiteY5" fmla="*/ 33342 h 1474799"/>
              <a:gd name="connsiteX6" fmla="*/ 2419350 w 2429958"/>
              <a:gd name="connsiteY6" fmla="*/ 33342 h 1474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9958" h="1474799">
                <a:moveTo>
                  <a:pt x="0" y="26992"/>
                </a:moveTo>
                <a:cubicBezTo>
                  <a:pt x="219075" y="474667"/>
                  <a:pt x="438150" y="922342"/>
                  <a:pt x="641350" y="1163642"/>
                </a:cubicBezTo>
                <a:cubicBezTo>
                  <a:pt x="844550" y="1404942"/>
                  <a:pt x="1032933" y="1473734"/>
                  <a:pt x="1219200" y="1474792"/>
                </a:cubicBezTo>
                <a:cubicBezTo>
                  <a:pt x="1405467" y="1475850"/>
                  <a:pt x="1580092" y="1364725"/>
                  <a:pt x="1758950" y="1169992"/>
                </a:cubicBezTo>
                <a:cubicBezTo>
                  <a:pt x="1937808" y="975259"/>
                  <a:pt x="2181225" y="495834"/>
                  <a:pt x="2292350" y="306392"/>
                </a:cubicBezTo>
                <a:cubicBezTo>
                  <a:pt x="2403475" y="116950"/>
                  <a:pt x="2425700" y="33342"/>
                  <a:pt x="2425700" y="33342"/>
                </a:cubicBezTo>
                <a:cubicBezTo>
                  <a:pt x="2446867" y="-12166"/>
                  <a:pt x="2380192" y="-10050"/>
                  <a:pt x="2419350" y="33342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3B16732-B6CE-6197-34F2-3CA1BD8D06DB}"/>
              </a:ext>
            </a:extLst>
          </p:cNvPr>
          <p:cNvSpPr/>
          <p:nvPr/>
        </p:nvSpPr>
        <p:spPr>
          <a:xfrm>
            <a:off x="8841906" y="3505531"/>
            <a:ext cx="311715" cy="337418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BEA5696-3351-CF5D-80E3-E2C3A28E002D}"/>
              </a:ext>
            </a:extLst>
          </p:cNvPr>
          <p:cNvSpPr/>
          <p:nvPr/>
        </p:nvSpPr>
        <p:spPr>
          <a:xfrm>
            <a:off x="7462560" y="4554707"/>
            <a:ext cx="811971" cy="1050530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892614A-5DFF-5CD7-503A-5154315D079D}"/>
              </a:ext>
            </a:extLst>
          </p:cNvPr>
          <p:cNvGrpSpPr/>
          <p:nvPr/>
        </p:nvGrpSpPr>
        <p:grpSpPr>
          <a:xfrm>
            <a:off x="7929605" y="5724453"/>
            <a:ext cx="1738453" cy="439608"/>
            <a:chOff x="7929605" y="5942172"/>
            <a:chExt cx="1738453" cy="439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D169149-D84D-80FF-AC6B-B922F21F5A46}"/>
                    </a:ext>
                  </a:extLst>
                </p:cNvPr>
                <p:cNvSpPr txBox="1"/>
                <p:nvPr/>
              </p:nvSpPr>
              <p:spPr>
                <a:xfrm>
                  <a:off x="9027755" y="5973785"/>
                  <a:ext cx="64030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  <m:d>
                          <m:d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000" b="1" i="1" dirty="0"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D169149-D84D-80FF-AC6B-B922F21F5A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7755" y="5973785"/>
                  <a:ext cx="640303" cy="307777"/>
                </a:xfrm>
                <a:prstGeom prst="rect">
                  <a:avLst/>
                </a:prstGeom>
                <a:blipFill>
                  <a:blip r:embed="rId24"/>
                  <a:stretch>
                    <a:fillRect l="-12381" b="-3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91C715AE-1BAA-3D08-51BB-10C484A76DC4}"/>
                    </a:ext>
                  </a:extLst>
                </p:cNvPr>
                <p:cNvSpPr txBox="1"/>
                <p:nvPr/>
              </p:nvSpPr>
              <p:spPr>
                <a:xfrm>
                  <a:off x="7929605" y="5942172"/>
                  <a:ext cx="1179297" cy="4396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minimize</m:t>
                                </m:r>
                              </m:e>
                              <m:lim>
                                <m:r>
                                  <m:rPr>
                                    <m:nor/>
                                  </m:rPr>
                                  <a:rPr lang="en-US" sz="2000" b="1" i="1" dirty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1" i="1" baseline="-25000" dirty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91C715AE-1BAA-3D08-51BB-10C484A76D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9605" y="5942172"/>
                  <a:ext cx="1179297" cy="439608"/>
                </a:xfrm>
                <a:prstGeom prst="rect">
                  <a:avLst/>
                </a:prstGeom>
                <a:blipFill>
                  <a:blip r:embed="rId25"/>
                  <a:stretch>
                    <a:fillRect l="-466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EC1761-8D72-5736-160C-8FE4520921DC}"/>
              </a:ext>
            </a:extLst>
          </p:cNvPr>
          <p:cNvSpPr txBox="1"/>
          <p:nvPr/>
        </p:nvSpPr>
        <p:spPr>
          <a:xfrm>
            <a:off x="3487556" y="1625123"/>
            <a:ext cx="11566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16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(x)= θ</a:t>
            </a:r>
            <a:r>
              <a:rPr lang="en-US" sz="16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 </a:t>
            </a:r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</a:t>
            </a:r>
            <a:endParaRPr lang="en-US" sz="1600" b="1" i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E689F-8AA9-7379-8F98-D1CEE8494C3C}"/>
              </a:ext>
            </a:extLst>
          </p:cNvPr>
          <p:cNvSpPr txBox="1"/>
          <p:nvPr/>
        </p:nvSpPr>
        <p:spPr>
          <a:xfrm>
            <a:off x="3452252" y="2674921"/>
            <a:ext cx="11566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1600" b="1" i="1" baseline="-2500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600" b="1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(x)= θ</a:t>
            </a:r>
            <a:r>
              <a:rPr lang="en-US" sz="1600" b="1" i="1" baseline="-2500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 </a:t>
            </a:r>
            <a:r>
              <a:rPr lang="en-US" sz="1600" b="1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</a:t>
            </a:r>
            <a:endParaRPr lang="en-US" sz="1600" b="1" i="1" dirty="0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51F69B59-3107-7075-5A42-CE245F2284F0}"/>
              </a:ext>
            </a:extLst>
          </p:cNvPr>
          <p:cNvSpPr/>
          <p:nvPr/>
        </p:nvSpPr>
        <p:spPr>
          <a:xfrm flipH="1">
            <a:off x="2564362" y="2055167"/>
            <a:ext cx="53657" cy="519424"/>
          </a:xfrm>
          <a:prstGeom prst="leftBrace">
            <a:avLst/>
          </a:prstGeom>
          <a:ln w="127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D05531FF-B0D2-AFA7-F1EB-E2CC419AFAD4}"/>
              </a:ext>
            </a:extLst>
          </p:cNvPr>
          <p:cNvSpPr/>
          <p:nvPr/>
        </p:nvSpPr>
        <p:spPr>
          <a:xfrm flipH="1">
            <a:off x="3109427" y="1531736"/>
            <a:ext cx="46637" cy="775221"/>
          </a:xfrm>
          <a:prstGeom prst="leftBrace">
            <a:avLst/>
          </a:prstGeom>
          <a:ln w="127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925D770D-88BB-CFAC-85DA-5F118289905B}"/>
              </a:ext>
            </a:extLst>
          </p:cNvPr>
          <p:cNvSpPr/>
          <p:nvPr/>
        </p:nvSpPr>
        <p:spPr>
          <a:xfrm flipH="1">
            <a:off x="2032035" y="2586301"/>
            <a:ext cx="53627" cy="270451"/>
          </a:xfrm>
          <a:prstGeom prst="leftBrace">
            <a:avLst/>
          </a:prstGeom>
          <a:ln w="127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3D67E441-FB04-3DCA-D4FB-FAA827824880}"/>
              </a:ext>
            </a:extLst>
          </p:cNvPr>
          <p:cNvSpPr/>
          <p:nvPr/>
        </p:nvSpPr>
        <p:spPr>
          <a:xfrm rot="5400000" flipH="1">
            <a:off x="1651297" y="5519211"/>
            <a:ext cx="116457" cy="562834"/>
          </a:xfrm>
          <a:prstGeom prst="leftBrace">
            <a:avLst/>
          </a:prstGeom>
          <a:ln w="127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FE7BEA05-B2E4-098A-6CF3-A9FB78A2088C}"/>
              </a:ext>
            </a:extLst>
          </p:cNvPr>
          <p:cNvSpPr/>
          <p:nvPr/>
        </p:nvSpPr>
        <p:spPr>
          <a:xfrm rot="5400000" flipH="1">
            <a:off x="2536097" y="5598703"/>
            <a:ext cx="124495" cy="435698"/>
          </a:xfrm>
          <a:prstGeom prst="leftBrace">
            <a:avLst/>
          </a:prstGeom>
          <a:ln w="127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2524877-A493-2611-5C57-2E8A132E3560}"/>
              </a:ext>
            </a:extLst>
          </p:cNvPr>
          <p:cNvSpPr/>
          <p:nvPr/>
        </p:nvSpPr>
        <p:spPr>
          <a:xfrm rot="5400000" flipH="1">
            <a:off x="3434703" y="5535846"/>
            <a:ext cx="118782" cy="567126"/>
          </a:xfrm>
          <a:prstGeom prst="leftBrace">
            <a:avLst/>
          </a:prstGeom>
          <a:ln w="127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15D68B5E-F96D-1C5D-AC44-987212B62EA5}"/>
              </a:ext>
            </a:extLst>
          </p:cNvPr>
          <p:cNvSpPr/>
          <p:nvPr/>
        </p:nvSpPr>
        <p:spPr>
          <a:xfrm flipH="1">
            <a:off x="2025684" y="2586301"/>
            <a:ext cx="111330" cy="560164"/>
          </a:xfrm>
          <a:prstGeom prst="leftBrace">
            <a:avLst/>
          </a:prstGeom>
          <a:ln w="127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F420A268-5B99-B0F3-A1BF-D66F7D337572}"/>
              </a:ext>
            </a:extLst>
          </p:cNvPr>
          <p:cNvSpPr/>
          <p:nvPr/>
        </p:nvSpPr>
        <p:spPr>
          <a:xfrm flipH="1">
            <a:off x="2572793" y="2065292"/>
            <a:ext cx="108475" cy="1050621"/>
          </a:xfrm>
          <a:prstGeom prst="leftBrace">
            <a:avLst/>
          </a:prstGeom>
          <a:ln w="127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667BAE7F-C71A-4BB3-E544-F3177A123ACF}"/>
              </a:ext>
            </a:extLst>
          </p:cNvPr>
          <p:cNvSpPr/>
          <p:nvPr/>
        </p:nvSpPr>
        <p:spPr>
          <a:xfrm flipH="1">
            <a:off x="3118950" y="1537668"/>
            <a:ext cx="107929" cy="1591751"/>
          </a:xfrm>
          <a:prstGeom prst="leftBrace">
            <a:avLst/>
          </a:prstGeom>
          <a:ln w="127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B92BDEDA-6693-F0CA-6469-59E21A0D1E25}"/>
              </a:ext>
            </a:extLst>
          </p:cNvPr>
          <p:cNvSpPr/>
          <p:nvPr/>
        </p:nvSpPr>
        <p:spPr>
          <a:xfrm rot="5400000" flipH="1">
            <a:off x="1586700" y="5941333"/>
            <a:ext cx="123429" cy="435272"/>
          </a:xfrm>
          <a:prstGeom prst="leftBrace">
            <a:avLst/>
          </a:prstGeom>
          <a:ln w="127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8DE9A986-67A7-50AE-72BC-8A60FBC64E83}"/>
              </a:ext>
            </a:extLst>
          </p:cNvPr>
          <p:cNvSpPr/>
          <p:nvPr/>
        </p:nvSpPr>
        <p:spPr>
          <a:xfrm rot="5400000" flipH="1">
            <a:off x="2393135" y="5947047"/>
            <a:ext cx="123429" cy="435272"/>
          </a:xfrm>
          <a:prstGeom prst="leftBrace">
            <a:avLst/>
          </a:prstGeom>
          <a:ln w="127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01E3CAEA-8F64-1539-FF15-1D7F22414327}"/>
              </a:ext>
            </a:extLst>
          </p:cNvPr>
          <p:cNvSpPr/>
          <p:nvPr/>
        </p:nvSpPr>
        <p:spPr>
          <a:xfrm rot="5400000" flipH="1">
            <a:off x="3233534" y="5941333"/>
            <a:ext cx="123429" cy="435272"/>
          </a:xfrm>
          <a:prstGeom prst="leftBrace">
            <a:avLst/>
          </a:prstGeom>
          <a:ln w="127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00B34DE-119E-5D61-5CC7-1C213CBAC52A}"/>
              </a:ext>
            </a:extLst>
          </p:cNvPr>
          <p:cNvCxnSpPr/>
          <p:nvPr/>
        </p:nvCxnSpPr>
        <p:spPr>
          <a:xfrm>
            <a:off x="4177223" y="1278289"/>
            <a:ext cx="3493577" cy="3226338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224B56A-AE1C-490F-2B71-A068342D2AD3}"/>
              </a:ext>
            </a:extLst>
          </p:cNvPr>
          <p:cNvGrpSpPr/>
          <p:nvPr/>
        </p:nvGrpSpPr>
        <p:grpSpPr>
          <a:xfrm>
            <a:off x="4912007" y="5008019"/>
            <a:ext cx="2681772" cy="1003659"/>
            <a:chOff x="4978400" y="5067300"/>
            <a:chExt cx="2681772" cy="1003659"/>
          </a:xfrm>
        </p:grpSpPr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BEFD167-0442-AF16-6AC3-19C1D0E2ECE1}"/>
                </a:ext>
              </a:extLst>
            </p:cNvPr>
            <p:cNvSpPr/>
            <p:nvPr/>
          </p:nvSpPr>
          <p:spPr>
            <a:xfrm>
              <a:off x="4978400" y="5067300"/>
              <a:ext cx="2533650" cy="1003659"/>
            </a:xfrm>
            <a:custGeom>
              <a:avLst/>
              <a:gdLst>
                <a:gd name="connsiteX0" fmla="*/ 0 w 2533650"/>
                <a:gd name="connsiteY0" fmla="*/ 0 h 1003659"/>
                <a:gd name="connsiteX1" fmla="*/ 590550 w 2533650"/>
                <a:gd name="connsiteY1" fmla="*/ 355600 h 1003659"/>
                <a:gd name="connsiteX2" fmla="*/ 901700 w 2533650"/>
                <a:gd name="connsiteY2" fmla="*/ 869950 h 1003659"/>
                <a:gd name="connsiteX3" fmla="*/ 1581150 w 2533650"/>
                <a:gd name="connsiteY3" fmla="*/ 1003300 h 1003659"/>
                <a:gd name="connsiteX4" fmla="*/ 2235200 w 2533650"/>
                <a:gd name="connsiteY4" fmla="*/ 901700 h 1003659"/>
                <a:gd name="connsiteX5" fmla="*/ 2533650 w 2533650"/>
                <a:gd name="connsiteY5" fmla="*/ 685800 h 100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33650" h="1003659">
                  <a:moveTo>
                    <a:pt x="0" y="0"/>
                  </a:moveTo>
                  <a:cubicBezTo>
                    <a:pt x="220133" y="105304"/>
                    <a:pt x="440267" y="210608"/>
                    <a:pt x="590550" y="355600"/>
                  </a:cubicBezTo>
                  <a:cubicBezTo>
                    <a:pt x="740833" y="500592"/>
                    <a:pt x="736600" y="762000"/>
                    <a:pt x="901700" y="869950"/>
                  </a:cubicBezTo>
                  <a:cubicBezTo>
                    <a:pt x="1066800" y="977900"/>
                    <a:pt x="1358900" y="998008"/>
                    <a:pt x="1581150" y="1003300"/>
                  </a:cubicBezTo>
                  <a:cubicBezTo>
                    <a:pt x="1803400" y="1008592"/>
                    <a:pt x="2076450" y="954617"/>
                    <a:pt x="2235200" y="901700"/>
                  </a:cubicBezTo>
                  <a:cubicBezTo>
                    <a:pt x="2393950" y="848783"/>
                    <a:pt x="2463800" y="767291"/>
                    <a:pt x="2533650" y="68580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2727D272-DC2C-C4D4-C63D-5AECC2E48C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2050" y="5628130"/>
              <a:ext cx="148122" cy="126174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658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5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1000"/>
                            </p:stCondLst>
                            <p:childTnLst>
                              <p:par>
                                <p:cTn id="2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1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1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6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4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9" dur="1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9" dur="2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  <p:bldP spid="43" grpId="0"/>
      <p:bldP spid="44" grpId="0"/>
      <p:bldP spid="45" grpId="0"/>
      <p:bldP spid="47" grpId="0"/>
      <p:bldP spid="48" grpId="0"/>
      <p:bldP spid="49" grpId="0"/>
      <p:bldP spid="50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9" grpId="0"/>
      <p:bldP spid="80" grpId="0"/>
      <p:bldP spid="23" grpId="0"/>
      <p:bldP spid="36" grpId="0"/>
      <p:bldP spid="37" grpId="0"/>
      <p:bldP spid="96" grpId="0"/>
      <p:bldP spid="97" grpId="0"/>
      <p:bldP spid="102" grpId="0"/>
      <p:bldP spid="106" grpId="0"/>
      <p:bldP spid="109" grpId="0"/>
      <p:bldP spid="109" grpId="1"/>
      <p:bldP spid="111" grpId="0"/>
      <p:bldP spid="111" grpId="1"/>
      <p:bldP spid="112" grpId="0"/>
      <p:bldP spid="112" grpId="1"/>
      <p:bldP spid="113" grpId="0"/>
      <p:bldP spid="118" grpId="0"/>
      <p:bldP spid="119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50" grpId="0"/>
      <p:bldP spid="151" grpId="0"/>
      <p:bldP spid="154" grpId="0"/>
      <p:bldP spid="157" grpId="0"/>
      <p:bldP spid="158" grpId="0"/>
      <p:bldP spid="159" grpId="0"/>
      <p:bldP spid="160" grpId="0" animBg="1"/>
      <p:bldP spid="161" grpId="0" animBg="1"/>
      <p:bldP spid="162" grpId="0" animBg="1"/>
      <p:bldP spid="3" grpId="0"/>
      <p:bldP spid="3" grpId="1"/>
      <p:bldP spid="4" grpId="0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4575E1F-6F19-603E-9B9E-D45721421572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Eraliev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89CE4-7064-6318-A53C-8D43E93B4CD3}"/>
              </a:ext>
            </a:extLst>
          </p:cNvPr>
          <p:cNvSpPr txBox="1"/>
          <p:nvPr/>
        </p:nvSpPr>
        <p:spPr>
          <a:xfrm>
            <a:off x="1525940" y="1087461"/>
            <a:ext cx="2251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Cost function: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EA93E3-A253-245D-9C0E-FE89F55D19C4}"/>
              </a:ext>
            </a:extLst>
          </p:cNvPr>
          <p:cNvGrpSpPr/>
          <p:nvPr/>
        </p:nvGrpSpPr>
        <p:grpSpPr>
          <a:xfrm>
            <a:off x="3777832" y="2090639"/>
            <a:ext cx="2962602" cy="572786"/>
            <a:chOff x="1171516" y="5334300"/>
            <a:chExt cx="2308866" cy="5727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3EE3998-B14A-FDF0-207D-7CE9ECED8C6B}"/>
                    </a:ext>
                  </a:extLst>
                </p:cNvPr>
                <p:cNvSpPr txBox="1"/>
                <p:nvPr/>
              </p:nvSpPr>
              <p:spPr>
                <a:xfrm>
                  <a:off x="2269666" y="5365913"/>
                  <a:ext cx="121071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𝑱</m:t>
                        </m:r>
                        <m:d>
                          <m:d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3EE3998-B14A-FDF0-207D-7CE9ECED8C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9666" y="5365913"/>
                  <a:ext cx="1210716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26667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17481DE-5724-4CE2-B4D2-7C3AE4B1F2D7}"/>
                    </a:ext>
                  </a:extLst>
                </p:cNvPr>
                <p:cNvSpPr txBox="1"/>
                <p:nvPr/>
              </p:nvSpPr>
              <p:spPr>
                <a:xfrm>
                  <a:off x="1171516" y="5334300"/>
                  <a:ext cx="1417055" cy="57278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minimize</m:t>
                                </m:r>
                              </m:e>
                              <m:lim>
                                <m:r>
                                  <m:rPr>
                                    <m:nor/>
                                  </m:rPr>
                                  <a:rPr lang="en-US" sz="24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  <m:r>
                                  <m:rPr>
                                    <m:nor/>
                                  </m:rPr>
                                  <a:rPr lang="en-US" sz="2400" b="1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sz="24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,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  <m:r>
                                  <m:rPr>
                                    <m:nor/>
                                  </m:rPr>
                                  <a:rPr lang="en-US" sz="2400" b="1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17481DE-5724-4CE2-B4D2-7C3AE4B1F2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1516" y="5334300"/>
                  <a:ext cx="1417055" cy="572786"/>
                </a:xfrm>
                <a:prstGeom prst="rect">
                  <a:avLst/>
                </a:prstGeom>
                <a:blipFill>
                  <a:blip r:embed="rId3"/>
                  <a:stretch>
                    <a:fillRect t="-4348" b="-32609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435BCA3-E8C1-0AA5-4869-ABA57CE190AC}"/>
              </a:ext>
            </a:extLst>
          </p:cNvPr>
          <p:cNvGrpSpPr/>
          <p:nvPr/>
        </p:nvGrpSpPr>
        <p:grpSpPr>
          <a:xfrm>
            <a:off x="3769123" y="783135"/>
            <a:ext cx="6217486" cy="1008225"/>
            <a:chOff x="993628" y="3008852"/>
            <a:chExt cx="4522937" cy="100822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57A5E49-2B1B-AD53-F3C0-78896D6BF91F}"/>
                </a:ext>
              </a:extLst>
            </p:cNvPr>
            <p:cNvGrpSpPr/>
            <p:nvPr/>
          </p:nvGrpSpPr>
          <p:grpSpPr>
            <a:xfrm>
              <a:off x="2225661" y="3008852"/>
              <a:ext cx="3290904" cy="1008225"/>
              <a:chOff x="7559661" y="732612"/>
              <a:chExt cx="3290904" cy="10082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13FFFFAD-1B21-AB8D-213B-DEDA7ECDA33B}"/>
                      </a:ext>
                    </a:extLst>
                  </p:cNvPr>
                  <p:cNvSpPr txBox="1"/>
                  <p:nvPr/>
                </p:nvSpPr>
                <p:spPr>
                  <a:xfrm>
                    <a:off x="8353086" y="902099"/>
                    <a:ext cx="2497479" cy="50635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2400" b="1" i="1" baseline="-2500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θ</m:t>
                                      </m:r>
                                    </m:sub>
                                  </m:sSub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 − </m:t>
                                  </m:r>
                                  <m:sSup>
                                    <m:sSupPr>
                                      <m:ctrlP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oMath>
                      </m:oMathPara>
                    </a14:m>
                    <a:endParaRPr lang="en-US" sz="2400" b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13FFFFAD-1B21-AB8D-213B-DEDA7ECDA3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53086" y="902099"/>
                    <a:ext cx="2497479" cy="50635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24390"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471051D6-55DE-28AB-3985-91915A0A1428}"/>
                      </a:ext>
                    </a:extLst>
                  </p:cNvPr>
                  <p:cNvSpPr txBox="1"/>
                  <p:nvPr/>
                </p:nvSpPr>
                <p:spPr>
                  <a:xfrm>
                    <a:off x="8011046" y="732612"/>
                    <a:ext cx="603563" cy="100822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oMath>
                      </m:oMathPara>
                    </a14:m>
                    <a:endPara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471051D6-55DE-28AB-3985-91915A0A14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11046" y="732612"/>
                    <a:ext cx="603563" cy="100822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22727" t="-119753" r="-59091" b="-180247"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491B980-525F-CBA7-7CEB-77284BBBBF09}"/>
                      </a:ext>
                    </a:extLst>
                  </p:cNvPr>
                  <p:cNvSpPr txBox="1"/>
                  <p:nvPr/>
                </p:nvSpPr>
                <p:spPr>
                  <a:xfrm>
                    <a:off x="7559661" y="849456"/>
                    <a:ext cx="510204" cy="69390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oMath>
                      </m:oMathPara>
                    </a14:m>
                    <a:endPara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491B980-525F-CBA7-7CEB-77284BBBBF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59661" y="849456"/>
                    <a:ext cx="510204" cy="69390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818" b="-12727"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3822E99-CE34-F9E5-A1FD-78D7FC0EB003}"/>
                    </a:ext>
                  </a:extLst>
                </p:cNvPr>
                <p:cNvSpPr txBox="1"/>
                <p:nvPr/>
              </p:nvSpPr>
              <p:spPr>
                <a:xfrm>
                  <a:off x="993628" y="3313178"/>
                  <a:ext cx="152541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𝑱</m:t>
                        </m:r>
                        <m:d>
                          <m:d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3822E99-CE34-F9E5-A1FD-78D7FC0EB0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628" y="3313178"/>
                  <a:ext cx="1525418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3000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59EBD0C-A8E0-709F-3BF6-4461DD76EACA}"/>
              </a:ext>
            </a:extLst>
          </p:cNvPr>
          <p:cNvSpPr txBox="1"/>
          <p:nvPr/>
        </p:nvSpPr>
        <p:spPr>
          <a:xfrm>
            <a:off x="1525940" y="2082730"/>
            <a:ext cx="1986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Goal: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E36453-D02A-A1C6-2087-4F324F6069E6}"/>
                  </a:ext>
                </a:extLst>
              </p:cNvPr>
              <p:cNvSpPr txBox="1"/>
              <p:nvPr/>
            </p:nvSpPr>
            <p:spPr>
              <a:xfrm>
                <a:off x="2597150" y="4622464"/>
                <a:ext cx="615967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Keep changing </a:t>
                </a:r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="1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, </a:t>
                </a:r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sz="2400" b="1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reduce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𝑱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until we hopefully end up at a minimum.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E36453-D02A-A1C6-2087-4F324F606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150" y="4622464"/>
                <a:ext cx="6159672" cy="830997"/>
              </a:xfrm>
              <a:prstGeom prst="rect">
                <a:avLst/>
              </a:prstGeom>
              <a:blipFill>
                <a:blip r:embed="rId8"/>
                <a:stretch>
                  <a:fillRect l="-1440" t="-4478" b="-14925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7A68092-D9E8-DDE1-AE64-38379B1BC1E8}"/>
              </a:ext>
            </a:extLst>
          </p:cNvPr>
          <p:cNvSpPr txBox="1"/>
          <p:nvPr/>
        </p:nvSpPr>
        <p:spPr>
          <a:xfrm>
            <a:off x="1525939" y="3289407"/>
            <a:ext cx="1986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Outline: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9761D1-790E-D48C-64DB-1D06485C847E}"/>
              </a:ext>
            </a:extLst>
          </p:cNvPr>
          <p:cNvSpPr txBox="1"/>
          <p:nvPr/>
        </p:nvSpPr>
        <p:spPr>
          <a:xfrm>
            <a:off x="2597150" y="37914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Start with some ( </a:t>
            </a:r>
            <a:r>
              <a:rPr lang="en-US" sz="2400" b="1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r>
              <a:rPr lang="en-US" sz="2400" b="1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0</a:t>
            </a:r>
            <a:r>
              <a:rPr lang="en-US" sz="2400" b="1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 , </a:t>
            </a:r>
            <a:r>
              <a:rPr lang="en-US" sz="2400" b="1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r>
              <a:rPr lang="en-US" sz="2400" b="1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9F82EE-6E21-6ED2-2908-1542BF65CAC0}"/>
                  </a:ext>
                </a:extLst>
              </p:cNvPr>
              <p:cNvSpPr txBox="1"/>
              <p:nvPr/>
            </p:nvSpPr>
            <p:spPr>
              <a:xfrm>
                <a:off x="8983012" y="3907484"/>
                <a:ext cx="24513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9F82EE-6E21-6ED2-2908-1542BF65C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3012" y="3907484"/>
                <a:ext cx="2451342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98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/>
      <p:bldP spid="3" grpId="0"/>
      <p:bldP spid="13" grpId="0"/>
      <p:bldP spid="15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surface chart&#10;&#10;Description automatically generated">
            <a:extLst>
              <a:ext uri="{FF2B5EF4-FFF2-40B4-BE49-F238E27FC236}">
                <a16:creationId xmlns:a16="http://schemas.microsoft.com/office/drawing/2014/main" id="{9557E714-F247-85D4-243D-F7CAC2A8C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56" y="0"/>
            <a:ext cx="13207999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5A4DC4-2775-85EE-5668-4AF9739E8465}"/>
                  </a:ext>
                </a:extLst>
              </p:cNvPr>
              <p:cNvSpPr txBox="1"/>
              <p:nvPr/>
            </p:nvSpPr>
            <p:spPr>
              <a:xfrm>
                <a:off x="69225" y="3952673"/>
                <a:ext cx="92888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400" b="1" i="1" dirty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400" b="1" i="1" dirty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5A4DC4-2775-85EE-5668-4AF9739E8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5" y="3952673"/>
                <a:ext cx="928889" cy="307777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A89F7D-3CCD-13C6-AC68-5F22EB402DE6}"/>
                  </a:ext>
                </a:extLst>
              </p:cNvPr>
              <p:cNvSpPr txBox="1"/>
              <p:nvPr/>
            </p:nvSpPr>
            <p:spPr>
              <a:xfrm>
                <a:off x="9392470" y="5652684"/>
                <a:ext cx="61441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400" b="1" i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A89F7D-3CCD-13C6-AC68-5F22EB402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470" y="5652684"/>
                <a:ext cx="61441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960065F-7B36-B38F-7C90-07FBE237D7EB}"/>
                  </a:ext>
                </a:extLst>
              </p:cNvPr>
              <p:cNvSpPr txBox="1"/>
              <p:nvPr/>
            </p:nvSpPr>
            <p:spPr>
              <a:xfrm>
                <a:off x="3485344" y="6016511"/>
                <a:ext cx="38475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400" b="1" i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960065F-7B36-B38F-7C90-07FBE237D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344" y="6016511"/>
                <a:ext cx="38475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tar: 4 Points 11">
            <a:extLst>
              <a:ext uri="{FF2B5EF4-FFF2-40B4-BE49-F238E27FC236}">
                <a16:creationId xmlns:a16="http://schemas.microsoft.com/office/drawing/2014/main" id="{56D24ABC-6527-B038-7B1E-399A5531B691}"/>
              </a:ext>
            </a:extLst>
          </p:cNvPr>
          <p:cNvSpPr/>
          <p:nvPr/>
        </p:nvSpPr>
        <p:spPr>
          <a:xfrm>
            <a:off x="4836009" y="2762518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4 Points 12">
            <a:extLst>
              <a:ext uri="{FF2B5EF4-FFF2-40B4-BE49-F238E27FC236}">
                <a16:creationId xmlns:a16="http://schemas.microsoft.com/office/drawing/2014/main" id="{1BAD4476-CE20-9F12-BBF1-7FB09C154E0E}"/>
              </a:ext>
            </a:extLst>
          </p:cNvPr>
          <p:cNvSpPr/>
          <p:nvPr/>
        </p:nvSpPr>
        <p:spPr>
          <a:xfrm>
            <a:off x="4836008" y="3050146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tar: 4 Points 13">
            <a:extLst>
              <a:ext uri="{FF2B5EF4-FFF2-40B4-BE49-F238E27FC236}">
                <a16:creationId xmlns:a16="http://schemas.microsoft.com/office/drawing/2014/main" id="{2471D379-890E-3574-A516-75673ED0165D}"/>
              </a:ext>
            </a:extLst>
          </p:cNvPr>
          <p:cNvSpPr/>
          <p:nvPr/>
        </p:nvSpPr>
        <p:spPr>
          <a:xfrm>
            <a:off x="4720089" y="3300211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tar: 4 Points 14">
            <a:extLst>
              <a:ext uri="{FF2B5EF4-FFF2-40B4-BE49-F238E27FC236}">
                <a16:creationId xmlns:a16="http://schemas.microsoft.com/office/drawing/2014/main" id="{03A3CC52-FB67-3391-FC28-11422F32CC24}"/>
              </a:ext>
            </a:extLst>
          </p:cNvPr>
          <p:cNvSpPr/>
          <p:nvPr/>
        </p:nvSpPr>
        <p:spPr>
          <a:xfrm>
            <a:off x="4466804" y="3581400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tar: 4 Points 15">
            <a:extLst>
              <a:ext uri="{FF2B5EF4-FFF2-40B4-BE49-F238E27FC236}">
                <a16:creationId xmlns:a16="http://schemas.microsoft.com/office/drawing/2014/main" id="{E621D3B5-1897-8E34-5EC8-495994C1A361}"/>
              </a:ext>
            </a:extLst>
          </p:cNvPr>
          <p:cNvSpPr/>
          <p:nvPr/>
        </p:nvSpPr>
        <p:spPr>
          <a:xfrm>
            <a:off x="4621351" y="3888278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4 Points 16">
            <a:extLst>
              <a:ext uri="{FF2B5EF4-FFF2-40B4-BE49-F238E27FC236}">
                <a16:creationId xmlns:a16="http://schemas.microsoft.com/office/drawing/2014/main" id="{2595C9A8-9B86-9CC6-CC92-E4AC4B1C3387}"/>
              </a:ext>
            </a:extLst>
          </p:cNvPr>
          <p:cNvSpPr/>
          <p:nvPr/>
        </p:nvSpPr>
        <p:spPr>
          <a:xfrm>
            <a:off x="4874636" y="4139695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4 Points 17">
            <a:extLst>
              <a:ext uri="{FF2B5EF4-FFF2-40B4-BE49-F238E27FC236}">
                <a16:creationId xmlns:a16="http://schemas.microsoft.com/office/drawing/2014/main" id="{156D6946-9056-FEDB-B5E9-2A5368C981EA}"/>
              </a:ext>
            </a:extLst>
          </p:cNvPr>
          <p:cNvSpPr/>
          <p:nvPr/>
        </p:nvSpPr>
        <p:spPr>
          <a:xfrm>
            <a:off x="5029183" y="4433763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tar: 4 Points 18">
            <a:extLst>
              <a:ext uri="{FF2B5EF4-FFF2-40B4-BE49-F238E27FC236}">
                <a16:creationId xmlns:a16="http://schemas.microsoft.com/office/drawing/2014/main" id="{8E69947E-9816-F6AF-90E6-36DF52C2F813}"/>
              </a:ext>
            </a:extLst>
          </p:cNvPr>
          <p:cNvSpPr/>
          <p:nvPr/>
        </p:nvSpPr>
        <p:spPr>
          <a:xfrm>
            <a:off x="5183730" y="4727831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tar: 4 Points 19">
            <a:extLst>
              <a:ext uri="{FF2B5EF4-FFF2-40B4-BE49-F238E27FC236}">
                <a16:creationId xmlns:a16="http://schemas.microsoft.com/office/drawing/2014/main" id="{7E9520C1-EFDC-300C-5505-C770E5DEFF7C}"/>
              </a:ext>
            </a:extLst>
          </p:cNvPr>
          <p:cNvSpPr/>
          <p:nvPr/>
        </p:nvSpPr>
        <p:spPr>
          <a:xfrm>
            <a:off x="5338277" y="5021899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tar: 4 Points 20">
            <a:extLst>
              <a:ext uri="{FF2B5EF4-FFF2-40B4-BE49-F238E27FC236}">
                <a16:creationId xmlns:a16="http://schemas.microsoft.com/office/drawing/2014/main" id="{0580E0C6-1643-6478-2BE1-8D288FD27E19}"/>
              </a:ext>
            </a:extLst>
          </p:cNvPr>
          <p:cNvSpPr/>
          <p:nvPr/>
        </p:nvSpPr>
        <p:spPr>
          <a:xfrm>
            <a:off x="5338277" y="5315967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tar: 4 Points 21">
            <a:extLst>
              <a:ext uri="{FF2B5EF4-FFF2-40B4-BE49-F238E27FC236}">
                <a16:creationId xmlns:a16="http://schemas.microsoft.com/office/drawing/2014/main" id="{824FE6D9-7CA7-5741-923E-0836B8D5BD49}"/>
              </a:ext>
            </a:extLst>
          </p:cNvPr>
          <p:cNvSpPr/>
          <p:nvPr/>
        </p:nvSpPr>
        <p:spPr>
          <a:xfrm>
            <a:off x="5183729" y="2771103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tar: 4 Points 22">
            <a:extLst>
              <a:ext uri="{FF2B5EF4-FFF2-40B4-BE49-F238E27FC236}">
                <a16:creationId xmlns:a16="http://schemas.microsoft.com/office/drawing/2014/main" id="{9026FFE6-8BA5-A07F-87EA-510A40C1B959}"/>
              </a:ext>
            </a:extLst>
          </p:cNvPr>
          <p:cNvSpPr/>
          <p:nvPr/>
        </p:nvSpPr>
        <p:spPr>
          <a:xfrm>
            <a:off x="5415550" y="2921357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tar: 4 Points 23">
            <a:extLst>
              <a:ext uri="{FF2B5EF4-FFF2-40B4-BE49-F238E27FC236}">
                <a16:creationId xmlns:a16="http://schemas.microsoft.com/office/drawing/2014/main" id="{1CD868AE-748A-D312-0441-27497043BFB7}"/>
              </a:ext>
            </a:extLst>
          </p:cNvPr>
          <p:cNvSpPr/>
          <p:nvPr/>
        </p:nvSpPr>
        <p:spPr>
          <a:xfrm>
            <a:off x="5716057" y="3171422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tar: 4 Points 25">
            <a:extLst>
              <a:ext uri="{FF2B5EF4-FFF2-40B4-BE49-F238E27FC236}">
                <a16:creationId xmlns:a16="http://schemas.microsoft.com/office/drawing/2014/main" id="{94F5AFEE-5780-2A08-1FF0-E457B5890D04}"/>
              </a:ext>
            </a:extLst>
          </p:cNvPr>
          <p:cNvSpPr/>
          <p:nvPr/>
        </p:nvSpPr>
        <p:spPr>
          <a:xfrm>
            <a:off x="6319918" y="3580258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tar: 4 Points 26">
            <a:extLst>
              <a:ext uri="{FF2B5EF4-FFF2-40B4-BE49-F238E27FC236}">
                <a16:creationId xmlns:a16="http://schemas.microsoft.com/office/drawing/2014/main" id="{7FF57BCB-E365-824F-5EE5-93F9F4AA8535}"/>
              </a:ext>
            </a:extLst>
          </p:cNvPr>
          <p:cNvSpPr/>
          <p:nvPr/>
        </p:nvSpPr>
        <p:spPr>
          <a:xfrm>
            <a:off x="6938511" y="3848141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tar: 4 Points 28">
            <a:extLst>
              <a:ext uri="{FF2B5EF4-FFF2-40B4-BE49-F238E27FC236}">
                <a16:creationId xmlns:a16="http://schemas.microsoft.com/office/drawing/2014/main" id="{6A7F40D3-5515-483C-36C8-61A6AF2057BE}"/>
              </a:ext>
            </a:extLst>
          </p:cNvPr>
          <p:cNvSpPr/>
          <p:nvPr/>
        </p:nvSpPr>
        <p:spPr>
          <a:xfrm>
            <a:off x="7674417" y="4069952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tar: 4 Points 29">
            <a:extLst>
              <a:ext uri="{FF2B5EF4-FFF2-40B4-BE49-F238E27FC236}">
                <a16:creationId xmlns:a16="http://schemas.microsoft.com/office/drawing/2014/main" id="{015539E7-EB81-3318-60ED-A8E70FF06A12}"/>
              </a:ext>
            </a:extLst>
          </p:cNvPr>
          <p:cNvSpPr/>
          <p:nvPr/>
        </p:nvSpPr>
        <p:spPr>
          <a:xfrm>
            <a:off x="8268556" y="4233277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tar: 4 Points 30">
            <a:extLst>
              <a:ext uri="{FF2B5EF4-FFF2-40B4-BE49-F238E27FC236}">
                <a16:creationId xmlns:a16="http://schemas.microsoft.com/office/drawing/2014/main" id="{F3A06B06-4A40-C5FD-519E-478B65FF7D12}"/>
              </a:ext>
            </a:extLst>
          </p:cNvPr>
          <p:cNvSpPr/>
          <p:nvPr/>
        </p:nvSpPr>
        <p:spPr>
          <a:xfrm>
            <a:off x="8816311" y="4433762"/>
            <a:ext cx="154547" cy="128789"/>
          </a:xfrm>
          <a:prstGeom prst="star4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412D7D4-BD8E-7CAA-7C63-B8E54C27FE30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4913282" y="2891307"/>
            <a:ext cx="1" cy="15883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D1CC0A8-26AD-48BC-DAF6-8753ADDBDDC0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789907" y="3178935"/>
            <a:ext cx="123375" cy="18942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3FC8D14-7DFD-23CF-CD7A-5A6AB16F58F4}"/>
              </a:ext>
            </a:extLst>
          </p:cNvPr>
          <p:cNvCxnSpPr>
            <a:cxnSpLocks/>
          </p:cNvCxnSpPr>
          <p:nvPr/>
        </p:nvCxnSpPr>
        <p:spPr>
          <a:xfrm flipH="1">
            <a:off x="4553057" y="3345656"/>
            <a:ext cx="281491" cy="30013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DF53220-D183-F6C8-57F2-8FABA8E62492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4544078" y="3710189"/>
            <a:ext cx="154546" cy="25698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9882459-E2BF-08FF-FD3B-48D2A407D128}"/>
              </a:ext>
            </a:extLst>
          </p:cNvPr>
          <p:cNvCxnSpPr>
            <a:cxnSpLocks/>
          </p:cNvCxnSpPr>
          <p:nvPr/>
        </p:nvCxnSpPr>
        <p:spPr>
          <a:xfrm>
            <a:off x="4697047" y="3945964"/>
            <a:ext cx="275003" cy="28731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53BEAF8-ADF3-65B7-04BF-9B3A6F5BAB8A}"/>
              </a:ext>
            </a:extLst>
          </p:cNvPr>
          <p:cNvCxnSpPr>
            <a:cxnSpLocks/>
          </p:cNvCxnSpPr>
          <p:nvPr/>
        </p:nvCxnSpPr>
        <p:spPr>
          <a:xfrm>
            <a:off x="4933950" y="4174331"/>
            <a:ext cx="192647" cy="34513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2E3C8D3-28F1-675F-323B-173C78C4FFE3}"/>
              </a:ext>
            </a:extLst>
          </p:cNvPr>
          <p:cNvCxnSpPr>
            <a:cxnSpLocks/>
          </p:cNvCxnSpPr>
          <p:nvPr/>
        </p:nvCxnSpPr>
        <p:spPr>
          <a:xfrm>
            <a:off x="5106456" y="4505026"/>
            <a:ext cx="182300" cy="30874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8F71365-B2F1-F033-D7B0-3271D00546AA}"/>
              </a:ext>
            </a:extLst>
          </p:cNvPr>
          <p:cNvCxnSpPr>
            <a:cxnSpLocks/>
          </p:cNvCxnSpPr>
          <p:nvPr/>
        </p:nvCxnSpPr>
        <p:spPr>
          <a:xfrm>
            <a:off x="5261002" y="4784888"/>
            <a:ext cx="177773" cy="32289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931DCF6-6215-53A5-988A-1238513606C6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5415550" y="5079024"/>
            <a:ext cx="1" cy="36573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D3E936C-D16F-1FC9-AD9E-56AEA4E29CD2}"/>
              </a:ext>
            </a:extLst>
          </p:cNvPr>
          <p:cNvCxnSpPr>
            <a:cxnSpLocks/>
          </p:cNvCxnSpPr>
          <p:nvPr/>
        </p:nvCxnSpPr>
        <p:spPr>
          <a:xfrm>
            <a:off x="5261002" y="2835497"/>
            <a:ext cx="270447" cy="16964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709416B-F0B6-D52F-8DC4-BF8931A382E1}"/>
              </a:ext>
            </a:extLst>
          </p:cNvPr>
          <p:cNvCxnSpPr>
            <a:cxnSpLocks/>
          </p:cNvCxnSpPr>
          <p:nvPr/>
        </p:nvCxnSpPr>
        <p:spPr>
          <a:xfrm>
            <a:off x="5503561" y="2998330"/>
            <a:ext cx="323358" cy="27531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24F5948-0F00-CA29-6406-EDEA41069FAE}"/>
              </a:ext>
            </a:extLst>
          </p:cNvPr>
          <p:cNvCxnSpPr>
            <a:cxnSpLocks/>
          </p:cNvCxnSpPr>
          <p:nvPr/>
        </p:nvCxnSpPr>
        <p:spPr>
          <a:xfrm>
            <a:off x="5793330" y="3235816"/>
            <a:ext cx="623868" cy="43369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914CC95-B145-BAFB-C229-DC21A9DB86F3}"/>
              </a:ext>
            </a:extLst>
          </p:cNvPr>
          <p:cNvCxnSpPr>
            <a:cxnSpLocks/>
          </p:cNvCxnSpPr>
          <p:nvPr/>
        </p:nvCxnSpPr>
        <p:spPr>
          <a:xfrm>
            <a:off x="6397191" y="3655930"/>
            <a:ext cx="645306" cy="25660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AB92C28-7A71-0047-8939-9D9B04E3DC45}"/>
              </a:ext>
            </a:extLst>
          </p:cNvPr>
          <p:cNvCxnSpPr>
            <a:cxnSpLocks/>
          </p:cNvCxnSpPr>
          <p:nvPr/>
        </p:nvCxnSpPr>
        <p:spPr>
          <a:xfrm>
            <a:off x="7034902" y="3919689"/>
            <a:ext cx="735906" cy="22771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EEB15A1-D658-521E-155B-E0A562F0DCE4}"/>
              </a:ext>
            </a:extLst>
          </p:cNvPr>
          <p:cNvCxnSpPr>
            <a:cxnSpLocks/>
          </p:cNvCxnSpPr>
          <p:nvPr/>
        </p:nvCxnSpPr>
        <p:spPr>
          <a:xfrm>
            <a:off x="7770808" y="4147408"/>
            <a:ext cx="595162" cy="16741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BAF18CF-8B25-DAEE-0549-261FFEECE530}"/>
              </a:ext>
            </a:extLst>
          </p:cNvPr>
          <p:cNvCxnSpPr>
            <a:cxnSpLocks/>
          </p:cNvCxnSpPr>
          <p:nvPr/>
        </p:nvCxnSpPr>
        <p:spPr>
          <a:xfrm>
            <a:off x="8345829" y="4308572"/>
            <a:ext cx="575022" cy="21089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6DFBAE06-691C-38BB-7CBE-F9C3760712AE}"/>
              </a:ext>
            </a:extLst>
          </p:cNvPr>
          <p:cNvSpPr/>
          <p:nvPr/>
        </p:nvSpPr>
        <p:spPr>
          <a:xfrm>
            <a:off x="5197606" y="5245401"/>
            <a:ext cx="384750" cy="3657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00527E2-54B6-5569-2890-9F93A38BB9A3}"/>
              </a:ext>
            </a:extLst>
          </p:cNvPr>
          <p:cNvSpPr/>
          <p:nvPr/>
        </p:nvSpPr>
        <p:spPr>
          <a:xfrm>
            <a:off x="8754673" y="4346595"/>
            <a:ext cx="384750" cy="3657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344CCD4-728C-7A3A-8984-E8AA4F355D0C}"/>
              </a:ext>
            </a:extLst>
          </p:cNvPr>
          <p:cNvCxnSpPr/>
          <p:nvPr/>
        </p:nvCxnSpPr>
        <p:spPr>
          <a:xfrm flipV="1">
            <a:off x="4834548" y="5611133"/>
            <a:ext cx="454208" cy="5592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0CB5085-3308-29A7-0C98-BEBC18161408}"/>
              </a:ext>
            </a:extLst>
          </p:cNvPr>
          <p:cNvCxnSpPr>
            <a:cxnSpLocks/>
          </p:cNvCxnSpPr>
          <p:nvPr/>
        </p:nvCxnSpPr>
        <p:spPr>
          <a:xfrm flipH="1" flipV="1">
            <a:off x="9074301" y="4671681"/>
            <a:ext cx="518123" cy="7004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2AFBCA4-3F43-BEB1-E421-370800FBB762}"/>
              </a:ext>
            </a:extLst>
          </p:cNvPr>
          <p:cNvSpPr txBox="1"/>
          <p:nvPr/>
        </p:nvSpPr>
        <p:spPr>
          <a:xfrm>
            <a:off x="8491505" y="195862"/>
            <a:ext cx="3524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Source: Machine learning course (Andrew Ng)</a:t>
            </a:r>
          </a:p>
        </p:txBody>
      </p:sp>
    </p:spTree>
    <p:extLst>
      <p:ext uri="{BB962C8B-B14F-4D97-AF65-F5344CB8AC3E}">
        <p14:creationId xmlns:p14="http://schemas.microsoft.com/office/powerpoint/2010/main" val="398020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0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0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0"/>
                            </p:stCondLst>
                            <p:childTnLst>
                              <p:par>
                                <p:cTn id="1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60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3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6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84" grpId="0" animBg="1"/>
      <p:bldP spid="8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4575E1F-6F19-603E-9B9E-D45721421572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3F69AF-AF2B-727A-7B32-F868AE943F9A}"/>
                  </a:ext>
                </a:extLst>
              </p:cNvPr>
              <p:cNvSpPr txBox="1"/>
              <p:nvPr/>
            </p:nvSpPr>
            <p:spPr>
              <a:xfrm>
                <a:off x="1787838" y="1260030"/>
                <a:ext cx="9254812" cy="1824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Repeat until convergence {</a:t>
                </a:r>
                <a:endParaRPr lang="en-US" sz="2400" b="1" dirty="0">
                  <a:solidFill>
                    <a:schemeClr val="tx1"/>
                  </a:solidFill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	</a:t>
                </a:r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		(for </a:t>
                </a:r>
                <a:r>
                  <a:rPr lang="en-US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 = 0 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 = 1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	</a:t>
                </a:r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3F69AF-AF2B-727A-7B32-F868AE943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838" y="1260030"/>
                <a:ext cx="9254812" cy="1824346"/>
              </a:xfrm>
              <a:prstGeom prst="rect">
                <a:avLst/>
              </a:prstGeom>
              <a:blipFill>
                <a:blip r:embed="rId2"/>
                <a:stretch>
                  <a:fillRect l="-959" t="-2778" b="-694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60BF7E13-FA80-2442-4F79-D43C2B7696A0}"/>
              </a:ext>
            </a:extLst>
          </p:cNvPr>
          <p:cNvSpPr txBox="1"/>
          <p:nvPr/>
        </p:nvSpPr>
        <p:spPr>
          <a:xfrm>
            <a:off x="1429125" y="515146"/>
            <a:ext cx="408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FF00"/>
                </a:solidFill>
              </a:rPr>
              <a:t>Gradient descent algorithm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556CFC-D4D5-AE42-DDEC-DA93D3BCA4AE}"/>
              </a:ext>
            </a:extLst>
          </p:cNvPr>
          <p:cNvSpPr txBox="1"/>
          <p:nvPr/>
        </p:nvSpPr>
        <p:spPr>
          <a:xfrm>
            <a:off x="2319569" y="3606218"/>
            <a:ext cx="1862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Learning rate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29378A-3C64-5ED3-B66F-422779F23683}"/>
              </a:ext>
            </a:extLst>
          </p:cNvPr>
          <p:cNvSpPr/>
          <p:nvPr/>
        </p:nvSpPr>
        <p:spPr>
          <a:xfrm>
            <a:off x="3968750" y="2172203"/>
            <a:ext cx="317500" cy="3175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2EF0FD-07F8-1B0E-3BB4-75690FFEA976}"/>
              </a:ext>
            </a:extLst>
          </p:cNvPr>
          <p:cNvSpPr/>
          <p:nvPr/>
        </p:nvSpPr>
        <p:spPr>
          <a:xfrm>
            <a:off x="4400398" y="1990391"/>
            <a:ext cx="1625752" cy="6812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A792955-FC65-95D5-C8B2-40A274A78A90}"/>
              </a:ext>
            </a:extLst>
          </p:cNvPr>
          <p:cNvGrpSpPr/>
          <p:nvPr/>
        </p:nvGrpSpPr>
        <p:grpSpPr>
          <a:xfrm>
            <a:off x="2319569" y="4835976"/>
            <a:ext cx="2508250" cy="527517"/>
            <a:chOff x="1171516" y="5334300"/>
            <a:chExt cx="1868104" cy="5275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DD3D938-8EE1-808A-A077-47CDBD7379B6}"/>
                    </a:ext>
                  </a:extLst>
                </p:cNvPr>
                <p:cNvSpPr txBox="1"/>
                <p:nvPr/>
              </p:nvSpPr>
              <p:spPr>
                <a:xfrm>
                  <a:off x="2269666" y="5365913"/>
                  <a:ext cx="76995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  <m:d>
                          <m:d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b="1" i="1" dirty="0"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DD3D938-8EE1-808A-A077-47CDBD7379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9666" y="5365913"/>
                  <a:ext cx="76995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30000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6F8D7F2-3737-67A8-3C44-C87898E00DAC}"/>
                    </a:ext>
                  </a:extLst>
                </p:cNvPr>
                <p:cNvSpPr txBox="1"/>
                <p:nvPr/>
              </p:nvSpPr>
              <p:spPr>
                <a:xfrm>
                  <a:off x="1171516" y="5334300"/>
                  <a:ext cx="1417055" cy="5275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minimize</m:t>
                                </m:r>
                              </m:e>
                              <m:lim>
                                <m:r>
                                  <m:rPr>
                                    <m:nor/>
                                  </m:rPr>
                                  <a:rPr lang="en-US" sz="2400" b="1" i="1" dirty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  <m:r>
                                  <m:rPr>
                                    <m:nor/>
                                  </m:rPr>
                                  <a:rPr lang="en-US" sz="2400" b="1" i="1" baseline="-25000" dirty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6F8D7F2-3737-67A8-3C44-C87898E00D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1516" y="5334300"/>
                  <a:ext cx="1417055" cy="527517"/>
                </a:xfrm>
                <a:prstGeom prst="rect">
                  <a:avLst/>
                </a:prstGeom>
                <a:blipFill>
                  <a:blip r:embed="rId4"/>
                  <a:stretch>
                    <a:fillRect t="-4651" b="-23256"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F13BD31-BE09-B662-DAA6-C8F897DAD637}"/>
              </a:ext>
            </a:extLst>
          </p:cNvPr>
          <p:cNvCxnSpPr>
            <a:cxnSpLocks/>
            <a:stCxn id="37" idx="2"/>
            <a:endCxn id="36" idx="0"/>
          </p:cNvCxnSpPr>
          <p:nvPr/>
        </p:nvCxnSpPr>
        <p:spPr>
          <a:xfrm flipH="1">
            <a:off x="3250786" y="2489788"/>
            <a:ext cx="876714" cy="11164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96870A7-8985-BC25-1688-6FCE41C2A639}"/>
              </a:ext>
            </a:extLst>
          </p:cNvPr>
          <p:cNvSpPr txBox="1"/>
          <p:nvPr/>
        </p:nvSpPr>
        <p:spPr>
          <a:xfrm>
            <a:off x="4827819" y="3610955"/>
            <a:ext cx="2093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Derivative part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46D037-9692-FE92-E2AF-592D6282D788}"/>
              </a:ext>
            </a:extLst>
          </p:cNvPr>
          <p:cNvCxnSpPr>
            <a:cxnSpLocks/>
            <a:stCxn id="38" idx="2"/>
            <a:endCxn id="8" idx="0"/>
          </p:cNvCxnSpPr>
          <p:nvPr/>
        </p:nvCxnSpPr>
        <p:spPr>
          <a:xfrm>
            <a:off x="5213274" y="2671599"/>
            <a:ext cx="661146" cy="9393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1100CF-A5AC-7371-BBBF-214E045CB338}"/>
                  </a:ext>
                </a:extLst>
              </p:cNvPr>
              <p:cNvSpPr txBox="1"/>
              <p:nvPr/>
            </p:nvSpPr>
            <p:spPr>
              <a:xfrm>
                <a:off x="5568231" y="4835976"/>
                <a:ext cx="152726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i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θ</m:t>
                    </m:r>
                    <m:r>
                      <m:rPr>
                        <m:nor/>
                      </m:rPr>
                      <a:rPr lang="en-US" sz="2400" b="1" i="1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1100CF-A5AC-7371-BBBF-214E045CB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231" y="4835976"/>
                <a:ext cx="1527261" cy="461665"/>
              </a:xfrm>
              <a:prstGeom prst="rect">
                <a:avLst/>
              </a:prstGeom>
              <a:blipFill>
                <a:blip r:embed="rId5"/>
                <a:stretch>
                  <a:fillRect l="-826" b="-263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60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3" grpId="0"/>
      <p:bldP spid="36" grpId="0"/>
      <p:bldP spid="37" grpId="0" animBg="1"/>
      <p:bldP spid="38" grpId="0" animBg="1"/>
      <p:bldP spid="8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4575E1F-6F19-603E-9B9E-D45721421572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CCC982E-F83D-3D81-6148-EAF21AC083E9}"/>
              </a:ext>
            </a:extLst>
          </p:cNvPr>
          <p:cNvCxnSpPr>
            <a:cxnSpLocks/>
            <a:endCxn id="25" idx="2"/>
          </p:cNvCxnSpPr>
          <p:nvPr/>
        </p:nvCxnSpPr>
        <p:spPr>
          <a:xfrm flipH="1" flipV="1">
            <a:off x="1443032" y="621886"/>
            <a:ext cx="3953" cy="2138417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1661491-710F-210D-EC6E-E6A1EE53F98C}"/>
              </a:ext>
            </a:extLst>
          </p:cNvPr>
          <p:cNvCxnSpPr>
            <a:cxnSpLocks/>
          </p:cNvCxnSpPr>
          <p:nvPr/>
        </p:nvCxnSpPr>
        <p:spPr>
          <a:xfrm flipV="1">
            <a:off x="1206500" y="2597914"/>
            <a:ext cx="3628420" cy="598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7773C27-6619-0B71-F738-C3948FD37319}"/>
                  </a:ext>
                </a:extLst>
              </p:cNvPr>
              <p:cNvSpPr txBox="1"/>
              <p:nvPr/>
            </p:nvSpPr>
            <p:spPr>
              <a:xfrm>
                <a:off x="1098604" y="252554"/>
                <a:ext cx="688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i="1" dirty="0">
                                  <a:solidFill>
                                    <a:srgbClr val="FFFF00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7773C27-6619-0B71-F738-C3948FD37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04" y="252554"/>
                <a:ext cx="688856" cy="369332"/>
              </a:xfrm>
              <a:prstGeom prst="rect">
                <a:avLst/>
              </a:prstGeom>
              <a:blipFill>
                <a:blip r:embed="rId2"/>
                <a:stretch>
                  <a:fillRect l="-885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680F6C3-7D11-8816-1B04-5A96A2821D9B}"/>
                  </a:ext>
                </a:extLst>
              </p:cNvPr>
              <p:cNvSpPr txBox="1"/>
              <p:nvPr/>
            </p:nvSpPr>
            <p:spPr>
              <a:xfrm>
                <a:off x="3811884" y="2629764"/>
                <a:ext cx="3712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rgbClr val="FFFF00"/>
                              </a:solidFill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680F6C3-7D11-8816-1B04-5A96A2821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884" y="2629764"/>
                <a:ext cx="3712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771F303-6C7D-CCA4-D84E-BAF2935DF451}"/>
              </a:ext>
            </a:extLst>
          </p:cNvPr>
          <p:cNvCxnSpPr>
            <a:cxnSpLocks/>
          </p:cNvCxnSpPr>
          <p:nvPr/>
        </p:nvCxnSpPr>
        <p:spPr>
          <a:xfrm flipV="1">
            <a:off x="3992981" y="2494459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0C2D50E9-8BB9-B03D-1FA3-6E8499351572}"/>
              </a:ext>
            </a:extLst>
          </p:cNvPr>
          <p:cNvSpPr/>
          <p:nvPr/>
        </p:nvSpPr>
        <p:spPr>
          <a:xfrm>
            <a:off x="1833185" y="672686"/>
            <a:ext cx="2429958" cy="1767875"/>
          </a:xfrm>
          <a:custGeom>
            <a:avLst/>
            <a:gdLst>
              <a:gd name="connsiteX0" fmla="*/ 0 w 2429958"/>
              <a:gd name="connsiteY0" fmla="*/ 26992 h 1474799"/>
              <a:gd name="connsiteX1" fmla="*/ 641350 w 2429958"/>
              <a:gd name="connsiteY1" fmla="*/ 1163642 h 1474799"/>
              <a:gd name="connsiteX2" fmla="*/ 1219200 w 2429958"/>
              <a:gd name="connsiteY2" fmla="*/ 1474792 h 1474799"/>
              <a:gd name="connsiteX3" fmla="*/ 1758950 w 2429958"/>
              <a:gd name="connsiteY3" fmla="*/ 1169992 h 1474799"/>
              <a:gd name="connsiteX4" fmla="*/ 2292350 w 2429958"/>
              <a:gd name="connsiteY4" fmla="*/ 306392 h 1474799"/>
              <a:gd name="connsiteX5" fmla="*/ 2425700 w 2429958"/>
              <a:gd name="connsiteY5" fmla="*/ 33342 h 1474799"/>
              <a:gd name="connsiteX6" fmla="*/ 2419350 w 2429958"/>
              <a:gd name="connsiteY6" fmla="*/ 33342 h 1474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9958" h="1474799">
                <a:moveTo>
                  <a:pt x="0" y="26992"/>
                </a:moveTo>
                <a:cubicBezTo>
                  <a:pt x="219075" y="474667"/>
                  <a:pt x="438150" y="922342"/>
                  <a:pt x="641350" y="1163642"/>
                </a:cubicBezTo>
                <a:cubicBezTo>
                  <a:pt x="844550" y="1404942"/>
                  <a:pt x="1032933" y="1473734"/>
                  <a:pt x="1219200" y="1474792"/>
                </a:cubicBezTo>
                <a:cubicBezTo>
                  <a:pt x="1405467" y="1475850"/>
                  <a:pt x="1580092" y="1364725"/>
                  <a:pt x="1758950" y="1169992"/>
                </a:cubicBezTo>
                <a:cubicBezTo>
                  <a:pt x="1937808" y="975259"/>
                  <a:pt x="2181225" y="495834"/>
                  <a:pt x="2292350" y="306392"/>
                </a:cubicBezTo>
                <a:cubicBezTo>
                  <a:pt x="2403475" y="116950"/>
                  <a:pt x="2425700" y="33342"/>
                  <a:pt x="2425700" y="33342"/>
                </a:cubicBezTo>
                <a:cubicBezTo>
                  <a:pt x="2446867" y="-12166"/>
                  <a:pt x="2380192" y="-10050"/>
                  <a:pt x="2419350" y="33342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346FBF0-405A-B32E-F7F8-54F4723AFFAC}"/>
                  </a:ext>
                </a:extLst>
              </p:cNvPr>
              <p:cNvSpPr txBox="1"/>
              <p:nvPr/>
            </p:nvSpPr>
            <p:spPr>
              <a:xfrm>
                <a:off x="6071291" y="755236"/>
                <a:ext cx="3822009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346FBF0-405A-B32E-F7F8-54F4723AF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291" y="755236"/>
                <a:ext cx="3822009" cy="679160"/>
              </a:xfrm>
              <a:prstGeom prst="rect">
                <a:avLst/>
              </a:prstGeom>
              <a:blipFill>
                <a:blip r:embed="rId4"/>
                <a:stretch>
                  <a:fillRect b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C328A02-373A-C4C2-4333-15756D21C15E}"/>
              </a:ext>
            </a:extLst>
          </p:cNvPr>
          <p:cNvCxnSpPr>
            <a:cxnSpLocks/>
          </p:cNvCxnSpPr>
          <p:nvPr/>
        </p:nvCxnSpPr>
        <p:spPr>
          <a:xfrm flipV="1">
            <a:off x="3530600" y="418170"/>
            <a:ext cx="889000" cy="189958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5419F7BA-4BAF-FD99-21AF-955BD0672060}"/>
              </a:ext>
            </a:extLst>
          </p:cNvPr>
          <p:cNvSpPr/>
          <p:nvPr/>
        </p:nvSpPr>
        <p:spPr>
          <a:xfrm>
            <a:off x="3943350" y="1275838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53047A6-1CBF-FBA6-BED3-3D65CACA2BD3}"/>
              </a:ext>
            </a:extLst>
          </p:cNvPr>
          <p:cNvCxnSpPr>
            <a:cxnSpLocks/>
          </p:cNvCxnSpPr>
          <p:nvPr/>
        </p:nvCxnSpPr>
        <p:spPr>
          <a:xfrm flipV="1">
            <a:off x="4183152" y="917575"/>
            <a:ext cx="6350" cy="926665"/>
          </a:xfrm>
          <a:prstGeom prst="line">
            <a:avLst/>
          </a:prstGeom>
          <a:ln w="9525">
            <a:solidFill>
              <a:srgbClr val="FF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6163663-9765-052A-6ED7-459E5B98A8B0}"/>
              </a:ext>
            </a:extLst>
          </p:cNvPr>
          <p:cNvCxnSpPr>
            <a:cxnSpLocks/>
          </p:cNvCxnSpPr>
          <p:nvPr/>
        </p:nvCxnSpPr>
        <p:spPr>
          <a:xfrm flipH="1">
            <a:off x="3759200" y="1837890"/>
            <a:ext cx="430302" cy="0"/>
          </a:xfrm>
          <a:prstGeom prst="line">
            <a:avLst/>
          </a:prstGeom>
          <a:ln w="9525">
            <a:solidFill>
              <a:srgbClr val="FF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28799A0-22D8-2BA9-9EE9-5F54101B2766}"/>
              </a:ext>
            </a:extLst>
          </p:cNvPr>
          <p:cNvSpPr/>
          <p:nvPr/>
        </p:nvSpPr>
        <p:spPr>
          <a:xfrm>
            <a:off x="7835748" y="758097"/>
            <a:ext cx="1218661" cy="6812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C8EE8C6-D6B9-C9F4-7704-BB5126EE06FC}"/>
                  </a:ext>
                </a:extLst>
              </p:cNvPr>
              <p:cNvSpPr txBox="1"/>
              <p:nvPr/>
            </p:nvSpPr>
            <p:spPr>
              <a:xfrm>
                <a:off x="6117015" y="2032794"/>
                <a:ext cx="44493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𝑃𝑜𝑠𝑖𝑡𝑖𝑣𝑒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𝑣𝑎𝑙𝑢𝑒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C8EE8C6-D6B9-C9F4-7704-BB5126EE0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015" y="2032794"/>
                <a:ext cx="4449385" cy="461665"/>
              </a:xfrm>
              <a:prstGeom prst="rect">
                <a:avLst/>
              </a:prstGeom>
              <a:blipFill>
                <a:blip r:embed="rId5"/>
                <a:stretch>
                  <a:fillRect l="-285" t="-7895" b="-2631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34666C9-8E36-35EE-E3E7-C26B735128E1}"/>
                  </a:ext>
                </a:extLst>
              </p:cNvPr>
              <p:cNvSpPr txBox="1"/>
              <p:nvPr/>
            </p:nvSpPr>
            <p:spPr>
              <a:xfrm>
                <a:off x="8233757" y="1515647"/>
                <a:ext cx="46397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34666C9-8E36-35EE-E3E7-C26B73512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757" y="1515647"/>
                <a:ext cx="463973" cy="307777"/>
              </a:xfrm>
              <a:prstGeom prst="rect">
                <a:avLst/>
              </a:prstGeom>
              <a:blipFill>
                <a:blip r:embed="rId6"/>
                <a:stretch>
                  <a:fillRect l="-13158" r="-11842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Oval 119">
            <a:extLst>
              <a:ext uri="{FF2B5EF4-FFF2-40B4-BE49-F238E27FC236}">
                <a16:creationId xmlns:a16="http://schemas.microsoft.com/office/drawing/2014/main" id="{EEED741E-293B-B259-9834-20340AFC82F7}"/>
              </a:ext>
            </a:extLst>
          </p:cNvPr>
          <p:cNvSpPr/>
          <p:nvPr/>
        </p:nvSpPr>
        <p:spPr>
          <a:xfrm>
            <a:off x="3695700" y="1777488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047B2FD-0EC5-4CE2-8971-FDBC6A7B0B1A}"/>
              </a:ext>
            </a:extLst>
          </p:cNvPr>
          <p:cNvCxnSpPr/>
          <p:nvPr/>
        </p:nvCxnSpPr>
        <p:spPr>
          <a:xfrm>
            <a:off x="3041650" y="2012950"/>
            <a:ext cx="0" cy="4064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049B8A0-9385-D8E5-7AAE-828CBAA7254D}"/>
              </a:ext>
            </a:extLst>
          </p:cNvPr>
          <p:cNvCxnSpPr>
            <a:cxnSpLocks/>
          </p:cNvCxnSpPr>
          <p:nvPr/>
        </p:nvCxnSpPr>
        <p:spPr>
          <a:xfrm flipH="1">
            <a:off x="3695700" y="1364812"/>
            <a:ext cx="190500" cy="3540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5CE6C2A3-3B47-CF2E-F465-2831AF448395}"/>
              </a:ext>
            </a:extLst>
          </p:cNvPr>
          <p:cNvCxnSpPr>
            <a:cxnSpLocks/>
          </p:cNvCxnSpPr>
          <p:nvPr/>
        </p:nvCxnSpPr>
        <p:spPr>
          <a:xfrm flipV="1">
            <a:off x="3997324" y="1343759"/>
            <a:ext cx="0" cy="1254154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E48FCE8A-F5CA-4DE4-FB5D-6E6995280B66}"/>
              </a:ext>
            </a:extLst>
          </p:cNvPr>
          <p:cNvCxnSpPr>
            <a:cxnSpLocks/>
            <a:endCxn id="129" idx="2"/>
          </p:cNvCxnSpPr>
          <p:nvPr/>
        </p:nvCxnSpPr>
        <p:spPr>
          <a:xfrm flipH="1" flipV="1">
            <a:off x="1443032" y="3888123"/>
            <a:ext cx="3953" cy="2138417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8B587C0F-9950-437F-390E-317BAB7F6BEE}"/>
              </a:ext>
            </a:extLst>
          </p:cNvPr>
          <p:cNvCxnSpPr>
            <a:cxnSpLocks/>
          </p:cNvCxnSpPr>
          <p:nvPr/>
        </p:nvCxnSpPr>
        <p:spPr>
          <a:xfrm flipV="1">
            <a:off x="1206500" y="5864151"/>
            <a:ext cx="3628420" cy="598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81787E2-9EDE-F9BA-FAF6-0E6283D4F0C2}"/>
                  </a:ext>
                </a:extLst>
              </p:cNvPr>
              <p:cNvSpPr txBox="1"/>
              <p:nvPr/>
            </p:nvSpPr>
            <p:spPr>
              <a:xfrm>
                <a:off x="1098604" y="3518791"/>
                <a:ext cx="688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i="1" dirty="0">
                                  <a:solidFill>
                                    <a:srgbClr val="FFFF00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81787E2-9EDE-F9BA-FAF6-0E6283D4F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04" y="3518791"/>
                <a:ext cx="688856" cy="369332"/>
              </a:xfrm>
              <a:prstGeom prst="rect">
                <a:avLst/>
              </a:prstGeom>
              <a:blipFill>
                <a:blip r:embed="rId7"/>
                <a:stretch>
                  <a:fillRect l="-885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BF075840-DC5E-7632-50FF-3781AE989B22}"/>
                  </a:ext>
                </a:extLst>
              </p:cNvPr>
              <p:cNvSpPr txBox="1"/>
              <p:nvPr/>
            </p:nvSpPr>
            <p:spPr>
              <a:xfrm>
                <a:off x="1919584" y="5896001"/>
                <a:ext cx="3712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rgbClr val="FFFF00"/>
                              </a:solidFill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BF075840-DC5E-7632-50FF-3781AE989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84" y="5896001"/>
                <a:ext cx="37126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98DEEEB-CEC1-333F-0EE6-1588631FF902}"/>
              </a:ext>
            </a:extLst>
          </p:cNvPr>
          <p:cNvCxnSpPr>
            <a:cxnSpLocks/>
          </p:cNvCxnSpPr>
          <p:nvPr/>
        </p:nvCxnSpPr>
        <p:spPr>
          <a:xfrm flipV="1">
            <a:off x="2087981" y="5767046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A64D47D6-F71C-F51F-481A-6C92F226F3AD}"/>
              </a:ext>
            </a:extLst>
          </p:cNvPr>
          <p:cNvSpPr/>
          <p:nvPr/>
        </p:nvSpPr>
        <p:spPr>
          <a:xfrm>
            <a:off x="1833185" y="3938923"/>
            <a:ext cx="2429958" cy="1767875"/>
          </a:xfrm>
          <a:custGeom>
            <a:avLst/>
            <a:gdLst>
              <a:gd name="connsiteX0" fmla="*/ 0 w 2429958"/>
              <a:gd name="connsiteY0" fmla="*/ 26992 h 1474799"/>
              <a:gd name="connsiteX1" fmla="*/ 641350 w 2429958"/>
              <a:gd name="connsiteY1" fmla="*/ 1163642 h 1474799"/>
              <a:gd name="connsiteX2" fmla="*/ 1219200 w 2429958"/>
              <a:gd name="connsiteY2" fmla="*/ 1474792 h 1474799"/>
              <a:gd name="connsiteX3" fmla="*/ 1758950 w 2429958"/>
              <a:gd name="connsiteY3" fmla="*/ 1169992 h 1474799"/>
              <a:gd name="connsiteX4" fmla="*/ 2292350 w 2429958"/>
              <a:gd name="connsiteY4" fmla="*/ 306392 h 1474799"/>
              <a:gd name="connsiteX5" fmla="*/ 2425700 w 2429958"/>
              <a:gd name="connsiteY5" fmla="*/ 33342 h 1474799"/>
              <a:gd name="connsiteX6" fmla="*/ 2419350 w 2429958"/>
              <a:gd name="connsiteY6" fmla="*/ 33342 h 1474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9958" h="1474799">
                <a:moveTo>
                  <a:pt x="0" y="26992"/>
                </a:moveTo>
                <a:cubicBezTo>
                  <a:pt x="219075" y="474667"/>
                  <a:pt x="438150" y="922342"/>
                  <a:pt x="641350" y="1163642"/>
                </a:cubicBezTo>
                <a:cubicBezTo>
                  <a:pt x="844550" y="1404942"/>
                  <a:pt x="1032933" y="1473734"/>
                  <a:pt x="1219200" y="1474792"/>
                </a:cubicBezTo>
                <a:cubicBezTo>
                  <a:pt x="1405467" y="1475850"/>
                  <a:pt x="1580092" y="1364725"/>
                  <a:pt x="1758950" y="1169992"/>
                </a:cubicBezTo>
                <a:cubicBezTo>
                  <a:pt x="1937808" y="975259"/>
                  <a:pt x="2181225" y="495834"/>
                  <a:pt x="2292350" y="306392"/>
                </a:cubicBezTo>
                <a:cubicBezTo>
                  <a:pt x="2403475" y="116950"/>
                  <a:pt x="2425700" y="33342"/>
                  <a:pt x="2425700" y="33342"/>
                </a:cubicBezTo>
                <a:cubicBezTo>
                  <a:pt x="2446867" y="-12166"/>
                  <a:pt x="2380192" y="-10050"/>
                  <a:pt x="2419350" y="33342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ED251AC7-9E3E-49D2-3EAB-B3E1407B6D70}"/>
                  </a:ext>
                </a:extLst>
              </p:cNvPr>
              <p:cNvSpPr txBox="1"/>
              <p:nvPr/>
            </p:nvSpPr>
            <p:spPr>
              <a:xfrm>
                <a:off x="6071291" y="4021473"/>
                <a:ext cx="3822009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ED251AC7-9E3E-49D2-3EAB-B3E1407B6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291" y="4021473"/>
                <a:ext cx="3822009" cy="679160"/>
              </a:xfrm>
              <a:prstGeom prst="rect">
                <a:avLst/>
              </a:prstGeom>
              <a:blipFill>
                <a:blip r:embed="rId9"/>
                <a:stretch>
                  <a:fillRect b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B59C3266-014E-0DB8-758C-C1FD71DC424A}"/>
              </a:ext>
            </a:extLst>
          </p:cNvPr>
          <p:cNvCxnSpPr>
            <a:cxnSpLocks/>
          </p:cNvCxnSpPr>
          <p:nvPr/>
        </p:nvCxnSpPr>
        <p:spPr>
          <a:xfrm flipH="1" flipV="1">
            <a:off x="1787460" y="3938923"/>
            <a:ext cx="676340" cy="152207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Oval 136">
            <a:extLst>
              <a:ext uri="{FF2B5EF4-FFF2-40B4-BE49-F238E27FC236}">
                <a16:creationId xmlns:a16="http://schemas.microsoft.com/office/drawing/2014/main" id="{FA6ED376-15AC-964B-115A-A3D8703B61CA}"/>
              </a:ext>
            </a:extLst>
          </p:cNvPr>
          <p:cNvSpPr/>
          <p:nvPr/>
        </p:nvSpPr>
        <p:spPr>
          <a:xfrm>
            <a:off x="2055062" y="4584418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7658E235-03DD-EFD2-7020-37043D578B5A}"/>
              </a:ext>
            </a:extLst>
          </p:cNvPr>
          <p:cNvCxnSpPr>
            <a:cxnSpLocks/>
          </p:cNvCxnSpPr>
          <p:nvPr/>
        </p:nvCxnSpPr>
        <p:spPr>
          <a:xfrm flipV="1">
            <a:off x="1909852" y="4183812"/>
            <a:ext cx="6350" cy="926665"/>
          </a:xfrm>
          <a:prstGeom prst="line">
            <a:avLst/>
          </a:prstGeom>
          <a:ln w="9525">
            <a:solidFill>
              <a:srgbClr val="FF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2419065-25D8-606D-7785-F76E186E9FBE}"/>
              </a:ext>
            </a:extLst>
          </p:cNvPr>
          <p:cNvCxnSpPr>
            <a:cxnSpLocks/>
          </p:cNvCxnSpPr>
          <p:nvPr/>
        </p:nvCxnSpPr>
        <p:spPr>
          <a:xfrm flipH="1">
            <a:off x="1911350" y="5104127"/>
            <a:ext cx="430302" cy="0"/>
          </a:xfrm>
          <a:prstGeom prst="line">
            <a:avLst/>
          </a:prstGeom>
          <a:ln w="9525">
            <a:solidFill>
              <a:srgbClr val="FF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9D3BA71-0727-EE64-8288-C139E0047355}"/>
              </a:ext>
            </a:extLst>
          </p:cNvPr>
          <p:cNvSpPr/>
          <p:nvPr/>
        </p:nvSpPr>
        <p:spPr>
          <a:xfrm>
            <a:off x="7835748" y="4024334"/>
            <a:ext cx="1218661" cy="6812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0F7A960C-FAF6-192C-A858-4CDEB5959074}"/>
                  </a:ext>
                </a:extLst>
              </p:cNvPr>
              <p:cNvSpPr txBox="1"/>
              <p:nvPr/>
            </p:nvSpPr>
            <p:spPr>
              <a:xfrm>
                <a:off x="6117015" y="5299031"/>
                <a:ext cx="44493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𝑁𝑒𝑔𝑎𝑡𝑖𝑣𝑒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𝑣𝑎𝑙𝑢𝑒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0F7A960C-FAF6-192C-A858-4CDEB5959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015" y="5299031"/>
                <a:ext cx="4449385" cy="461665"/>
              </a:xfrm>
              <a:prstGeom prst="rect">
                <a:avLst/>
              </a:prstGeom>
              <a:blipFill>
                <a:blip r:embed="rId10"/>
                <a:stretch>
                  <a:fillRect l="-285" t="-10811" b="-2702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362422E2-EF92-972C-EBB7-AAB8C2D668C9}"/>
                  </a:ext>
                </a:extLst>
              </p:cNvPr>
              <p:cNvSpPr txBox="1"/>
              <p:nvPr/>
            </p:nvSpPr>
            <p:spPr>
              <a:xfrm>
                <a:off x="8233757" y="4781884"/>
                <a:ext cx="46397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362422E2-EF92-972C-EBB7-AAB8C2D66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757" y="4781884"/>
                <a:ext cx="463973" cy="307777"/>
              </a:xfrm>
              <a:prstGeom prst="rect">
                <a:avLst/>
              </a:prstGeom>
              <a:blipFill>
                <a:blip r:embed="rId11"/>
                <a:stretch>
                  <a:fillRect l="-13158" r="-11842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Oval 142">
            <a:extLst>
              <a:ext uri="{FF2B5EF4-FFF2-40B4-BE49-F238E27FC236}">
                <a16:creationId xmlns:a16="http://schemas.microsoft.com/office/drawing/2014/main" id="{6CE0B587-165A-C744-F567-623844A0D763}"/>
              </a:ext>
            </a:extLst>
          </p:cNvPr>
          <p:cNvSpPr/>
          <p:nvPr/>
        </p:nvSpPr>
        <p:spPr>
          <a:xfrm>
            <a:off x="2286000" y="5050075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5C09010C-654E-D7EF-4C7B-2825FD47F464}"/>
              </a:ext>
            </a:extLst>
          </p:cNvPr>
          <p:cNvCxnSpPr/>
          <p:nvPr/>
        </p:nvCxnSpPr>
        <p:spPr>
          <a:xfrm>
            <a:off x="3041650" y="5279187"/>
            <a:ext cx="0" cy="4064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F78998BB-34ED-48DB-D702-39AA9EACC238}"/>
              </a:ext>
            </a:extLst>
          </p:cNvPr>
          <p:cNvCxnSpPr>
            <a:cxnSpLocks/>
          </p:cNvCxnSpPr>
          <p:nvPr/>
        </p:nvCxnSpPr>
        <p:spPr>
          <a:xfrm>
            <a:off x="2212197" y="4646924"/>
            <a:ext cx="156739" cy="3119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6C0412C3-4F81-FDD5-9FE3-9AEA245351B7}"/>
              </a:ext>
            </a:extLst>
          </p:cNvPr>
          <p:cNvCxnSpPr>
            <a:cxnSpLocks/>
          </p:cNvCxnSpPr>
          <p:nvPr/>
        </p:nvCxnSpPr>
        <p:spPr>
          <a:xfrm flipV="1">
            <a:off x="2092324" y="4616346"/>
            <a:ext cx="0" cy="1254154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E28C6793-012F-7AD4-E037-22E6273F027F}"/>
              </a:ext>
            </a:extLst>
          </p:cNvPr>
          <p:cNvCxnSpPr>
            <a:cxnSpLocks/>
          </p:cNvCxnSpPr>
          <p:nvPr/>
        </p:nvCxnSpPr>
        <p:spPr>
          <a:xfrm>
            <a:off x="2290566" y="6080667"/>
            <a:ext cx="3637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E516E603-5707-7D22-92B6-552C56585F8D}"/>
              </a:ext>
            </a:extLst>
          </p:cNvPr>
          <p:cNvCxnSpPr>
            <a:cxnSpLocks/>
          </p:cNvCxnSpPr>
          <p:nvPr/>
        </p:nvCxnSpPr>
        <p:spPr>
          <a:xfrm flipH="1">
            <a:off x="3340099" y="2803444"/>
            <a:ext cx="478913" cy="28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DFCA7C4-62F1-692B-653E-C1F20DDF1F46}"/>
                  </a:ext>
                </a:extLst>
              </p:cNvPr>
              <p:cNvSpPr txBox="1"/>
              <p:nvPr/>
            </p:nvSpPr>
            <p:spPr>
              <a:xfrm>
                <a:off x="2125630" y="355559"/>
                <a:ext cx="20032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𝑃𝑜𝑠𝑖𝑡𝑖𝑣𝑒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𝑠𝑙𝑜𝑝𝑒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DFCA7C4-62F1-692B-653E-C1F20DDF1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630" y="355559"/>
                <a:ext cx="2003261" cy="369332"/>
              </a:xfrm>
              <a:prstGeom prst="rect">
                <a:avLst/>
              </a:prstGeom>
              <a:blipFill>
                <a:blip r:embed="rId12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0FA53F3F-3175-DB1C-4683-1C64C9D84985}"/>
                  </a:ext>
                </a:extLst>
              </p:cNvPr>
              <p:cNvSpPr txBox="1"/>
              <p:nvPr/>
            </p:nvSpPr>
            <p:spPr>
              <a:xfrm>
                <a:off x="2125629" y="3468278"/>
                <a:ext cx="20032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𝑁𝑒𝑔𝑎𝑡𝑖𝑣𝑒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𝑠𝑙𝑜𝑝𝑒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0FA53F3F-3175-DB1C-4683-1C64C9D84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629" y="3468278"/>
                <a:ext cx="2003261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A0793B1-892D-C6AE-46E4-ABB31E20C2AA}"/>
              </a:ext>
            </a:extLst>
          </p:cNvPr>
          <p:cNvCxnSpPr>
            <a:cxnSpLocks/>
          </p:cNvCxnSpPr>
          <p:nvPr/>
        </p:nvCxnSpPr>
        <p:spPr>
          <a:xfrm>
            <a:off x="3127259" y="755236"/>
            <a:ext cx="1062243" cy="10201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E77B9B1B-085E-8643-98FD-8E7FA4009385}"/>
              </a:ext>
            </a:extLst>
          </p:cNvPr>
          <p:cNvCxnSpPr>
            <a:cxnSpLocks/>
          </p:cNvCxnSpPr>
          <p:nvPr/>
        </p:nvCxnSpPr>
        <p:spPr>
          <a:xfrm flipH="1">
            <a:off x="2023992" y="3862104"/>
            <a:ext cx="952364" cy="47725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96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1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25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25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25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2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2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2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000"/>
                            </p:stCondLst>
                            <p:childTnLst>
                              <p:par>
                                <p:cTn id="16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3" dur="2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12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48" grpId="0" animBg="1"/>
      <p:bldP spid="97" grpId="0"/>
      <p:bldP spid="99" grpId="0" animBg="1"/>
      <p:bldP spid="117" grpId="0" animBg="1"/>
      <p:bldP spid="118" grpId="0"/>
      <p:bldP spid="119" grpId="0"/>
      <p:bldP spid="120" grpId="0" animBg="1"/>
      <p:bldP spid="129" grpId="0"/>
      <p:bldP spid="130" grpId="0"/>
      <p:bldP spid="134" grpId="0" animBg="1"/>
      <p:bldP spid="135" grpId="0"/>
      <p:bldP spid="137" grpId="0" animBg="1"/>
      <p:bldP spid="140" grpId="0" animBg="1"/>
      <p:bldP spid="141" grpId="0"/>
      <p:bldP spid="142" grpId="0"/>
      <p:bldP spid="143" grpId="0" animBg="1"/>
      <p:bldP spid="158" grpId="0"/>
      <p:bldP spid="15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4575E1F-6F19-603E-9B9E-D45721421572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CCC982E-F83D-3D81-6148-EAF21AC083E9}"/>
              </a:ext>
            </a:extLst>
          </p:cNvPr>
          <p:cNvCxnSpPr>
            <a:cxnSpLocks/>
            <a:endCxn id="25" idx="2"/>
          </p:cNvCxnSpPr>
          <p:nvPr/>
        </p:nvCxnSpPr>
        <p:spPr>
          <a:xfrm flipH="1" flipV="1">
            <a:off x="7558082" y="640936"/>
            <a:ext cx="3953" cy="2138417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1661491-710F-210D-EC6E-E6A1EE53F98C}"/>
              </a:ext>
            </a:extLst>
          </p:cNvPr>
          <p:cNvCxnSpPr>
            <a:cxnSpLocks/>
          </p:cNvCxnSpPr>
          <p:nvPr/>
        </p:nvCxnSpPr>
        <p:spPr>
          <a:xfrm flipV="1">
            <a:off x="7321550" y="2616964"/>
            <a:ext cx="3628420" cy="598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7773C27-6619-0B71-F738-C3948FD37319}"/>
                  </a:ext>
                </a:extLst>
              </p:cNvPr>
              <p:cNvSpPr txBox="1"/>
              <p:nvPr/>
            </p:nvSpPr>
            <p:spPr>
              <a:xfrm>
                <a:off x="7213654" y="271604"/>
                <a:ext cx="688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i="1" dirty="0">
                                  <a:solidFill>
                                    <a:srgbClr val="FFFF00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7773C27-6619-0B71-F738-C3948FD37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654" y="271604"/>
                <a:ext cx="688856" cy="369332"/>
              </a:xfrm>
              <a:prstGeom prst="rect">
                <a:avLst/>
              </a:prstGeom>
              <a:blipFill>
                <a:blip r:embed="rId2"/>
                <a:stretch>
                  <a:fillRect l="-885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680F6C3-7D11-8816-1B04-5A96A2821D9B}"/>
                  </a:ext>
                </a:extLst>
              </p:cNvPr>
              <p:cNvSpPr txBox="1"/>
              <p:nvPr/>
            </p:nvSpPr>
            <p:spPr>
              <a:xfrm>
                <a:off x="8977580" y="2773998"/>
                <a:ext cx="3712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rgbClr val="FFFF00"/>
                              </a:solidFill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680F6C3-7D11-8816-1B04-5A96A2821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580" y="2773998"/>
                <a:ext cx="3712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0ABAFB45-ECB6-880B-7EA9-EE2E22CCD541}"/>
              </a:ext>
            </a:extLst>
          </p:cNvPr>
          <p:cNvSpPr txBox="1"/>
          <p:nvPr/>
        </p:nvSpPr>
        <p:spPr>
          <a:xfrm>
            <a:off x="7424670" y="277551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0C2D50E9-8BB9-B03D-1FA3-6E8499351572}"/>
              </a:ext>
            </a:extLst>
          </p:cNvPr>
          <p:cNvSpPr/>
          <p:nvPr/>
        </p:nvSpPr>
        <p:spPr>
          <a:xfrm>
            <a:off x="7948235" y="691736"/>
            <a:ext cx="2429958" cy="1767875"/>
          </a:xfrm>
          <a:custGeom>
            <a:avLst/>
            <a:gdLst>
              <a:gd name="connsiteX0" fmla="*/ 0 w 2429958"/>
              <a:gd name="connsiteY0" fmla="*/ 26992 h 1474799"/>
              <a:gd name="connsiteX1" fmla="*/ 641350 w 2429958"/>
              <a:gd name="connsiteY1" fmla="*/ 1163642 h 1474799"/>
              <a:gd name="connsiteX2" fmla="*/ 1219200 w 2429958"/>
              <a:gd name="connsiteY2" fmla="*/ 1474792 h 1474799"/>
              <a:gd name="connsiteX3" fmla="*/ 1758950 w 2429958"/>
              <a:gd name="connsiteY3" fmla="*/ 1169992 h 1474799"/>
              <a:gd name="connsiteX4" fmla="*/ 2292350 w 2429958"/>
              <a:gd name="connsiteY4" fmla="*/ 306392 h 1474799"/>
              <a:gd name="connsiteX5" fmla="*/ 2425700 w 2429958"/>
              <a:gd name="connsiteY5" fmla="*/ 33342 h 1474799"/>
              <a:gd name="connsiteX6" fmla="*/ 2419350 w 2429958"/>
              <a:gd name="connsiteY6" fmla="*/ 33342 h 1474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9958" h="1474799">
                <a:moveTo>
                  <a:pt x="0" y="26992"/>
                </a:moveTo>
                <a:cubicBezTo>
                  <a:pt x="219075" y="474667"/>
                  <a:pt x="438150" y="922342"/>
                  <a:pt x="641350" y="1163642"/>
                </a:cubicBezTo>
                <a:cubicBezTo>
                  <a:pt x="844550" y="1404942"/>
                  <a:pt x="1032933" y="1473734"/>
                  <a:pt x="1219200" y="1474792"/>
                </a:cubicBezTo>
                <a:cubicBezTo>
                  <a:pt x="1405467" y="1475850"/>
                  <a:pt x="1580092" y="1364725"/>
                  <a:pt x="1758950" y="1169992"/>
                </a:cubicBezTo>
                <a:cubicBezTo>
                  <a:pt x="1937808" y="975259"/>
                  <a:pt x="2181225" y="495834"/>
                  <a:pt x="2292350" y="306392"/>
                </a:cubicBezTo>
                <a:cubicBezTo>
                  <a:pt x="2403475" y="116950"/>
                  <a:pt x="2425700" y="33342"/>
                  <a:pt x="2425700" y="33342"/>
                </a:cubicBezTo>
                <a:cubicBezTo>
                  <a:pt x="2446867" y="-12166"/>
                  <a:pt x="2380192" y="-10050"/>
                  <a:pt x="2419350" y="33342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419F7BA-4BAF-FD99-21AF-955BD0672060}"/>
              </a:ext>
            </a:extLst>
          </p:cNvPr>
          <p:cNvSpPr/>
          <p:nvPr/>
        </p:nvSpPr>
        <p:spPr>
          <a:xfrm>
            <a:off x="10196315" y="974927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EEED741E-293B-B259-9834-20340AFC82F7}"/>
              </a:ext>
            </a:extLst>
          </p:cNvPr>
          <p:cNvSpPr/>
          <p:nvPr/>
        </p:nvSpPr>
        <p:spPr>
          <a:xfrm>
            <a:off x="10090150" y="1232066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049B8A0-9385-D8E5-7AAE-828CBAA7254D}"/>
              </a:ext>
            </a:extLst>
          </p:cNvPr>
          <p:cNvCxnSpPr>
            <a:cxnSpLocks/>
          </p:cNvCxnSpPr>
          <p:nvPr/>
        </p:nvCxnSpPr>
        <p:spPr>
          <a:xfrm flipH="1">
            <a:off x="10147300" y="1064359"/>
            <a:ext cx="82550" cy="155870"/>
          </a:xfrm>
          <a:prstGeom prst="straightConnector1">
            <a:avLst/>
          </a:prstGeom>
          <a:ln w="28575">
            <a:solidFill>
              <a:srgbClr val="FF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E48FCE8A-F5CA-4DE4-FB5D-6E6995280B66}"/>
              </a:ext>
            </a:extLst>
          </p:cNvPr>
          <p:cNvCxnSpPr>
            <a:cxnSpLocks/>
            <a:endCxn id="129" idx="2"/>
          </p:cNvCxnSpPr>
          <p:nvPr/>
        </p:nvCxnSpPr>
        <p:spPr>
          <a:xfrm flipH="1" flipV="1">
            <a:off x="7558082" y="3753170"/>
            <a:ext cx="3953" cy="2138417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8B587C0F-9950-437F-390E-317BAB7F6BEE}"/>
              </a:ext>
            </a:extLst>
          </p:cNvPr>
          <p:cNvCxnSpPr>
            <a:cxnSpLocks/>
          </p:cNvCxnSpPr>
          <p:nvPr/>
        </p:nvCxnSpPr>
        <p:spPr>
          <a:xfrm flipV="1">
            <a:off x="7321550" y="5729198"/>
            <a:ext cx="3628420" cy="598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81787E2-9EDE-F9BA-FAF6-0E6283D4F0C2}"/>
                  </a:ext>
                </a:extLst>
              </p:cNvPr>
              <p:cNvSpPr txBox="1"/>
              <p:nvPr/>
            </p:nvSpPr>
            <p:spPr>
              <a:xfrm>
                <a:off x="7213654" y="3383838"/>
                <a:ext cx="688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i="1" dirty="0">
                                  <a:solidFill>
                                    <a:srgbClr val="FFFF00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81787E2-9EDE-F9BA-FAF6-0E6283D4F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654" y="3383838"/>
                <a:ext cx="68885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BF075840-DC5E-7632-50FF-3781AE989B22}"/>
                  </a:ext>
                </a:extLst>
              </p:cNvPr>
              <p:cNvSpPr txBox="1"/>
              <p:nvPr/>
            </p:nvSpPr>
            <p:spPr>
              <a:xfrm>
                <a:off x="8977580" y="5868549"/>
                <a:ext cx="3712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rgbClr val="FFFF00"/>
                              </a:solidFill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BF075840-DC5E-7632-50FF-3781AE989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580" y="5868549"/>
                <a:ext cx="37126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TextBox 130">
            <a:extLst>
              <a:ext uri="{FF2B5EF4-FFF2-40B4-BE49-F238E27FC236}">
                <a16:creationId xmlns:a16="http://schemas.microsoft.com/office/drawing/2014/main" id="{4C8B943B-84D9-6F42-687F-551EC87576E8}"/>
              </a:ext>
            </a:extLst>
          </p:cNvPr>
          <p:cNvSpPr txBox="1"/>
          <p:nvPr/>
        </p:nvSpPr>
        <p:spPr>
          <a:xfrm>
            <a:off x="7424670" y="58877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A64D47D6-F71C-F51F-481A-6C92F226F3AD}"/>
              </a:ext>
            </a:extLst>
          </p:cNvPr>
          <p:cNvSpPr/>
          <p:nvPr/>
        </p:nvSpPr>
        <p:spPr>
          <a:xfrm>
            <a:off x="7948235" y="3803970"/>
            <a:ext cx="2429958" cy="1767875"/>
          </a:xfrm>
          <a:custGeom>
            <a:avLst/>
            <a:gdLst>
              <a:gd name="connsiteX0" fmla="*/ 0 w 2429958"/>
              <a:gd name="connsiteY0" fmla="*/ 26992 h 1474799"/>
              <a:gd name="connsiteX1" fmla="*/ 641350 w 2429958"/>
              <a:gd name="connsiteY1" fmla="*/ 1163642 h 1474799"/>
              <a:gd name="connsiteX2" fmla="*/ 1219200 w 2429958"/>
              <a:gd name="connsiteY2" fmla="*/ 1474792 h 1474799"/>
              <a:gd name="connsiteX3" fmla="*/ 1758950 w 2429958"/>
              <a:gd name="connsiteY3" fmla="*/ 1169992 h 1474799"/>
              <a:gd name="connsiteX4" fmla="*/ 2292350 w 2429958"/>
              <a:gd name="connsiteY4" fmla="*/ 306392 h 1474799"/>
              <a:gd name="connsiteX5" fmla="*/ 2425700 w 2429958"/>
              <a:gd name="connsiteY5" fmla="*/ 33342 h 1474799"/>
              <a:gd name="connsiteX6" fmla="*/ 2419350 w 2429958"/>
              <a:gd name="connsiteY6" fmla="*/ 33342 h 1474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9958" h="1474799">
                <a:moveTo>
                  <a:pt x="0" y="26992"/>
                </a:moveTo>
                <a:cubicBezTo>
                  <a:pt x="219075" y="474667"/>
                  <a:pt x="438150" y="922342"/>
                  <a:pt x="641350" y="1163642"/>
                </a:cubicBezTo>
                <a:cubicBezTo>
                  <a:pt x="844550" y="1404942"/>
                  <a:pt x="1032933" y="1473734"/>
                  <a:pt x="1219200" y="1474792"/>
                </a:cubicBezTo>
                <a:cubicBezTo>
                  <a:pt x="1405467" y="1475850"/>
                  <a:pt x="1580092" y="1364725"/>
                  <a:pt x="1758950" y="1169992"/>
                </a:cubicBezTo>
                <a:cubicBezTo>
                  <a:pt x="1937808" y="975259"/>
                  <a:pt x="2181225" y="495834"/>
                  <a:pt x="2292350" y="306392"/>
                </a:cubicBezTo>
                <a:cubicBezTo>
                  <a:pt x="2403475" y="116950"/>
                  <a:pt x="2425700" y="33342"/>
                  <a:pt x="2425700" y="33342"/>
                </a:cubicBezTo>
                <a:cubicBezTo>
                  <a:pt x="2446867" y="-12166"/>
                  <a:pt x="2380192" y="-10050"/>
                  <a:pt x="2419350" y="33342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6CE0B587-165A-C744-F567-623844A0D763}"/>
              </a:ext>
            </a:extLst>
          </p:cNvPr>
          <p:cNvSpPr/>
          <p:nvPr/>
        </p:nvSpPr>
        <p:spPr>
          <a:xfrm>
            <a:off x="8686800" y="5334222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7D16A2-F6DC-F3CC-8565-D36D47107D5E}"/>
                  </a:ext>
                </a:extLst>
              </p:cNvPr>
              <p:cNvSpPr txBox="1"/>
              <p:nvPr/>
            </p:nvSpPr>
            <p:spPr>
              <a:xfrm>
                <a:off x="841482" y="683649"/>
                <a:ext cx="3822009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7D16A2-F6DC-F3CC-8565-D36D47107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82" y="683649"/>
                <a:ext cx="3822009" cy="6791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38D8D2-951A-A59A-5BE4-93DD77B408F0}"/>
                  </a:ext>
                </a:extLst>
              </p:cNvPr>
              <p:cNvSpPr txBox="1"/>
              <p:nvPr/>
            </p:nvSpPr>
            <p:spPr>
              <a:xfrm>
                <a:off x="774707" y="1738639"/>
                <a:ext cx="444938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too small, gradient descent </a:t>
                </a:r>
                <a:r>
                  <a:rPr lang="en-US" sz="2400" i="1" dirty="0"/>
                  <a:t>can be slow.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38D8D2-951A-A59A-5BE4-93DD77B40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07" y="1738639"/>
                <a:ext cx="4449385" cy="830997"/>
              </a:xfrm>
              <a:prstGeom prst="rect">
                <a:avLst/>
              </a:prstGeom>
              <a:blipFill>
                <a:blip r:embed="rId9"/>
                <a:stretch>
                  <a:fillRect l="-1989" t="-4478" b="-14925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9DF2A4-62BE-82FB-8C47-03C7D826B787}"/>
                  </a:ext>
                </a:extLst>
              </p:cNvPr>
              <p:cNvSpPr txBox="1"/>
              <p:nvPr/>
            </p:nvSpPr>
            <p:spPr>
              <a:xfrm>
                <a:off x="774707" y="4312487"/>
                <a:ext cx="4449385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too large, gradient descent can overshoot the minimum. It may fail to converge, or even diverge.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9DF2A4-62BE-82FB-8C47-03C7D826B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07" y="4312487"/>
                <a:ext cx="4449385" cy="1569660"/>
              </a:xfrm>
              <a:prstGeom prst="rect">
                <a:avLst/>
              </a:prstGeom>
              <a:blipFill>
                <a:blip r:embed="rId10"/>
                <a:stretch>
                  <a:fillRect l="-1989" t="-2400" b="-72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0A949DFB-6E5D-ACFF-1D4A-0BAF145B4FC1}"/>
              </a:ext>
            </a:extLst>
          </p:cNvPr>
          <p:cNvSpPr/>
          <p:nvPr/>
        </p:nvSpPr>
        <p:spPr>
          <a:xfrm>
            <a:off x="9963150" y="1498766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2469A0-E090-D80C-5AFE-BB388E93C8D2}"/>
              </a:ext>
            </a:extLst>
          </p:cNvPr>
          <p:cNvCxnSpPr>
            <a:cxnSpLocks/>
          </p:cNvCxnSpPr>
          <p:nvPr/>
        </p:nvCxnSpPr>
        <p:spPr>
          <a:xfrm flipH="1">
            <a:off x="10020300" y="1331059"/>
            <a:ext cx="82550" cy="155870"/>
          </a:xfrm>
          <a:prstGeom prst="straightConnector1">
            <a:avLst/>
          </a:prstGeom>
          <a:ln w="28575">
            <a:solidFill>
              <a:srgbClr val="FF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42E6FA8-328E-B43D-2579-49EE206113A8}"/>
              </a:ext>
            </a:extLst>
          </p:cNvPr>
          <p:cNvSpPr/>
          <p:nvPr/>
        </p:nvSpPr>
        <p:spPr>
          <a:xfrm>
            <a:off x="9836150" y="1759116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811340-FDD3-3ADC-29F7-93462C76029D}"/>
              </a:ext>
            </a:extLst>
          </p:cNvPr>
          <p:cNvCxnSpPr>
            <a:cxnSpLocks/>
          </p:cNvCxnSpPr>
          <p:nvPr/>
        </p:nvCxnSpPr>
        <p:spPr>
          <a:xfrm flipH="1">
            <a:off x="9893300" y="1591409"/>
            <a:ext cx="82550" cy="155870"/>
          </a:xfrm>
          <a:prstGeom prst="straightConnector1">
            <a:avLst/>
          </a:prstGeom>
          <a:ln w="28575">
            <a:solidFill>
              <a:srgbClr val="FF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01B0941-072E-52AD-E51E-04CD5617E3F6}"/>
              </a:ext>
            </a:extLst>
          </p:cNvPr>
          <p:cNvSpPr/>
          <p:nvPr/>
        </p:nvSpPr>
        <p:spPr>
          <a:xfrm>
            <a:off x="9696450" y="2000416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7F73A6A-1795-BE99-F766-027808055AAC}"/>
              </a:ext>
            </a:extLst>
          </p:cNvPr>
          <p:cNvCxnSpPr>
            <a:cxnSpLocks/>
          </p:cNvCxnSpPr>
          <p:nvPr/>
        </p:nvCxnSpPr>
        <p:spPr>
          <a:xfrm flipH="1">
            <a:off x="9766300" y="1845409"/>
            <a:ext cx="82550" cy="155870"/>
          </a:xfrm>
          <a:prstGeom prst="straightConnector1">
            <a:avLst/>
          </a:prstGeom>
          <a:ln w="28575">
            <a:solidFill>
              <a:srgbClr val="FF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B201BF1E-E5F4-74DA-0FD3-3D36393C5E9A}"/>
              </a:ext>
            </a:extLst>
          </p:cNvPr>
          <p:cNvSpPr/>
          <p:nvPr/>
        </p:nvSpPr>
        <p:spPr>
          <a:xfrm>
            <a:off x="9525000" y="2197266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5061EF-96A0-AF18-4C9A-EFCA18C4F381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9606300" y="2074009"/>
            <a:ext cx="90150" cy="136287"/>
          </a:xfrm>
          <a:prstGeom prst="straightConnector1">
            <a:avLst/>
          </a:prstGeom>
          <a:ln w="28575">
            <a:solidFill>
              <a:srgbClr val="FF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8D7AF56-9F06-9E25-9FF5-7EEE3C5379FF}"/>
              </a:ext>
            </a:extLst>
          </p:cNvPr>
          <p:cNvSpPr/>
          <p:nvPr/>
        </p:nvSpPr>
        <p:spPr>
          <a:xfrm>
            <a:off x="9353550" y="2343316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5EA1DA-55E0-C7E8-504C-53112C8A0AA6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9434850" y="2277209"/>
            <a:ext cx="90150" cy="79137"/>
          </a:xfrm>
          <a:prstGeom prst="straightConnector1">
            <a:avLst/>
          </a:prstGeom>
          <a:ln w="28575">
            <a:solidFill>
              <a:srgbClr val="FF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9872B54C-9077-0D14-0B14-6076FFC58330}"/>
              </a:ext>
            </a:extLst>
          </p:cNvPr>
          <p:cNvSpPr/>
          <p:nvPr/>
        </p:nvSpPr>
        <p:spPr>
          <a:xfrm>
            <a:off x="9131300" y="2406816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8CA538-2C2B-A2E5-DE65-43953703AE13}"/>
              </a:ext>
            </a:extLst>
          </p:cNvPr>
          <p:cNvCxnSpPr>
            <a:cxnSpLocks/>
            <a:stCxn id="19" idx="3"/>
            <a:endCxn id="24" idx="6"/>
          </p:cNvCxnSpPr>
          <p:nvPr/>
        </p:nvCxnSpPr>
        <p:spPr>
          <a:xfrm flipH="1">
            <a:off x="9226549" y="2419260"/>
            <a:ext cx="140950" cy="32043"/>
          </a:xfrm>
          <a:prstGeom prst="straightConnector1">
            <a:avLst/>
          </a:prstGeom>
          <a:ln w="28575">
            <a:solidFill>
              <a:srgbClr val="FF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FCF092A9-D272-C153-2507-DA92CFD33160}"/>
              </a:ext>
            </a:extLst>
          </p:cNvPr>
          <p:cNvSpPr/>
          <p:nvPr/>
        </p:nvSpPr>
        <p:spPr>
          <a:xfrm>
            <a:off x="9620249" y="5215335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7667DFC-1985-5AC3-8DF6-3290C95D12FD}"/>
              </a:ext>
            </a:extLst>
          </p:cNvPr>
          <p:cNvCxnSpPr>
            <a:cxnSpLocks/>
            <a:stCxn id="143" idx="7"/>
            <a:endCxn id="31" idx="2"/>
          </p:cNvCxnSpPr>
          <p:nvPr/>
        </p:nvCxnSpPr>
        <p:spPr>
          <a:xfrm flipV="1">
            <a:off x="8768100" y="5259822"/>
            <a:ext cx="852149" cy="87430"/>
          </a:xfrm>
          <a:prstGeom prst="straightConnector1">
            <a:avLst/>
          </a:prstGeom>
          <a:ln w="28575">
            <a:solidFill>
              <a:srgbClr val="FF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46E4A72A-0AED-920F-582F-A79A50A70239}"/>
              </a:ext>
            </a:extLst>
          </p:cNvPr>
          <p:cNvSpPr/>
          <p:nvPr/>
        </p:nvSpPr>
        <p:spPr>
          <a:xfrm>
            <a:off x="8381999" y="4885135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7A06969-FA7E-EB73-BF39-75C0D1080C83}"/>
              </a:ext>
            </a:extLst>
          </p:cNvPr>
          <p:cNvCxnSpPr>
            <a:cxnSpLocks/>
            <a:stCxn id="31" idx="1"/>
            <a:endCxn id="35" idx="6"/>
          </p:cNvCxnSpPr>
          <p:nvPr/>
        </p:nvCxnSpPr>
        <p:spPr>
          <a:xfrm flipH="1" flipV="1">
            <a:off x="8477248" y="4929622"/>
            <a:ext cx="1156950" cy="298743"/>
          </a:xfrm>
          <a:prstGeom prst="straightConnector1">
            <a:avLst/>
          </a:prstGeom>
          <a:ln w="28575">
            <a:solidFill>
              <a:srgbClr val="FF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91651EB6-37D0-F209-E88F-5B8BEC799F6F}"/>
              </a:ext>
            </a:extLst>
          </p:cNvPr>
          <p:cNvSpPr/>
          <p:nvPr/>
        </p:nvSpPr>
        <p:spPr>
          <a:xfrm>
            <a:off x="9994901" y="4554078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E6192FA-645A-B93B-21D7-E639C76AC480}"/>
              </a:ext>
            </a:extLst>
          </p:cNvPr>
          <p:cNvCxnSpPr>
            <a:cxnSpLocks/>
            <a:stCxn id="35" idx="7"/>
            <a:endCxn id="39" idx="2"/>
          </p:cNvCxnSpPr>
          <p:nvPr/>
        </p:nvCxnSpPr>
        <p:spPr>
          <a:xfrm flipV="1">
            <a:off x="8463299" y="4598565"/>
            <a:ext cx="1531602" cy="299600"/>
          </a:xfrm>
          <a:prstGeom prst="straightConnector1">
            <a:avLst/>
          </a:prstGeom>
          <a:ln w="28575">
            <a:solidFill>
              <a:srgbClr val="FF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EF697AEF-9BEC-8013-CD91-451BE684ABBE}"/>
              </a:ext>
            </a:extLst>
          </p:cNvPr>
          <p:cNvSpPr/>
          <p:nvPr/>
        </p:nvSpPr>
        <p:spPr>
          <a:xfrm>
            <a:off x="8032751" y="4109578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FA5D072-452C-C993-CEF3-90C4A876B854}"/>
              </a:ext>
            </a:extLst>
          </p:cNvPr>
          <p:cNvCxnSpPr>
            <a:cxnSpLocks/>
            <a:stCxn id="39" idx="1"/>
            <a:endCxn id="45" idx="6"/>
          </p:cNvCxnSpPr>
          <p:nvPr/>
        </p:nvCxnSpPr>
        <p:spPr>
          <a:xfrm flipH="1" flipV="1">
            <a:off x="8128000" y="4154065"/>
            <a:ext cx="1880850" cy="413043"/>
          </a:xfrm>
          <a:prstGeom prst="straightConnector1">
            <a:avLst/>
          </a:prstGeom>
          <a:ln w="28575">
            <a:solidFill>
              <a:srgbClr val="FF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06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9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2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30" grpId="0"/>
      <p:bldP spid="48" grpId="0" animBg="1"/>
      <p:bldP spid="99" grpId="0" animBg="1"/>
      <p:bldP spid="120" grpId="0" animBg="1"/>
      <p:bldP spid="129" grpId="0"/>
      <p:bldP spid="130" grpId="0"/>
      <p:bldP spid="131" grpId="0"/>
      <p:bldP spid="134" grpId="0" animBg="1"/>
      <p:bldP spid="143" grpId="0" animBg="1"/>
      <p:bldP spid="3" grpId="0"/>
      <p:bldP spid="6" grpId="0"/>
      <p:bldP spid="8" grpId="0"/>
      <p:bldP spid="10" grpId="0" animBg="1"/>
      <p:bldP spid="12" grpId="0" animBg="1"/>
      <p:bldP spid="14" grpId="0" animBg="1"/>
      <p:bldP spid="16" grpId="0" animBg="1"/>
      <p:bldP spid="19" grpId="0" animBg="1"/>
      <p:bldP spid="24" grpId="0" animBg="1"/>
      <p:bldP spid="31" grpId="0" animBg="1"/>
      <p:bldP spid="35" grpId="0" animBg="1"/>
      <p:bldP spid="39" grpId="0" animBg="1"/>
      <p:bldP spid="4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4575E1F-6F19-603E-9B9E-D45721421572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CCC982E-F83D-3D81-6148-EAF21AC083E9}"/>
              </a:ext>
            </a:extLst>
          </p:cNvPr>
          <p:cNvCxnSpPr>
            <a:cxnSpLocks/>
            <a:endCxn id="25" idx="2"/>
          </p:cNvCxnSpPr>
          <p:nvPr/>
        </p:nvCxnSpPr>
        <p:spPr>
          <a:xfrm flipH="1" flipV="1">
            <a:off x="1743294" y="875886"/>
            <a:ext cx="3953" cy="2138417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1661491-710F-210D-EC6E-E6A1EE53F98C}"/>
              </a:ext>
            </a:extLst>
          </p:cNvPr>
          <p:cNvCxnSpPr>
            <a:cxnSpLocks/>
          </p:cNvCxnSpPr>
          <p:nvPr/>
        </p:nvCxnSpPr>
        <p:spPr>
          <a:xfrm flipV="1">
            <a:off x="1506762" y="2840521"/>
            <a:ext cx="2952750" cy="11991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7773C27-6619-0B71-F738-C3948FD37319}"/>
                  </a:ext>
                </a:extLst>
              </p:cNvPr>
              <p:cNvSpPr txBox="1"/>
              <p:nvPr/>
            </p:nvSpPr>
            <p:spPr>
              <a:xfrm>
                <a:off x="1398866" y="506554"/>
                <a:ext cx="688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i="1" dirty="0">
                                  <a:solidFill>
                                    <a:srgbClr val="FFFF00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7773C27-6619-0B71-F738-C3948FD37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866" y="506554"/>
                <a:ext cx="688856" cy="369332"/>
              </a:xfrm>
              <a:prstGeom prst="rect">
                <a:avLst/>
              </a:prstGeom>
              <a:blipFill>
                <a:blip r:embed="rId2"/>
                <a:stretch>
                  <a:fillRect l="-885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680F6C3-7D11-8816-1B04-5A96A2821D9B}"/>
                  </a:ext>
                </a:extLst>
              </p:cNvPr>
              <p:cNvSpPr txBox="1"/>
              <p:nvPr/>
            </p:nvSpPr>
            <p:spPr>
              <a:xfrm>
                <a:off x="3556492" y="3010463"/>
                <a:ext cx="3712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rgbClr val="FFFF00"/>
                              </a:solidFill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680F6C3-7D11-8816-1B04-5A96A2821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492" y="3010463"/>
                <a:ext cx="371268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7D16A2-F6DC-F3CC-8565-D36D47107D5E}"/>
                  </a:ext>
                </a:extLst>
              </p:cNvPr>
              <p:cNvSpPr txBox="1"/>
              <p:nvPr/>
            </p:nvSpPr>
            <p:spPr>
              <a:xfrm>
                <a:off x="6003178" y="3583690"/>
                <a:ext cx="3822009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7D16A2-F6DC-F3CC-8565-D36D47107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178" y="3583690"/>
                <a:ext cx="3822009" cy="679160"/>
              </a:xfrm>
              <a:prstGeom prst="rect">
                <a:avLst/>
              </a:prstGeom>
              <a:blipFill>
                <a:blip r:embed="rId4"/>
                <a:stretch>
                  <a:fillRect b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239329C-24CE-51E5-EE14-17F4D5A1FA37}"/>
              </a:ext>
            </a:extLst>
          </p:cNvPr>
          <p:cNvSpPr/>
          <p:nvPr/>
        </p:nvSpPr>
        <p:spPr>
          <a:xfrm>
            <a:off x="1602012" y="1111141"/>
            <a:ext cx="2590800" cy="1392613"/>
          </a:xfrm>
          <a:custGeom>
            <a:avLst/>
            <a:gdLst>
              <a:gd name="connsiteX0" fmla="*/ 0 w 2590800"/>
              <a:gd name="connsiteY0" fmla="*/ 622409 h 1392613"/>
              <a:gd name="connsiteX1" fmla="*/ 381000 w 2590800"/>
              <a:gd name="connsiteY1" fmla="*/ 304909 h 1392613"/>
              <a:gd name="connsiteX2" fmla="*/ 927100 w 2590800"/>
              <a:gd name="connsiteY2" fmla="*/ 1390759 h 1392613"/>
              <a:gd name="connsiteX3" fmla="*/ 1644650 w 2590800"/>
              <a:gd name="connsiteY3" fmla="*/ 109 h 1392613"/>
              <a:gd name="connsiteX4" fmla="*/ 2101850 w 2590800"/>
              <a:gd name="connsiteY4" fmla="*/ 1308209 h 1392613"/>
              <a:gd name="connsiteX5" fmla="*/ 2590800 w 2590800"/>
              <a:gd name="connsiteY5" fmla="*/ 209659 h 1392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0800" h="1392613">
                <a:moveTo>
                  <a:pt x="0" y="622409"/>
                </a:moveTo>
                <a:cubicBezTo>
                  <a:pt x="113241" y="399630"/>
                  <a:pt x="226483" y="176851"/>
                  <a:pt x="381000" y="304909"/>
                </a:cubicBezTo>
                <a:cubicBezTo>
                  <a:pt x="535517" y="432967"/>
                  <a:pt x="716492" y="1441559"/>
                  <a:pt x="927100" y="1390759"/>
                </a:cubicBezTo>
                <a:cubicBezTo>
                  <a:pt x="1137708" y="1339959"/>
                  <a:pt x="1448858" y="13867"/>
                  <a:pt x="1644650" y="109"/>
                </a:cubicBezTo>
                <a:cubicBezTo>
                  <a:pt x="1840442" y="-13649"/>
                  <a:pt x="1944158" y="1273284"/>
                  <a:pt x="2101850" y="1308209"/>
                </a:cubicBezTo>
                <a:cubicBezTo>
                  <a:pt x="2259542" y="1343134"/>
                  <a:pt x="2425171" y="776396"/>
                  <a:pt x="2590800" y="209659"/>
                </a:cubicBezTo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BE412D-7173-C228-6DE8-2925ED242B9F}"/>
              </a:ext>
            </a:extLst>
          </p:cNvPr>
          <p:cNvCxnSpPr>
            <a:cxnSpLocks/>
          </p:cNvCxnSpPr>
          <p:nvPr/>
        </p:nvCxnSpPr>
        <p:spPr>
          <a:xfrm flipV="1">
            <a:off x="3709398" y="2762940"/>
            <a:ext cx="0" cy="177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741B268-6863-1C06-7F0C-8F6B810C5247}"/>
                  </a:ext>
                </a:extLst>
              </p:cNvPr>
              <p:cNvSpPr txBox="1"/>
              <p:nvPr/>
            </p:nvSpPr>
            <p:spPr>
              <a:xfrm>
                <a:off x="719324" y="4262850"/>
                <a:ext cx="27367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𝐶𝑢𝑟𝑟𝑒𝑛𝑡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𝑣𝑎𝑙𝑢𝑒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𝑜𝑓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rgbClr val="FFFF00"/>
                              </a:solidFill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741B268-6863-1C06-7F0C-8F6B810C5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24" y="4262850"/>
                <a:ext cx="2736796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9B85495-F901-6D29-DD64-ED3773EE49F9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2087722" y="2868055"/>
            <a:ext cx="1621676" cy="139479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5419F7BA-4BAF-FD99-21AF-955BD0672060}"/>
              </a:ext>
            </a:extLst>
          </p:cNvPr>
          <p:cNvSpPr/>
          <p:nvPr/>
        </p:nvSpPr>
        <p:spPr>
          <a:xfrm>
            <a:off x="3668123" y="2371803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54FD6D7-6213-14D1-4AC4-08D62E946648}"/>
                  </a:ext>
                </a:extLst>
              </p:cNvPr>
              <p:cNvSpPr txBox="1"/>
              <p:nvPr/>
            </p:nvSpPr>
            <p:spPr>
              <a:xfrm>
                <a:off x="5122394" y="2576843"/>
                <a:ext cx="27367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rgbClr val="FFFF00"/>
                              </a:solidFill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𝑎𝑡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𝑙𝑜𝑐𝑎𝑙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𝑜𝑝𝑡𝑖𝑚𝑎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54FD6D7-6213-14D1-4AC4-08D62E946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394" y="2576843"/>
                <a:ext cx="2736796" cy="369332"/>
              </a:xfrm>
              <a:prstGeom prst="rect">
                <a:avLst/>
              </a:prstGeom>
              <a:blipFill>
                <a:blip r:embed="rId6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CF1FD90-7A3A-962F-1DDB-9A0BCD89EACC}"/>
              </a:ext>
            </a:extLst>
          </p:cNvPr>
          <p:cNvCxnSpPr>
            <a:cxnSpLocks/>
            <a:stCxn id="29" idx="1"/>
          </p:cNvCxnSpPr>
          <p:nvPr/>
        </p:nvCxnSpPr>
        <p:spPr>
          <a:xfrm flipH="1" flipV="1">
            <a:off x="3837212" y="2502170"/>
            <a:ext cx="1285182" cy="25933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2A9A657-272C-EABE-4E6B-DD3146BEA482}"/>
              </a:ext>
            </a:extLst>
          </p:cNvPr>
          <p:cNvCxnSpPr>
            <a:cxnSpLocks/>
          </p:cNvCxnSpPr>
          <p:nvPr/>
        </p:nvCxnSpPr>
        <p:spPr>
          <a:xfrm>
            <a:off x="2787113" y="2419438"/>
            <a:ext cx="196521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2AB6146-028E-6E9F-66FD-69BA5937468F}"/>
                  </a:ext>
                </a:extLst>
              </p:cNvPr>
              <p:cNvSpPr txBox="1"/>
              <p:nvPr/>
            </p:nvSpPr>
            <p:spPr>
              <a:xfrm>
                <a:off x="4192812" y="1498070"/>
                <a:ext cx="29861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𝑠𝑙𝑜𝑝𝑒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2AB6146-028E-6E9F-66FD-69BA59374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812" y="1498070"/>
                <a:ext cx="2986120" cy="369332"/>
              </a:xfrm>
              <a:prstGeom prst="rect">
                <a:avLst/>
              </a:prstGeom>
              <a:blipFill>
                <a:blip r:embed="rId7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0837C4E-EF2A-2110-7F9A-91A67AE556C3}"/>
              </a:ext>
            </a:extLst>
          </p:cNvPr>
          <p:cNvCxnSpPr>
            <a:cxnSpLocks/>
          </p:cNvCxnSpPr>
          <p:nvPr/>
        </p:nvCxnSpPr>
        <p:spPr>
          <a:xfrm flipH="1">
            <a:off x="4434519" y="1860282"/>
            <a:ext cx="687875" cy="49873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29FFD72-FE5E-8ACA-9E18-5597D00FA5A8}"/>
              </a:ext>
            </a:extLst>
          </p:cNvPr>
          <p:cNvCxnSpPr/>
          <p:nvPr/>
        </p:nvCxnSpPr>
        <p:spPr>
          <a:xfrm>
            <a:off x="3715748" y="1889115"/>
            <a:ext cx="0" cy="4064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C32DB7B9-BE57-B232-835B-E8713FDAB2D2}"/>
              </a:ext>
            </a:extLst>
          </p:cNvPr>
          <p:cNvSpPr/>
          <p:nvPr/>
        </p:nvSpPr>
        <p:spPr>
          <a:xfrm>
            <a:off x="7774676" y="3580943"/>
            <a:ext cx="1218661" cy="6812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98DC670-E123-A082-7524-4FD464ADD16E}"/>
                  </a:ext>
                </a:extLst>
              </p:cNvPr>
              <p:cNvSpPr txBox="1"/>
              <p:nvPr/>
            </p:nvSpPr>
            <p:spPr>
              <a:xfrm>
                <a:off x="8172685" y="4338493"/>
                <a:ext cx="46397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98DC670-E123-A082-7524-4FD464ADD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685" y="4338493"/>
                <a:ext cx="463973" cy="307777"/>
              </a:xfrm>
              <a:prstGeom prst="rect">
                <a:avLst/>
              </a:prstGeom>
              <a:blipFill>
                <a:blip r:embed="rId8"/>
                <a:stretch>
                  <a:fillRect l="-6579" r="-11842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B2012A2-2D18-A0D9-7FC5-FB0FD8E61E32}"/>
                  </a:ext>
                </a:extLst>
              </p:cNvPr>
              <p:cNvSpPr txBox="1"/>
              <p:nvPr/>
            </p:nvSpPr>
            <p:spPr>
              <a:xfrm>
                <a:off x="5948186" y="4925870"/>
                <a:ext cx="215441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B2012A2-2D18-A0D9-7FC5-FB0FD8E61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186" y="4925870"/>
                <a:ext cx="2154414" cy="461665"/>
              </a:xfrm>
              <a:prstGeom prst="rect">
                <a:avLst/>
              </a:prstGeom>
              <a:blipFill>
                <a:blip r:embed="rId9"/>
                <a:stretch>
                  <a:fillRect l="-850" t="-13158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D701F77-15AD-73E6-A634-95AF28F4C564}"/>
                  </a:ext>
                </a:extLst>
              </p:cNvPr>
              <p:cNvSpPr txBox="1"/>
              <p:nvPr/>
            </p:nvSpPr>
            <p:spPr>
              <a:xfrm>
                <a:off x="5948186" y="5503720"/>
                <a:ext cx="215441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D701F77-15AD-73E6-A634-95AF28F4C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186" y="5503720"/>
                <a:ext cx="2154414" cy="461665"/>
              </a:xfrm>
              <a:prstGeom prst="rect">
                <a:avLst/>
              </a:prstGeom>
              <a:blipFill>
                <a:blip r:embed="rId10"/>
                <a:stretch>
                  <a:fillRect l="-850" t="-13158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526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3" grpId="0"/>
      <p:bldP spid="5" grpId="0" animBg="1"/>
      <p:bldP spid="9" grpId="0"/>
      <p:bldP spid="99" grpId="0" animBg="1"/>
      <p:bldP spid="29" grpId="0"/>
      <p:bldP spid="44" grpId="0"/>
      <p:bldP spid="53" grpId="0" animBg="1"/>
      <p:bldP spid="54" grpId="0"/>
      <p:bldP spid="55" grpId="0"/>
      <p:bldP spid="5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4575E1F-6F19-603E-9B9E-D45721421572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CCC982E-F83D-3D81-6148-EAF21AC083E9}"/>
              </a:ext>
            </a:extLst>
          </p:cNvPr>
          <p:cNvCxnSpPr>
            <a:cxnSpLocks/>
          </p:cNvCxnSpPr>
          <p:nvPr/>
        </p:nvCxnSpPr>
        <p:spPr>
          <a:xfrm flipH="1" flipV="1">
            <a:off x="8174119" y="2073772"/>
            <a:ext cx="3953" cy="2138417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1661491-710F-210D-EC6E-E6A1EE53F98C}"/>
              </a:ext>
            </a:extLst>
          </p:cNvPr>
          <p:cNvCxnSpPr>
            <a:cxnSpLocks/>
          </p:cNvCxnSpPr>
          <p:nvPr/>
        </p:nvCxnSpPr>
        <p:spPr>
          <a:xfrm>
            <a:off x="7937587" y="4050398"/>
            <a:ext cx="2997200" cy="0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7773C27-6619-0B71-F738-C3948FD37319}"/>
                  </a:ext>
                </a:extLst>
              </p:cNvPr>
              <p:cNvSpPr txBox="1"/>
              <p:nvPr/>
            </p:nvSpPr>
            <p:spPr>
              <a:xfrm>
                <a:off x="7875416" y="1625465"/>
                <a:ext cx="688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i="1" dirty="0">
                                  <a:solidFill>
                                    <a:srgbClr val="FFFF00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7773C27-6619-0B71-F738-C3948FD37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5416" y="1625465"/>
                <a:ext cx="688856" cy="369332"/>
              </a:xfrm>
              <a:prstGeom prst="rect">
                <a:avLst/>
              </a:prstGeom>
              <a:blipFill>
                <a:blip r:embed="rId2"/>
                <a:stretch>
                  <a:fillRect l="-885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680F6C3-7D11-8816-1B04-5A96A2821D9B}"/>
                  </a:ext>
                </a:extLst>
              </p:cNvPr>
              <p:cNvSpPr txBox="1"/>
              <p:nvPr/>
            </p:nvSpPr>
            <p:spPr>
              <a:xfrm>
                <a:off x="9593617" y="4206834"/>
                <a:ext cx="3712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rgbClr val="FFFF00"/>
                              </a:solidFill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680F6C3-7D11-8816-1B04-5A96A2821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617" y="4206834"/>
                <a:ext cx="3712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0ABAFB45-ECB6-880B-7EA9-EE2E22CCD541}"/>
              </a:ext>
            </a:extLst>
          </p:cNvPr>
          <p:cNvSpPr txBox="1"/>
          <p:nvPr/>
        </p:nvSpPr>
        <p:spPr>
          <a:xfrm>
            <a:off x="8040707" y="42083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7D16A2-F6DC-F3CC-8565-D36D47107D5E}"/>
                  </a:ext>
                </a:extLst>
              </p:cNvPr>
              <p:cNvSpPr txBox="1"/>
              <p:nvPr/>
            </p:nvSpPr>
            <p:spPr>
              <a:xfrm>
                <a:off x="1321136" y="2484557"/>
                <a:ext cx="3822009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i="1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f>
                      <m:fPr>
                        <m:ctrlPr>
                          <a:rPr lang="en-US" sz="24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4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FFFF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7D16A2-F6DC-F3CC-8565-D36D47107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136" y="2484557"/>
                <a:ext cx="3822009" cy="679160"/>
              </a:xfrm>
              <a:prstGeom prst="rect">
                <a:avLst/>
              </a:prstGeom>
              <a:blipFill>
                <a:blip r:embed="rId4"/>
                <a:stretch>
                  <a:fillRect b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38D8D2-951A-A59A-5BE4-93DD77B408F0}"/>
                  </a:ext>
                </a:extLst>
              </p:cNvPr>
              <p:cNvSpPr txBox="1"/>
              <p:nvPr/>
            </p:nvSpPr>
            <p:spPr>
              <a:xfrm>
                <a:off x="971941" y="525863"/>
                <a:ext cx="512405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Gradient descent can converge to a local minimum, even with the learning rate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fixed.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38D8D2-951A-A59A-5BE4-93DD77B40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941" y="525863"/>
                <a:ext cx="5124059" cy="1200329"/>
              </a:xfrm>
              <a:prstGeom prst="rect">
                <a:avLst/>
              </a:prstGeom>
              <a:blipFill>
                <a:blip r:embed="rId5"/>
                <a:stretch>
                  <a:fillRect l="-1728" t="-4211" b="-1052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9DF2A4-62BE-82FB-8C47-03C7D826B787}"/>
                  </a:ext>
                </a:extLst>
              </p:cNvPr>
              <p:cNvSpPr txBox="1"/>
              <p:nvPr/>
            </p:nvSpPr>
            <p:spPr>
              <a:xfrm>
                <a:off x="971941" y="3563452"/>
                <a:ext cx="5008772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As we approach a local minimum, gradient descent will automatically take a smaller steps. So, no need to decrease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 over time.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9DF2A4-62BE-82FB-8C47-03C7D826B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941" y="3563452"/>
                <a:ext cx="5008772" cy="1569660"/>
              </a:xfrm>
              <a:prstGeom prst="rect">
                <a:avLst/>
              </a:prstGeom>
              <a:blipFill>
                <a:blip r:embed="rId6"/>
                <a:stretch>
                  <a:fillRect l="-1772" t="-3200" b="-72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8491C5C-55D1-2D0D-732B-DBDAA866B4F5}"/>
              </a:ext>
            </a:extLst>
          </p:cNvPr>
          <p:cNvSpPr/>
          <p:nvPr/>
        </p:nvSpPr>
        <p:spPr>
          <a:xfrm>
            <a:off x="8318587" y="2366286"/>
            <a:ext cx="2381250" cy="1422414"/>
          </a:xfrm>
          <a:custGeom>
            <a:avLst/>
            <a:gdLst>
              <a:gd name="connsiteX0" fmla="*/ 0 w 2381250"/>
              <a:gd name="connsiteY0" fmla="*/ 965200 h 1422414"/>
              <a:gd name="connsiteX1" fmla="*/ 762000 w 2381250"/>
              <a:gd name="connsiteY1" fmla="*/ 1422400 h 1422414"/>
              <a:gd name="connsiteX2" fmla="*/ 1581150 w 2381250"/>
              <a:gd name="connsiteY2" fmla="*/ 952500 h 1422414"/>
              <a:gd name="connsiteX3" fmla="*/ 2381250 w 2381250"/>
              <a:gd name="connsiteY3" fmla="*/ 0 h 1422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50" h="1422414">
                <a:moveTo>
                  <a:pt x="0" y="965200"/>
                </a:moveTo>
                <a:cubicBezTo>
                  <a:pt x="249237" y="1194858"/>
                  <a:pt x="498475" y="1424517"/>
                  <a:pt x="762000" y="1422400"/>
                </a:cubicBezTo>
                <a:cubicBezTo>
                  <a:pt x="1025525" y="1420283"/>
                  <a:pt x="1311275" y="1189567"/>
                  <a:pt x="1581150" y="952500"/>
                </a:cubicBezTo>
                <a:cubicBezTo>
                  <a:pt x="1851025" y="715433"/>
                  <a:pt x="2234142" y="184150"/>
                  <a:pt x="2381250" y="0"/>
                </a:cubicBezTo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425E21-004E-27E7-69F8-24BA6D89BC82}"/>
              </a:ext>
            </a:extLst>
          </p:cNvPr>
          <p:cNvSpPr/>
          <p:nvPr/>
        </p:nvSpPr>
        <p:spPr>
          <a:xfrm>
            <a:off x="10539302" y="2464913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A3C85B-DE86-424D-2075-A3D1A3D8D6EF}"/>
              </a:ext>
            </a:extLst>
          </p:cNvPr>
          <p:cNvCxnSpPr>
            <a:cxnSpLocks/>
          </p:cNvCxnSpPr>
          <p:nvPr/>
        </p:nvCxnSpPr>
        <p:spPr>
          <a:xfrm flipH="1">
            <a:off x="10153737" y="2547995"/>
            <a:ext cx="400050" cy="5104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3C00E1F-A437-E905-6C22-669408CB7681}"/>
              </a:ext>
            </a:extLst>
          </p:cNvPr>
          <p:cNvSpPr/>
          <p:nvPr/>
        </p:nvSpPr>
        <p:spPr>
          <a:xfrm>
            <a:off x="10061663" y="3043724"/>
            <a:ext cx="95249" cy="88974"/>
          </a:xfrm>
          <a:prstGeom prst="ellipse">
            <a:avLst/>
          </a:prstGeom>
          <a:solidFill>
            <a:srgbClr val="FF99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A8CF97F-1E57-3CCE-BB40-CE3D89DC5DE6}"/>
              </a:ext>
            </a:extLst>
          </p:cNvPr>
          <p:cNvCxnSpPr>
            <a:cxnSpLocks/>
          </p:cNvCxnSpPr>
          <p:nvPr/>
        </p:nvCxnSpPr>
        <p:spPr>
          <a:xfrm flipH="1">
            <a:off x="9740987" y="3126806"/>
            <a:ext cx="335161" cy="331680"/>
          </a:xfrm>
          <a:prstGeom prst="straightConnector1">
            <a:avLst/>
          </a:prstGeom>
          <a:ln w="28575">
            <a:solidFill>
              <a:srgbClr val="FF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F7FCBB67-429E-58AC-B742-4DFAF4458D0F}"/>
              </a:ext>
            </a:extLst>
          </p:cNvPr>
          <p:cNvSpPr/>
          <p:nvPr/>
        </p:nvSpPr>
        <p:spPr>
          <a:xfrm>
            <a:off x="9678668" y="3427913"/>
            <a:ext cx="95249" cy="88974"/>
          </a:xfrm>
          <a:prstGeom prst="ellipse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860E06B-552F-1C42-FE64-4309093EA0A0}"/>
              </a:ext>
            </a:extLst>
          </p:cNvPr>
          <p:cNvCxnSpPr>
            <a:cxnSpLocks/>
          </p:cNvCxnSpPr>
          <p:nvPr/>
        </p:nvCxnSpPr>
        <p:spPr>
          <a:xfrm flipH="1">
            <a:off x="9493337" y="3498295"/>
            <a:ext cx="180766" cy="142979"/>
          </a:xfrm>
          <a:prstGeom prst="straightConnector1">
            <a:avLst/>
          </a:prstGeom>
          <a:ln w="28575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5AB306CE-DAE0-6554-FD79-C47D8732992C}"/>
              </a:ext>
            </a:extLst>
          </p:cNvPr>
          <p:cNvSpPr/>
          <p:nvPr/>
        </p:nvSpPr>
        <p:spPr>
          <a:xfrm>
            <a:off x="9392918" y="3631113"/>
            <a:ext cx="95249" cy="889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059A472-B560-D683-C3D0-818C1419B38E}"/>
              </a:ext>
            </a:extLst>
          </p:cNvPr>
          <p:cNvCxnSpPr>
            <a:cxnSpLocks/>
          </p:cNvCxnSpPr>
          <p:nvPr/>
        </p:nvCxnSpPr>
        <p:spPr>
          <a:xfrm flipH="1">
            <a:off x="9252403" y="3682445"/>
            <a:ext cx="135950" cy="909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33956926-D454-AA27-DC89-DB1B0A35C9DB}"/>
              </a:ext>
            </a:extLst>
          </p:cNvPr>
          <p:cNvSpPr/>
          <p:nvPr/>
        </p:nvSpPr>
        <p:spPr>
          <a:xfrm>
            <a:off x="3094109" y="2493210"/>
            <a:ext cx="1218661" cy="6812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419590-0240-F9D8-41CD-5B62B762ABBC}"/>
              </a:ext>
            </a:extLst>
          </p:cNvPr>
          <p:cNvCxnSpPr>
            <a:cxnSpLocks/>
          </p:cNvCxnSpPr>
          <p:nvPr/>
        </p:nvCxnSpPr>
        <p:spPr>
          <a:xfrm>
            <a:off x="8174119" y="2493210"/>
            <a:ext cx="2365183" cy="9461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A38BF99-1FB3-43F9-4B45-ED57E5276E9F}"/>
                  </a:ext>
                </a:extLst>
              </p:cNvPr>
              <p:cNvSpPr txBox="1"/>
              <p:nvPr/>
            </p:nvSpPr>
            <p:spPr>
              <a:xfrm>
                <a:off x="7668795" y="2280247"/>
                <a:ext cx="3712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A38BF99-1FB3-43F9-4B45-ED57E5276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795" y="2280247"/>
                <a:ext cx="37126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3BB1329-52F2-F3C2-53F6-483B1135B6BD}"/>
              </a:ext>
            </a:extLst>
          </p:cNvPr>
          <p:cNvCxnSpPr>
            <a:cxnSpLocks/>
          </p:cNvCxnSpPr>
          <p:nvPr/>
        </p:nvCxnSpPr>
        <p:spPr>
          <a:xfrm>
            <a:off x="8191550" y="3069017"/>
            <a:ext cx="1859658" cy="8476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305DEA3-293F-9686-F5A3-4686C4C45941}"/>
                  </a:ext>
                </a:extLst>
              </p:cNvPr>
              <p:cNvSpPr txBox="1"/>
              <p:nvPr/>
            </p:nvSpPr>
            <p:spPr>
              <a:xfrm>
                <a:off x="7668795" y="2859058"/>
                <a:ext cx="3712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305DEA3-293F-9686-F5A3-4686C4C45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795" y="2859058"/>
                <a:ext cx="37126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3343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30" grpId="0"/>
      <p:bldP spid="3" grpId="0"/>
      <p:bldP spid="6" grpId="0"/>
      <p:bldP spid="8" grpId="0"/>
      <p:bldP spid="5" grpId="0" animBg="1"/>
      <p:bldP spid="9" grpId="0" animBg="1"/>
      <p:bldP spid="28" grpId="0" animBg="1"/>
      <p:bldP spid="40" grpId="0" animBg="1"/>
      <p:bldP spid="44" grpId="0" animBg="1"/>
      <p:bldP spid="52" grpId="0" animBg="1"/>
      <p:bldP spid="14" grpId="0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B8D0CD-25CC-5098-0921-3FE389097671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9523A10-2B69-2076-740D-B93CBA792714}"/>
              </a:ext>
            </a:extLst>
          </p:cNvPr>
          <p:cNvSpPr txBox="1"/>
          <p:nvPr/>
        </p:nvSpPr>
        <p:spPr>
          <a:xfrm>
            <a:off x="122017" y="445340"/>
            <a:ext cx="33763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Temperature </a:t>
            </a:r>
          </a:p>
          <a:p>
            <a:pPr algn="ctr"/>
            <a:r>
              <a:rPr lang="en-US" sz="2800" b="1" dirty="0">
                <a:solidFill>
                  <a:srgbClr val="FFFF00"/>
                </a:solidFill>
              </a:rPr>
              <a:t>(Dataset)</a:t>
            </a:r>
          </a:p>
        </p:txBody>
      </p:sp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924DD995-D765-4793-FA96-14C813FB0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116951"/>
              </p:ext>
            </p:extLst>
          </p:nvPr>
        </p:nvGraphicFramePr>
        <p:xfrm>
          <a:off x="828727" y="1718645"/>
          <a:ext cx="2638704" cy="25666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9352">
                  <a:extLst>
                    <a:ext uri="{9D8B030D-6E8A-4147-A177-3AD203B41FA5}">
                      <a16:colId xmlns:a16="http://schemas.microsoft.com/office/drawing/2014/main" val="748589363"/>
                    </a:ext>
                  </a:extLst>
                </a:gridCol>
                <a:gridCol w="1319352">
                  <a:extLst>
                    <a:ext uri="{9D8B030D-6E8A-4147-A177-3AD203B41FA5}">
                      <a16:colId xmlns:a16="http://schemas.microsoft.com/office/drawing/2014/main" val="1099276179"/>
                    </a:ext>
                  </a:extLst>
                </a:gridCol>
              </a:tblGrid>
              <a:tr h="6654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Temp (°C) (</a:t>
                      </a:r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x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Temp (F) 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y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231769"/>
                  </a:ext>
                </a:extLst>
              </a:tr>
              <a:tr h="3802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498106"/>
                  </a:ext>
                </a:extLst>
              </a:tr>
              <a:tr h="3802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892027"/>
                  </a:ext>
                </a:extLst>
              </a:tr>
              <a:tr h="3802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765313"/>
                  </a:ext>
                </a:extLst>
              </a:tr>
              <a:tr h="3802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352769"/>
                  </a:ext>
                </a:extLst>
              </a:tr>
              <a:tr h="3802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66535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0A30504-6D36-D62B-A3D2-8EEC26FE25C3}"/>
              </a:ext>
            </a:extLst>
          </p:cNvPr>
          <p:cNvSpPr txBox="1"/>
          <p:nvPr/>
        </p:nvSpPr>
        <p:spPr>
          <a:xfrm>
            <a:off x="1019556" y="4903599"/>
            <a:ext cx="1787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 = 32 + 1.8·t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18654C-8BE5-95F3-F91A-6676B1642576}"/>
              </a:ext>
            </a:extLst>
          </p:cNvPr>
          <p:cNvSpPr txBox="1"/>
          <p:nvPr/>
        </p:nvSpPr>
        <p:spPr>
          <a:xfrm>
            <a:off x="2155622" y="1716614"/>
            <a:ext cx="1294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Temp (F)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59A8B1-CBA6-FF3A-DD4D-29318CCEB876}"/>
              </a:ext>
            </a:extLst>
          </p:cNvPr>
          <p:cNvSpPr txBox="1"/>
          <p:nvPr/>
        </p:nvSpPr>
        <p:spPr>
          <a:xfrm>
            <a:off x="841575" y="1716614"/>
            <a:ext cx="1294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Temp (°C)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D2F86E-2E76-AB1E-EB66-04DB43114750}"/>
              </a:ext>
            </a:extLst>
          </p:cNvPr>
          <p:cNvSpPr txBox="1"/>
          <p:nvPr/>
        </p:nvSpPr>
        <p:spPr>
          <a:xfrm>
            <a:off x="1340258" y="1992075"/>
            <a:ext cx="243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x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D04AEE-2B66-5658-EDA8-B78AA5440880}"/>
              </a:ext>
            </a:extLst>
          </p:cNvPr>
          <p:cNvSpPr txBox="1"/>
          <p:nvPr/>
        </p:nvSpPr>
        <p:spPr>
          <a:xfrm>
            <a:off x="2662806" y="1991199"/>
            <a:ext cx="243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y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A1261C-0B61-01B2-624E-5F7EDCB65775}"/>
              </a:ext>
            </a:extLst>
          </p:cNvPr>
          <p:cNvSpPr txBox="1"/>
          <p:nvPr/>
        </p:nvSpPr>
        <p:spPr>
          <a:xfrm>
            <a:off x="8501569" y="632501"/>
            <a:ext cx="2592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2400" i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2400" i="1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</a:t>
            </a:r>
            <a:r>
              <a:rPr lang="en-US" sz="2400" i="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)=</a:t>
            </a:r>
            <a:r>
              <a:rPr lang="en-US" sz="2400" i="1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θ</a:t>
            </a:r>
            <a:r>
              <a:rPr lang="en-US" sz="2400" i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en-US" sz="2400" i="1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+ θ</a:t>
            </a:r>
            <a:r>
              <a:rPr lang="en-US" sz="2400" i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 </a:t>
            </a:r>
            <a:r>
              <a:rPr lang="en-US" sz="2400" i="1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</a:t>
            </a:r>
            <a:endParaRPr lang="en-US" sz="2400" i="1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7E5994-31ED-CD59-C8A5-5F2C18592A5B}"/>
              </a:ext>
            </a:extLst>
          </p:cNvPr>
          <p:cNvSpPr txBox="1"/>
          <p:nvPr/>
        </p:nvSpPr>
        <p:spPr>
          <a:xfrm>
            <a:off x="4799587" y="5224134"/>
            <a:ext cx="2592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2400" i="1" baseline="-2500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2400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)=</a:t>
            </a:r>
            <a:r>
              <a:rPr lang="en-US" sz="2400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32 + 1.8</a:t>
            </a:r>
            <a:r>
              <a:rPr lang="en-US" sz="2400" dirty="0"/>
              <a:t> · </a:t>
            </a:r>
            <a:r>
              <a:rPr lang="en-US" sz="2400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</a:t>
            </a:r>
            <a:endParaRPr lang="en-US" sz="24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4A3E13-3ADF-E70E-8AD5-AF44E8E915C0}"/>
              </a:ext>
            </a:extLst>
          </p:cNvPr>
          <p:cNvSpPr txBox="1"/>
          <p:nvPr/>
        </p:nvSpPr>
        <p:spPr>
          <a:xfrm>
            <a:off x="8378638" y="5134432"/>
            <a:ext cx="2108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800" i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sz="1800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32 </a:t>
            </a:r>
          </a:p>
          <a:p>
            <a:endParaRPr lang="en-US" i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sz="1800" i="1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1800" i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 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sz="1800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1.8 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4B0240-D264-52DC-7775-457C1157C4D8}"/>
              </a:ext>
            </a:extLst>
          </p:cNvPr>
          <p:cNvCxnSpPr>
            <a:cxnSpLocks/>
          </p:cNvCxnSpPr>
          <p:nvPr/>
        </p:nvCxnSpPr>
        <p:spPr>
          <a:xfrm flipH="1" flipV="1">
            <a:off x="5584930" y="1344368"/>
            <a:ext cx="2966" cy="2931301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09E77CA-9965-152E-A44C-B99D88F09FB9}"/>
              </a:ext>
            </a:extLst>
          </p:cNvPr>
          <p:cNvCxnSpPr>
            <a:cxnSpLocks/>
          </p:cNvCxnSpPr>
          <p:nvPr/>
        </p:nvCxnSpPr>
        <p:spPr>
          <a:xfrm>
            <a:off x="5463917" y="4113280"/>
            <a:ext cx="4594159" cy="0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0D20C8B2-888B-469D-365E-BEB1AD8310C0}"/>
              </a:ext>
            </a:extLst>
          </p:cNvPr>
          <p:cNvSpPr/>
          <p:nvPr/>
        </p:nvSpPr>
        <p:spPr>
          <a:xfrm>
            <a:off x="7130050" y="3235073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5CE23833-9A38-BA21-E4F5-792B78A299C5}"/>
              </a:ext>
            </a:extLst>
          </p:cNvPr>
          <p:cNvSpPr/>
          <p:nvPr/>
        </p:nvSpPr>
        <p:spPr>
          <a:xfrm>
            <a:off x="7859780" y="2902750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FAC6D3E8-390D-A7B2-8EAF-AF9BA077AC41}"/>
              </a:ext>
            </a:extLst>
          </p:cNvPr>
          <p:cNvSpPr/>
          <p:nvPr/>
        </p:nvSpPr>
        <p:spPr>
          <a:xfrm>
            <a:off x="6316512" y="3627929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0589E0FC-4E02-D730-67C2-3EB209651212}"/>
              </a:ext>
            </a:extLst>
          </p:cNvPr>
          <p:cNvSpPr/>
          <p:nvPr/>
        </p:nvSpPr>
        <p:spPr>
          <a:xfrm>
            <a:off x="8699265" y="2505393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5E9666C-9DF0-0572-018F-3EDD9F6E449B}"/>
              </a:ext>
            </a:extLst>
          </p:cNvPr>
          <p:cNvCxnSpPr>
            <a:cxnSpLocks/>
          </p:cNvCxnSpPr>
          <p:nvPr/>
        </p:nvCxnSpPr>
        <p:spPr>
          <a:xfrm>
            <a:off x="5463917" y="3685065"/>
            <a:ext cx="45941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66A4B3C-A2B5-49E3-9D68-DF6D8918DD28}"/>
              </a:ext>
            </a:extLst>
          </p:cNvPr>
          <p:cNvCxnSpPr>
            <a:cxnSpLocks/>
          </p:cNvCxnSpPr>
          <p:nvPr/>
        </p:nvCxnSpPr>
        <p:spPr>
          <a:xfrm>
            <a:off x="5482967" y="3265965"/>
            <a:ext cx="45751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11E790-6627-594E-9AF8-7603B7BA0BD2}"/>
              </a:ext>
            </a:extLst>
          </p:cNvPr>
          <p:cNvCxnSpPr>
            <a:cxnSpLocks/>
          </p:cNvCxnSpPr>
          <p:nvPr/>
        </p:nvCxnSpPr>
        <p:spPr>
          <a:xfrm>
            <a:off x="5473442" y="2846865"/>
            <a:ext cx="45846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E932570-4017-B7E3-F485-D844C6DD47AA}"/>
              </a:ext>
            </a:extLst>
          </p:cNvPr>
          <p:cNvCxnSpPr>
            <a:cxnSpLocks/>
          </p:cNvCxnSpPr>
          <p:nvPr/>
        </p:nvCxnSpPr>
        <p:spPr>
          <a:xfrm>
            <a:off x="5492492" y="2427765"/>
            <a:ext cx="45655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D55DE92-09E4-1C97-5EEC-021BF2B41BFD}"/>
              </a:ext>
            </a:extLst>
          </p:cNvPr>
          <p:cNvCxnSpPr>
            <a:cxnSpLocks/>
          </p:cNvCxnSpPr>
          <p:nvPr/>
        </p:nvCxnSpPr>
        <p:spPr>
          <a:xfrm>
            <a:off x="5492492" y="2075340"/>
            <a:ext cx="45655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CFF6C9B-3D10-C361-A39A-C724B1244D95}"/>
              </a:ext>
            </a:extLst>
          </p:cNvPr>
          <p:cNvCxnSpPr>
            <a:cxnSpLocks/>
          </p:cNvCxnSpPr>
          <p:nvPr/>
        </p:nvCxnSpPr>
        <p:spPr>
          <a:xfrm>
            <a:off x="5511542" y="1656240"/>
            <a:ext cx="4546534" cy="15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FBC472-A5D8-155B-3309-7482576DC266}"/>
              </a:ext>
            </a:extLst>
          </p:cNvPr>
          <p:cNvCxnSpPr>
            <a:cxnSpLocks/>
          </p:cNvCxnSpPr>
          <p:nvPr/>
        </p:nvCxnSpPr>
        <p:spPr>
          <a:xfrm flipV="1">
            <a:off x="6368792" y="4024306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D761596-7C1A-6B0A-1B6B-AD858EA7D114}"/>
              </a:ext>
            </a:extLst>
          </p:cNvPr>
          <p:cNvCxnSpPr>
            <a:cxnSpLocks/>
          </p:cNvCxnSpPr>
          <p:nvPr/>
        </p:nvCxnSpPr>
        <p:spPr>
          <a:xfrm flipV="1">
            <a:off x="7216517" y="4037490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386A984-386C-7D61-E75C-79E48EA41A81}"/>
              </a:ext>
            </a:extLst>
          </p:cNvPr>
          <p:cNvCxnSpPr>
            <a:cxnSpLocks/>
          </p:cNvCxnSpPr>
          <p:nvPr/>
        </p:nvCxnSpPr>
        <p:spPr>
          <a:xfrm flipV="1">
            <a:off x="7921367" y="4037490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4C1E9C3-D7E3-68E8-71BF-3A684D1640F5}"/>
              </a:ext>
            </a:extLst>
          </p:cNvPr>
          <p:cNvCxnSpPr>
            <a:cxnSpLocks/>
          </p:cNvCxnSpPr>
          <p:nvPr/>
        </p:nvCxnSpPr>
        <p:spPr>
          <a:xfrm flipV="1">
            <a:off x="8769092" y="4050674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0AA1481-05B7-30F6-E5F3-689250A852BE}"/>
              </a:ext>
            </a:extLst>
          </p:cNvPr>
          <p:cNvCxnSpPr>
            <a:cxnSpLocks/>
          </p:cNvCxnSpPr>
          <p:nvPr/>
        </p:nvCxnSpPr>
        <p:spPr>
          <a:xfrm flipV="1">
            <a:off x="9550142" y="4050674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4114B171-1E57-21AD-A7F5-0B0C2CDF7901}"/>
              </a:ext>
            </a:extLst>
          </p:cNvPr>
          <p:cNvSpPr/>
          <p:nvPr/>
        </p:nvSpPr>
        <p:spPr>
          <a:xfrm>
            <a:off x="9408308" y="2169334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77FF99E-34DD-6270-CD88-337BAC4F519E}"/>
              </a:ext>
            </a:extLst>
          </p:cNvPr>
          <p:cNvCxnSpPr>
            <a:cxnSpLocks/>
          </p:cNvCxnSpPr>
          <p:nvPr/>
        </p:nvCxnSpPr>
        <p:spPr>
          <a:xfrm flipV="1">
            <a:off x="5964781" y="1936840"/>
            <a:ext cx="4093295" cy="1945294"/>
          </a:xfrm>
          <a:prstGeom prst="line">
            <a:avLst/>
          </a:prstGeom>
          <a:ln w="38100">
            <a:solidFill>
              <a:srgbClr val="FF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56A4A414-A59A-1730-C3C6-E7D7736FA62E}"/>
              </a:ext>
            </a:extLst>
          </p:cNvPr>
          <p:cNvSpPr/>
          <p:nvPr/>
        </p:nvSpPr>
        <p:spPr>
          <a:xfrm>
            <a:off x="4976863" y="1968505"/>
            <a:ext cx="371317" cy="20599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B74D68-F266-05FE-396F-9E64FC03EA7E}"/>
              </a:ext>
            </a:extLst>
          </p:cNvPr>
          <p:cNvSpPr txBox="1"/>
          <p:nvPr/>
        </p:nvSpPr>
        <p:spPr>
          <a:xfrm>
            <a:off x="4937718" y="308129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495E3D-BC4F-365A-ECE5-6F3ADB077C6C}"/>
              </a:ext>
            </a:extLst>
          </p:cNvPr>
          <p:cNvSpPr txBox="1"/>
          <p:nvPr/>
        </p:nvSpPr>
        <p:spPr>
          <a:xfrm>
            <a:off x="4928193" y="268124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3AED67C-5A8C-0C87-11AA-1C87005F926F}"/>
              </a:ext>
            </a:extLst>
          </p:cNvPr>
          <p:cNvSpPr txBox="1"/>
          <p:nvPr/>
        </p:nvSpPr>
        <p:spPr>
          <a:xfrm>
            <a:off x="4937718" y="226214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E1D1C97-C316-C9F3-259F-E6CF23B460FF}"/>
              </a:ext>
            </a:extLst>
          </p:cNvPr>
          <p:cNvSpPr txBox="1"/>
          <p:nvPr/>
        </p:nvSpPr>
        <p:spPr>
          <a:xfrm>
            <a:off x="4947243" y="186209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CFABAC6-D417-C66F-17D8-3FC9E1956176}"/>
              </a:ext>
            </a:extLst>
          </p:cNvPr>
          <p:cNvSpPr txBox="1"/>
          <p:nvPr/>
        </p:nvSpPr>
        <p:spPr>
          <a:xfrm>
            <a:off x="4956768" y="144299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177E91A-6994-60EB-AC8B-0EBDBB131F91}"/>
              </a:ext>
            </a:extLst>
          </p:cNvPr>
          <p:cNvSpPr txBox="1"/>
          <p:nvPr/>
        </p:nvSpPr>
        <p:spPr>
          <a:xfrm>
            <a:off x="4947243" y="35003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E93A49F-66FA-9B46-0EED-CD158200C94E}"/>
                  </a:ext>
                </a:extLst>
              </p:cNvPr>
              <p:cNvSpPr txBox="1"/>
              <p:nvPr/>
            </p:nvSpPr>
            <p:spPr>
              <a:xfrm>
                <a:off x="5492492" y="1215856"/>
                <a:ext cx="688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E93A49F-66FA-9B46-0EED-CD158200C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492" y="1215856"/>
                <a:ext cx="688856" cy="369332"/>
              </a:xfrm>
              <a:prstGeom prst="rect">
                <a:avLst/>
              </a:prstGeom>
              <a:blipFill>
                <a:blip r:embed="rId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9C7B584-CBBA-3346-536F-E69E22DC391F}"/>
                  </a:ext>
                </a:extLst>
              </p:cNvPr>
              <p:cNvSpPr txBox="1"/>
              <p:nvPr/>
            </p:nvSpPr>
            <p:spPr>
              <a:xfrm>
                <a:off x="9797982" y="3900667"/>
                <a:ext cx="688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9C7B584-CBBA-3346-536F-E69E22DC3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7982" y="3900667"/>
                <a:ext cx="6888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5000FD7D-40BE-0060-811A-73F882DCA2C4}"/>
              </a:ext>
            </a:extLst>
          </p:cNvPr>
          <p:cNvSpPr txBox="1"/>
          <p:nvPr/>
        </p:nvSpPr>
        <p:spPr>
          <a:xfrm>
            <a:off x="6168747" y="422862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878F43C-30FD-D7FA-E0B5-3439B2506DBE}"/>
              </a:ext>
            </a:extLst>
          </p:cNvPr>
          <p:cNvSpPr txBox="1"/>
          <p:nvPr/>
        </p:nvSpPr>
        <p:spPr>
          <a:xfrm>
            <a:off x="7003850" y="422862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4CA1802-FAA8-4AF1-EA58-0BDE1FDBAF95}"/>
              </a:ext>
            </a:extLst>
          </p:cNvPr>
          <p:cNvSpPr txBox="1"/>
          <p:nvPr/>
        </p:nvSpPr>
        <p:spPr>
          <a:xfrm>
            <a:off x="7712602" y="422862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A99E6FC-C1E6-62AC-CA60-F3F9C149F152}"/>
              </a:ext>
            </a:extLst>
          </p:cNvPr>
          <p:cNvSpPr txBox="1"/>
          <p:nvPr/>
        </p:nvSpPr>
        <p:spPr>
          <a:xfrm>
            <a:off x="8547705" y="422862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0F0B69A-F9D5-3E40-AC7F-EB64AE0B1BE7}"/>
              </a:ext>
            </a:extLst>
          </p:cNvPr>
          <p:cNvSpPr txBox="1"/>
          <p:nvPr/>
        </p:nvSpPr>
        <p:spPr>
          <a:xfrm>
            <a:off x="9350246" y="422862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</a:t>
            </a:r>
          </a:p>
        </p:txBody>
      </p:sp>
      <p:cxnSp>
        <p:nvCxnSpPr>
          <p:cNvPr id="98" name="Connector: Curved 97">
            <a:extLst>
              <a:ext uri="{FF2B5EF4-FFF2-40B4-BE49-F238E27FC236}">
                <a16:creationId xmlns:a16="http://schemas.microsoft.com/office/drawing/2014/main" id="{670EA5E3-191A-9967-85D4-66DC6433F3AA}"/>
              </a:ext>
            </a:extLst>
          </p:cNvPr>
          <p:cNvCxnSpPr>
            <a:endCxn id="2" idx="2"/>
          </p:cNvCxnSpPr>
          <p:nvPr/>
        </p:nvCxnSpPr>
        <p:spPr>
          <a:xfrm rot="5400000" flipH="1" flipV="1">
            <a:off x="8088295" y="1137178"/>
            <a:ext cx="1752699" cy="1666676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92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000"/>
                            </p:stCondLst>
                            <p:childTnLst>
                              <p:par>
                                <p:cTn id="9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500"/>
                            </p:stCondLst>
                            <p:childTnLst>
                              <p:par>
                                <p:cTn id="1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500"/>
                            </p:stCondLst>
                            <p:childTnLst>
                              <p:par>
                                <p:cTn id="13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00"/>
                            </p:stCondLst>
                            <p:childTnLst>
                              <p:par>
                                <p:cTn id="1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5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25" grpId="0"/>
      <p:bldP spid="35" grpId="0"/>
      <p:bldP spid="36" grpId="0"/>
      <p:bldP spid="38" grpId="0"/>
      <p:bldP spid="39" grpId="0"/>
      <p:bldP spid="2" grpId="0"/>
      <p:bldP spid="10" grpId="0"/>
      <p:bldP spid="14" grpId="0"/>
      <p:bldP spid="19" grpId="0" animBg="1"/>
      <p:bldP spid="20" grpId="0" animBg="1"/>
      <p:bldP spid="21" grpId="0" animBg="1"/>
      <p:bldP spid="22" grpId="0" animBg="1"/>
      <p:bldP spid="37" grpId="0" animBg="1"/>
      <p:bldP spid="58" grpId="0"/>
      <p:bldP spid="60" grpId="0"/>
      <p:bldP spid="66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4575E1F-6F19-603E-9B9E-D45721421572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BF7E13-FA80-2442-4F79-D43C2B7696A0}"/>
              </a:ext>
            </a:extLst>
          </p:cNvPr>
          <p:cNvSpPr txBox="1"/>
          <p:nvPr/>
        </p:nvSpPr>
        <p:spPr>
          <a:xfrm>
            <a:off x="1206272" y="430619"/>
            <a:ext cx="408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FF00"/>
                </a:solidFill>
              </a:rPr>
              <a:t>Gradient descent algorithm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A792955-FC65-95D5-C8B2-40A274A78A90}"/>
              </a:ext>
            </a:extLst>
          </p:cNvPr>
          <p:cNvGrpSpPr/>
          <p:nvPr/>
        </p:nvGrpSpPr>
        <p:grpSpPr>
          <a:xfrm>
            <a:off x="7621780" y="2575763"/>
            <a:ext cx="2261547" cy="440955"/>
            <a:chOff x="1171516" y="5334300"/>
            <a:chExt cx="2261547" cy="4409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DD3D938-8EE1-808A-A077-47CDBD7379B6}"/>
                    </a:ext>
                  </a:extLst>
                </p:cNvPr>
                <p:cNvSpPr txBox="1"/>
                <p:nvPr/>
              </p:nvSpPr>
              <p:spPr>
                <a:xfrm>
                  <a:off x="2455103" y="5334300"/>
                  <a:ext cx="97796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𝐽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DD3D938-8EE1-808A-A077-47CDBD7379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5103" y="5334300"/>
                  <a:ext cx="977960" cy="307777"/>
                </a:xfrm>
                <a:prstGeom prst="rect">
                  <a:avLst/>
                </a:prstGeom>
                <a:blipFill>
                  <a:blip r:embed="rId2"/>
                  <a:stretch>
                    <a:fillRect l="-8125" r="-9375" b="-352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6F8D7F2-3737-67A8-3C44-C87898E00DAC}"/>
                    </a:ext>
                  </a:extLst>
                </p:cNvPr>
                <p:cNvSpPr txBox="1"/>
                <p:nvPr/>
              </p:nvSpPr>
              <p:spPr>
                <a:xfrm>
                  <a:off x="1171516" y="5334300"/>
                  <a:ext cx="1234632" cy="440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𝑚𝑖𝑛𝑖𝑚𝑖𝑧𝑒</m:t>
                                </m:r>
                              </m:e>
                              <m:lim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oMath>
                    </m:oMathPara>
                  </a14:m>
                  <a:endParaRPr lang="en-US" sz="20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6F8D7F2-3737-67A8-3C44-C87898E00D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1516" y="5334300"/>
                  <a:ext cx="1234632" cy="440955"/>
                </a:xfrm>
                <a:prstGeom prst="rect">
                  <a:avLst/>
                </a:prstGeom>
                <a:blipFill>
                  <a:blip r:embed="rId3"/>
                  <a:stretch>
                    <a:fillRect l="-3941" b="-97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80A8A4-145E-DF9D-D568-D5B93FF550A3}"/>
              </a:ext>
            </a:extLst>
          </p:cNvPr>
          <p:cNvCxnSpPr>
            <a:cxnSpLocks/>
          </p:cNvCxnSpPr>
          <p:nvPr/>
        </p:nvCxnSpPr>
        <p:spPr>
          <a:xfrm>
            <a:off x="6096000" y="81740"/>
            <a:ext cx="0" cy="304704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D6DFB61-D467-C046-61C6-A97E61FCE055}"/>
              </a:ext>
            </a:extLst>
          </p:cNvPr>
          <p:cNvSpPr txBox="1"/>
          <p:nvPr/>
        </p:nvSpPr>
        <p:spPr>
          <a:xfrm>
            <a:off x="7211130" y="430619"/>
            <a:ext cx="3590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FF00"/>
                </a:solidFill>
              </a:rPr>
              <a:t>Linear Regression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E29B0F-F03C-04B7-65AB-1B7D9259C212}"/>
              </a:ext>
            </a:extLst>
          </p:cNvPr>
          <p:cNvSpPr txBox="1"/>
          <p:nvPr/>
        </p:nvSpPr>
        <p:spPr>
          <a:xfrm>
            <a:off x="6957800" y="887728"/>
            <a:ext cx="19176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2000" i="1" baseline="-2500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2000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)=</a:t>
            </a:r>
            <a:r>
              <a:rPr lang="en-US" sz="2000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θ</a:t>
            </a:r>
            <a:r>
              <a:rPr lang="en-US" sz="2000" i="1" baseline="-2500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en-US" sz="2000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+ θ</a:t>
            </a:r>
            <a:r>
              <a:rPr lang="en-US" sz="2000" i="1" baseline="-2500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1 </a:t>
            </a:r>
            <a:r>
              <a:rPr lang="en-US" sz="2000" i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x</a:t>
            </a:r>
            <a:endParaRPr lang="en-US" sz="2000" i="1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2403FE1-23CE-CAA8-4971-A5CC73A4A990}"/>
              </a:ext>
            </a:extLst>
          </p:cNvPr>
          <p:cNvGrpSpPr/>
          <p:nvPr/>
        </p:nvGrpSpPr>
        <p:grpSpPr>
          <a:xfrm>
            <a:off x="513214" y="967463"/>
            <a:ext cx="4792005" cy="2246769"/>
            <a:chOff x="513214" y="967463"/>
            <a:chExt cx="4792005" cy="224676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13F69AF-AF2B-727A-7B32-F868AE943F9A}"/>
                </a:ext>
              </a:extLst>
            </p:cNvPr>
            <p:cNvSpPr txBox="1"/>
            <p:nvPr/>
          </p:nvSpPr>
          <p:spPr>
            <a:xfrm>
              <a:off x="513214" y="967463"/>
              <a:ext cx="4792005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1"/>
                  </a:solidFill>
                </a:rPr>
                <a:t>Repeat until convergence {</a:t>
              </a:r>
            </a:p>
            <a:p>
              <a:r>
                <a:rPr lang="en-US" sz="2000" b="1" dirty="0">
                  <a:solidFill>
                    <a:schemeClr val="tx1"/>
                  </a:solidFill>
                </a:rPr>
                <a:t>	</a:t>
              </a:r>
            </a:p>
            <a:p>
              <a:r>
                <a:rPr lang="en-US" sz="2000" b="1" dirty="0">
                  <a:solidFill>
                    <a:schemeClr val="tx1"/>
                  </a:solidFill>
                </a:rPr>
                <a:t>	</a:t>
              </a:r>
            </a:p>
            <a:p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(for </a:t>
              </a:r>
              <a:r>
                <a:rPr lang="en-US" sz="20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 = 0 </a:t>
              </a:r>
              <a:r>
                <a: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and </a:t>
              </a:r>
              <a:r>
                <a:rPr lang="en-US" sz="20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 = 1</a:t>
              </a:r>
              <a:r>
                <a: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sz="2000" b="1" dirty="0">
                  <a:solidFill>
                    <a:schemeClr val="tx1"/>
                  </a:solidFill>
                </a:rPr>
                <a:t>	</a:t>
              </a:r>
            </a:p>
            <a:p>
              <a:r>
                <a:rPr lang="en-US" sz="2000" b="1" dirty="0">
                  <a:solidFill>
                    <a:schemeClr val="tx1"/>
                  </a:solidFill>
                </a:rPr>
                <a:t>}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6EC7CF4-9EEA-FE1A-850D-233256EFEF5F}"/>
                    </a:ext>
                  </a:extLst>
                </p:cNvPr>
                <p:cNvSpPr txBox="1"/>
                <p:nvPr/>
              </p:nvSpPr>
              <p:spPr>
                <a:xfrm>
                  <a:off x="1203415" y="1542971"/>
                  <a:ext cx="3464163" cy="6158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sz="20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en-US" sz="20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6EC7CF4-9EEA-FE1A-850D-233256EFEF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415" y="1542971"/>
                  <a:ext cx="3464163" cy="6158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E78E91-05A6-2C46-E162-A03299FF5F86}"/>
                  </a:ext>
                </a:extLst>
              </p:cNvPr>
              <p:cNvSpPr txBox="1"/>
              <p:nvPr/>
            </p:nvSpPr>
            <p:spPr>
              <a:xfrm>
                <a:off x="1538040" y="3537875"/>
                <a:ext cx="1567110" cy="615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𝜕𝜃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E78E91-05A6-2C46-E162-A03299FF5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040" y="3537875"/>
                <a:ext cx="1567110" cy="615810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AA8E1BA7-4BB2-FCAC-07E7-2A37C654E74E}"/>
              </a:ext>
            </a:extLst>
          </p:cNvPr>
          <p:cNvGrpSpPr/>
          <p:nvPr/>
        </p:nvGrpSpPr>
        <p:grpSpPr>
          <a:xfrm>
            <a:off x="6957801" y="1508634"/>
            <a:ext cx="4097256" cy="840295"/>
            <a:chOff x="6957801" y="1682370"/>
            <a:chExt cx="4097256" cy="84029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F768088-0B14-9D31-12C8-C46E625058F9}"/>
                </a:ext>
              </a:extLst>
            </p:cNvPr>
            <p:cNvGrpSpPr/>
            <p:nvPr/>
          </p:nvGrpSpPr>
          <p:grpSpPr>
            <a:xfrm>
              <a:off x="6957801" y="1682370"/>
              <a:ext cx="4097256" cy="840295"/>
              <a:chOff x="999963" y="3008852"/>
              <a:chExt cx="4097256" cy="84029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2E2DDBF-3C94-A9AF-9B33-281D35927DB0}"/>
                  </a:ext>
                </a:extLst>
              </p:cNvPr>
              <p:cNvGrpSpPr/>
              <p:nvPr/>
            </p:nvGrpSpPr>
            <p:grpSpPr>
              <a:xfrm>
                <a:off x="2225661" y="3008852"/>
                <a:ext cx="2871558" cy="840295"/>
                <a:chOff x="7559661" y="732612"/>
                <a:chExt cx="2871558" cy="84029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9F88144E-889E-214D-20AD-B54E7022DC3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53086" y="902099"/>
                      <a:ext cx="2078133" cy="42197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2000" i="1" baseline="-25000" dirty="0">
                                            <a:solidFill>
                                              <a:schemeClr val="tx1"/>
                                            </a:solidFill>
                                            <a:latin typeface="Times New Roman" panose="02020603050405020304" pitchFamily="18" charset="0"/>
                                            <a:ea typeface="맑은 고딕" panose="020B0503020000020004" pitchFamily="50" charset="-127"/>
                                            <a:cs typeface="Times New Roman" panose="02020603050405020304" pitchFamily="18" charset="0"/>
                                          </a:rPr>
                                          <m:t>θ</m:t>
                                        </m:r>
                                      </m:sub>
                                    </m:sSub>
                                    <m:r>
                                      <a:rPr lang="en-US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000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 − 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66" name="TextBox 165">
                      <a:extLst>
                        <a:ext uri="{FF2B5EF4-FFF2-40B4-BE49-F238E27FC236}">
                          <a16:creationId xmlns:a16="http://schemas.microsoft.com/office/drawing/2014/main" id="{D138BE1B-CE16-F348-DF5E-FFF18B55E1E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53086" y="902099"/>
                      <a:ext cx="2078133" cy="42197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724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67AC18C2-6A56-0F2D-D197-CFFCF938F6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11046" y="732612"/>
                      <a:ext cx="503022" cy="84029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nary>
                              <m:naryPr>
                                <m:chr m:val="∑"/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67" name="TextBox 166">
                      <a:extLst>
                        <a:ext uri="{FF2B5EF4-FFF2-40B4-BE49-F238E27FC236}">
                          <a16:creationId xmlns:a16="http://schemas.microsoft.com/office/drawing/2014/main" id="{4BC39A66-5FB7-8577-2A59-267039D6D2E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11046" y="732612"/>
                      <a:ext cx="503022" cy="84029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3AD5BFA6-5679-F502-01F1-A302CCDB4A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59661" y="849456"/>
                      <a:ext cx="425949" cy="57823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3AD5BFA6-5679-F502-01F1-A302CCDB4A0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59661" y="849456"/>
                      <a:ext cx="425949" cy="57823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EFA20162-341E-F27C-09C3-D13B39BAB708}"/>
                      </a:ext>
                    </a:extLst>
                  </p:cNvPr>
                  <p:cNvSpPr txBox="1"/>
                  <p:nvPr/>
                </p:nvSpPr>
                <p:spPr>
                  <a:xfrm>
                    <a:off x="999963" y="3260924"/>
                    <a:ext cx="1255472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2000" i="1" dirty="0">
                                      <a:latin typeface="Times New Roman" panose="020206030504050203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2000" i="1" dirty="0">
                                      <a:latin typeface="Times New Roman" panose="020206030504050203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EFA20162-341E-F27C-09C3-D13B39BAB7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9963" y="3260924"/>
                    <a:ext cx="1255472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369" r="-485" b="-313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B8E47F0-8C8B-BE3C-4BF8-4D372E69A48D}"/>
                </a:ext>
              </a:extLst>
            </p:cNvPr>
            <p:cNvGrpSpPr/>
            <p:nvPr/>
          </p:nvGrpSpPr>
          <p:grpSpPr>
            <a:xfrm>
              <a:off x="8183499" y="1682370"/>
              <a:ext cx="2871558" cy="840295"/>
              <a:chOff x="8183499" y="3081560"/>
              <a:chExt cx="2871558" cy="8402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3231C87A-1562-181F-9985-DB64B9C125D7}"/>
                      </a:ext>
                    </a:extLst>
                  </p:cNvPr>
                  <p:cNvSpPr txBox="1"/>
                  <p:nvPr/>
                </p:nvSpPr>
                <p:spPr>
                  <a:xfrm>
                    <a:off x="8976924" y="3251047"/>
                    <a:ext cx="2078133" cy="42197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2000" i="1" baseline="-25000" dirty="0">
                                          <a:solidFill>
                                            <a:schemeClr val="tx1"/>
                                          </a:solidFill>
                                          <a:latin typeface="Times New Roman" panose="020206030504050203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θ</m:t>
                                      </m:r>
                                    </m:sub>
                                  </m:sSub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 − 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oMath>
                      </m:oMathPara>
                    </a14:m>
                    <a:endParaRPr lang="en-US" sz="20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3231C87A-1562-181F-9985-DB64B9C125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76924" y="3251047"/>
                    <a:ext cx="2078133" cy="42197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57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45E0EAF-E6BB-6183-E423-5FBA874072E3}"/>
                      </a:ext>
                    </a:extLst>
                  </p:cNvPr>
                  <p:cNvSpPr txBox="1"/>
                  <p:nvPr/>
                </p:nvSpPr>
                <p:spPr>
                  <a:xfrm>
                    <a:off x="8634884" y="3081560"/>
                    <a:ext cx="503022" cy="84029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45E0EAF-E6BB-6183-E423-5FBA874072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34884" y="3081560"/>
                    <a:ext cx="503022" cy="840295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6ED4DEBE-7DBE-F05A-EEE8-CD2719ABBC8C}"/>
                      </a:ext>
                    </a:extLst>
                  </p:cNvPr>
                  <p:cNvSpPr txBox="1"/>
                  <p:nvPr/>
                </p:nvSpPr>
                <p:spPr>
                  <a:xfrm>
                    <a:off x="8183499" y="3198404"/>
                    <a:ext cx="425949" cy="57823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6ED4DEBE-7DBE-F05A-EEE8-CD2719ABBC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83499" y="3198404"/>
                    <a:ext cx="425949" cy="57823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0614387-D656-B533-0E56-1D36E05364DE}"/>
              </a:ext>
            </a:extLst>
          </p:cNvPr>
          <p:cNvGrpSpPr/>
          <p:nvPr/>
        </p:nvGrpSpPr>
        <p:grpSpPr>
          <a:xfrm>
            <a:off x="2706898" y="3407664"/>
            <a:ext cx="3890603" cy="840295"/>
            <a:chOff x="2706898" y="3700272"/>
            <a:chExt cx="3890603" cy="8402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9741BB6-FA12-9ADB-5E41-B38868428171}"/>
                    </a:ext>
                  </a:extLst>
                </p:cNvPr>
                <p:cNvSpPr txBox="1"/>
                <p:nvPr/>
              </p:nvSpPr>
              <p:spPr>
                <a:xfrm>
                  <a:off x="2706898" y="3915491"/>
                  <a:ext cx="72416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9741BB6-FA12-9ADB-5E41-B38868428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6898" y="3915491"/>
                  <a:ext cx="724166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EE3309C-9220-5A72-1CD1-E8F6ED8D90AF}"/>
                </a:ext>
              </a:extLst>
            </p:cNvPr>
            <p:cNvGrpSpPr/>
            <p:nvPr/>
          </p:nvGrpSpPr>
          <p:grpSpPr>
            <a:xfrm>
              <a:off x="2983471" y="3700272"/>
              <a:ext cx="3614030" cy="840295"/>
              <a:chOff x="2983471" y="3700272"/>
              <a:chExt cx="3614030" cy="840295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031D8C1-676F-2A68-0620-62E546A473FB}"/>
                  </a:ext>
                </a:extLst>
              </p:cNvPr>
              <p:cNvGrpSpPr/>
              <p:nvPr/>
            </p:nvGrpSpPr>
            <p:grpSpPr>
              <a:xfrm>
                <a:off x="3725943" y="3700272"/>
                <a:ext cx="2871558" cy="840295"/>
                <a:chOff x="8183499" y="3081560"/>
                <a:chExt cx="2871558" cy="84029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D961884D-9127-E3CD-E5AD-92CC1468868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76924" y="3251047"/>
                      <a:ext cx="2078133" cy="42197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2000" i="1" baseline="-25000" dirty="0">
                                            <a:solidFill>
                                              <a:schemeClr val="tx1"/>
                                            </a:solidFill>
                                            <a:latin typeface="Times New Roman" panose="02020603050405020304" pitchFamily="18" charset="0"/>
                                            <a:ea typeface="맑은 고딕" panose="020B0503020000020004" pitchFamily="50" charset="-127"/>
                                            <a:cs typeface="Times New Roman" panose="02020603050405020304" pitchFamily="18" charset="0"/>
                                          </a:rPr>
                                          <m:t>θ</m:t>
                                        </m:r>
                                      </m:sub>
                                    </m:sSub>
                                    <m:r>
                                      <a:rPr lang="en-US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000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 − 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D961884D-9127-E3CD-E5AD-92CC1468868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76924" y="3251047"/>
                      <a:ext cx="2078133" cy="421975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b="-579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28A1B4E8-A5CE-0118-2041-5AE8B4ACF4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634884" y="3081560"/>
                      <a:ext cx="503022" cy="84029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nary>
                              <m:naryPr>
                                <m:chr m:val="∑"/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28A1B4E8-A5CE-0118-2041-5AE8B4ACF4B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34884" y="3081560"/>
                      <a:ext cx="503022" cy="840295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9FE0B727-CED1-2742-588B-B2001CFD63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83499" y="3198404"/>
                      <a:ext cx="425949" cy="57823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9FE0B727-CED1-2742-588B-B2001CFD638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83499" y="3198404"/>
                      <a:ext cx="425949" cy="578235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C77D5F46-F8DD-F3E9-5EE4-D814B0153981}"/>
                      </a:ext>
                    </a:extLst>
                  </p:cNvPr>
                  <p:cNvSpPr txBox="1"/>
                  <p:nvPr/>
                </p:nvSpPr>
                <p:spPr>
                  <a:xfrm>
                    <a:off x="2983471" y="3764135"/>
                    <a:ext cx="903210" cy="7643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𝜕𝜃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C77D5F46-F8DD-F3E9-5EE4-D814B01539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3471" y="3764135"/>
                    <a:ext cx="903210" cy="764376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4091022-0E67-C06B-D23D-9F816657A148}"/>
              </a:ext>
            </a:extLst>
          </p:cNvPr>
          <p:cNvGrpSpPr/>
          <p:nvPr/>
        </p:nvGrpSpPr>
        <p:grpSpPr>
          <a:xfrm>
            <a:off x="6354058" y="3373712"/>
            <a:ext cx="4123499" cy="841774"/>
            <a:chOff x="6354058" y="3666320"/>
            <a:chExt cx="4123499" cy="8417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5351C00-1751-D03E-6D34-F119F4B15413}"/>
                    </a:ext>
                  </a:extLst>
                </p:cNvPr>
                <p:cNvSpPr txBox="1"/>
                <p:nvPr/>
              </p:nvSpPr>
              <p:spPr>
                <a:xfrm>
                  <a:off x="6354058" y="3889586"/>
                  <a:ext cx="72416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5351C00-1751-D03E-6D34-F119F4B154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4058" y="3889586"/>
                  <a:ext cx="724166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C83EE94-F773-3F4A-96AC-E1182A364499}"/>
                </a:ext>
              </a:extLst>
            </p:cNvPr>
            <p:cNvGrpSpPr/>
            <p:nvPr/>
          </p:nvGrpSpPr>
          <p:grpSpPr>
            <a:xfrm>
              <a:off x="6637541" y="3666320"/>
              <a:ext cx="3840016" cy="841774"/>
              <a:chOff x="6637541" y="3666320"/>
              <a:chExt cx="3840016" cy="84177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B3924489-77AE-965B-3E24-871C750020E2}"/>
                      </a:ext>
                    </a:extLst>
                  </p:cNvPr>
                  <p:cNvSpPr txBox="1"/>
                  <p:nvPr/>
                </p:nvSpPr>
                <p:spPr>
                  <a:xfrm>
                    <a:off x="6637541" y="3743718"/>
                    <a:ext cx="903210" cy="7643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𝜕𝜃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B3924489-77AE-965B-3E24-871C750020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37541" y="3743718"/>
                    <a:ext cx="903210" cy="764376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16CBC46-302D-5251-2F5F-E33702A2DD50}"/>
                  </a:ext>
                </a:extLst>
              </p:cNvPr>
              <p:cNvGrpSpPr/>
              <p:nvPr/>
            </p:nvGrpSpPr>
            <p:grpSpPr>
              <a:xfrm>
                <a:off x="7344837" y="3666320"/>
                <a:ext cx="3132720" cy="840295"/>
                <a:chOff x="8183499" y="3081560"/>
                <a:chExt cx="3132720" cy="84029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4EF7364F-16E1-F87E-7933-4C6038EB22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76924" y="3251047"/>
                      <a:ext cx="2339295" cy="41408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 i="1" dirty="0">
                                        <a:latin typeface="Times New Roman" panose="020206030504050203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θ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i="1" baseline="-25000" dirty="0">
                                        <a:latin typeface="Times New Roman" panose="020206030504050203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i="1" dirty="0">
                                        <a:latin typeface="Times New Roman" panose="020206030504050203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 +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i="1" dirty="0">
                                        <a:latin typeface="Times New Roman" panose="020206030504050203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θ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i="1" baseline="-25000" dirty="0">
                                        <a:latin typeface="Times New Roman" panose="020206030504050203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sSup>
                                      <m:sSup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000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− 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0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4EF7364F-16E1-F87E-7933-4C6038EB226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76924" y="3251047"/>
                      <a:ext cx="2339295" cy="414088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38D6731B-19F3-5A5A-DDAC-93A59987A4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634884" y="3081560"/>
                      <a:ext cx="503022" cy="84029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nary>
                              <m:naryPr>
                                <m:chr m:val="∑"/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38D6731B-19F3-5A5A-DDAC-93A59987A42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34884" y="3081560"/>
                      <a:ext cx="503022" cy="840295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C8EA211B-5080-0E5C-4925-5D9AD49CC1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83499" y="3198404"/>
                      <a:ext cx="425949" cy="57823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oMath>
                        </m:oMathPara>
                      </a14:m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C8EA211B-5080-0E5C-4925-5D9AD49CC1D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83499" y="3198404"/>
                      <a:ext cx="425949" cy="578235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8544CDD-CB7B-C4DC-46FA-E807BDF8CCE1}"/>
              </a:ext>
            </a:extLst>
          </p:cNvPr>
          <p:cNvCxnSpPr>
            <a:cxnSpLocks/>
          </p:cNvCxnSpPr>
          <p:nvPr/>
        </p:nvCxnSpPr>
        <p:spPr>
          <a:xfrm>
            <a:off x="84306" y="3165356"/>
            <a:ext cx="12044822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0BE32D2F-6130-72C4-20FA-59291EC34FB4}"/>
              </a:ext>
            </a:extLst>
          </p:cNvPr>
          <p:cNvSpPr/>
          <p:nvPr/>
        </p:nvSpPr>
        <p:spPr>
          <a:xfrm>
            <a:off x="1261203" y="4429900"/>
            <a:ext cx="6359235" cy="9421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793E21F-99E0-9655-E4AC-95DD630457D0}"/>
              </a:ext>
            </a:extLst>
          </p:cNvPr>
          <p:cNvSpPr/>
          <p:nvPr/>
        </p:nvSpPr>
        <p:spPr>
          <a:xfrm>
            <a:off x="1261203" y="5375040"/>
            <a:ext cx="6359235" cy="8471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6F108691-2B87-B028-AA61-D5DAF42DB8EE}"/>
              </a:ext>
            </a:extLst>
          </p:cNvPr>
          <p:cNvSpPr/>
          <p:nvPr/>
        </p:nvSpPr>
        <p:spPr>
          <a:xfrm>
            <a:off x="7827518" y="4734436"/>
            <a:ext cx="739302" cy="35330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7D7ABF1A-668A-1A19-EBBF-E0BE9FB79DBE}"/>
              </a:ext>
            </a:extLst>
          </p:cNvPr>
          <p:cNvSpPr/>
          <p:nvPr/>
        </p:nvSpPr>
        <p:spPr>
          <a:xfrm>
            <a:off x="7827518" y="5604118"/>
            <a:ext cx="739302" cy="35330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52C576B-82CB-C623-C892-543B087164C3}"/>
              </a:ext>
            </a:extLst>
          </p:cNvPr>
          <p:cNvGrpSpPr/>
          <p:nvPr/>
        </p:nvGrpSpPr>
        <p:grpSpPr>
          <a:xfrm>
            <a:off x="1348870" y="5381928"/>
            <a:ext cx="6171859" cy="840295"/>
            <a:chOff x="1234570" y="5674536"/>
            <a:chExt cx="6171859" cy="84029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1C9962D-CE20-1B00-1CBD-5148513BA608}"/>
                </a:ext>
              </a:extLst>
            </p:cNvPr>
            <p:cNvSpPr txBox="1"/>
            <p:nvPr/>
          </p:nvSpPr>
          <p:spPr>
            <a:xfrm>
              <a:off x="1234570" y="5902261"/>
              <a:ext cx="921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 = 1 </a:t>
              </a:r>
              <a:endParaRPr 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1D4AED6-129A-56A7-6BAC-801AA52881D7}"/>
                    </a:ext>
                  </a:extLst>
                </p:cNvPr>
                <p:cNvSpPr txBox="1"/>
                <p:nvPr/>
              </p:nvSpPr>
              <p:spPr>
                <a:xfrm>
                  <a:off x="2270613" y="5800729"/>
                  <a:ext cx="2083356" cy="5814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en-US" sz="200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1D4AED6-129A-56A7-6BAC-801AA52881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0613" y="5800729"/>
                  <a:ext cx="2083356" cy="581441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F77BB2D-D15B-D686-5BF9-F12DC9CF1DFE}"/>
                </a:ext>
              </a:extLst>
            </p:cNvPr>
            <p:cNvGrpSpPr/>
            <p:nvPr/>
          </p:nvGrpSpPr>
          <p:grpSpPr>
            <a:xfrm>
              <a:off x="4139960" y="5674536"/>
              <a:ext cx="3266469" cy="840295"/>
              <a:chOff x="8183499" y="3081560"/>
              <a:chExt cx="3266469" cy="8402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D2B689AE-CFF3-6EA0-4372-E7A84AD1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8879649" y="3348322"/>
                    <a:ext cx="2570319" cy="35330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2000" i="1" baseline="-25000" dirty="0">
                                          <a:solidFill>
                                            <a:schemeClr val="tx1"/>
                                          </a:solidFill>
                                          <a:latin typeface="Times New Roman" panose="020206030504050203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θ</m:t>
                                      </m:r>
                                    </m:sub>
                                  </m:sSub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 − 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oMath>
                      </m:oMathPara>
                    </a14:m>
                    <a:endParaRPr lang="en-US" sz="20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D2B689AE-CFF3-6EA0-4372-E7A84AD143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79649" y="3348322"/>
                    <a:ext cx="2570319" cy="353302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t="-1724" b="-2586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8BBE957A-8B1A-627C-CB05-58EA0F9F7713}"/>
                      </a:ext>
                    </a:extLst>
                  </p:cNvPr>
                  <p:cNvSpPr txBox="1"/>
                  <p:nvPr/>
                </p:nvSpPr>
                <p:spPr>
                  <a:xfrm>
                    <a:off x="8544094" y="3081560"/>
                    <a:ext cx="503022" cy="84029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8BBE957A-8B1A-627C-CB05-58EA0F9F77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44094" y="3081560"/>
                    <a:ext cx="503022" cy="840295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B8454CE3-386D-416E-C8E9-53F354105DD6}"/>
                      </a:ext>
                    </a:extLst>
                  </p:cNvPr>
                  <p:cNvSpPr txBox="1"/>
                  <p:nvPr/>
                </p:nvSpPr>
                <p:spPr>
                  <a:xfrm>
                    <a:off x="8183499" y="3198404"/>
                    <a:ext cx="283283" cy="57823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B8454CE3-386D-416E-C8E9-53F354105D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83499" y="3198404"/>
                    <a:ext cx="283283" cy="578235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743B712-13A8-4CD1-2319-11D4D787A16A}"/>
                    </a:ext>
                  </a:extLst>
                </p:cNvPr>
                <p:cNvSpPr txBox="1"/>
                <p:nvPr/>
              </p:nvSpPr>
              <p:spPr>
                <a:xfrm>
                  <a:off x="3506327" y="5883278"/>
                  <a:ext cx="72416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743B712-13A8-4CD1-2319-11D4D787A1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6327" y="5883278"/>
                  <a:ext cx="724166" cy="400110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CCAFC603-8EB8-D68A-6E37-68D032ED2815}"/>
                </a:ext>
              </a:extLst>
            </p:cNvPr>
            <p:cNvSpPr/>
            <p:nvPr/>
          </p:nvSpPr>
          <p:spPr>
            <a:xfrm>
              <a:off x="1993434" y="6002382"/>
              <a:ext cx="239883" cy="210350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7E15A15-9A9A-1879-C5FC-42FCC0AE590D}"/>
              </a:ext>
            </a:extLst>
          </p:cNvPr>
          <p:cNvGrpSpPr/>
          <p:nvPr/>
        </p:nvGrpSpPr>
        <p:grpSpPr>
          <a:xfrm>
            <a:off x="1353210" y="4467674"/>
            <a:ext cx="5597215" cy="840295"/>
            <a:chOff x="1277010" y="4760282"/>
            <a:chExt cx="5597215" cy="84029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6A1587F-AF9C-065B-F952-FD24ACF6BE0D}"/>
                </a:ext>
              </a:extLst>
            </p:cNvPr>
            <p:cNvSpPr txBox="1"/>
            <p:nvPr/>
          </p:nvSpPr>
          <p:spPr>
            <a:xfrm>
              <a:off x="1277010" y="4988007"/>
              <a:ext cx="921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 = 0 </a:t>
              </a:r>
              <a:endParaRPr 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FA7493-BBED-B243-D317-F693BCDDB473}"/>
                    </a:ext>
                  </a:extLst>
                </p:cNvPr>
                <p:cNvSpPr txBox="1"/>
                <p:nvPr/>
              </p:nvSpPr>
              <p:spPr>
                <a:xfrm>
                  <a:off x="2313053" y="4886475"/>
                  <a:ext cx="2083356" cy="58317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en-US" sz="20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1FA7493-BBED-B243-D317-F693BCDDB4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053" y="4886475"/>
                  <a:ext cx="2083356" cy="583173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3A94DB9-4C0B-B144-CFFA-36EBD244EDC7}"/>
                </a:ext>
              </a:extLst>
            </p:cNvPr>
            <p:cNvGrpSpPr/>
            <p:nvPr/>
          </p:nvGrpSpPr>
          <p:grpSpPr>
            <a:xfrm>
              <a:off x="4182400" y="4760282"/>
              <a:ext cx="2691825" cy="840295"/>
              <a:chOff x="8183499" y="3081560"/>
              <a:chExt cx="2691825" cy="8402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AAB2240C-A26A-6745-AC4A-A03CB8DA2ABB}"/>
                      </a:ext>
                    </a:extLst>
                  </p:cNvPr>
                  <p:cNvSpPr txBox="1"/>
                  <p:nvPr/>
                </p:nvSpPr>
                <p:spPr>
                  <a:xfrm>
                    <a:off x="8879649" y="3348322"/>
                    <a:ext cx="1995675" cy="35330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2000" i="1" baseline="-25000" dirty="0">
                                          <a:solidFill>
                                            <a:schemeClr val="tx1"/>
                                          </a:solidFill>
                                          <a:latin typeface="Times New Roman" panose="020206030504050203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θ</m:t>
                                      </m:r>
                                    </m:sub>
                                  </m:sSub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 − 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oMath>
                      </m:oMathPara>
                    </a14:m>
                    <a:endParaRPr lang="en-US" sz="20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AAB2240C-A26A-6745-AC4A-A03CB8DA2A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79649" y="3348322"/>
                    <a:ext cx="1995675" cy="353302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 t="-1724" b="-2586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C7215A11-0D7D-B611-A28B-37A9947A5C93}"/>
                      </a:ext>
                    </a:extLst>
                  </p:cNvPr>
                  <p:cNvSpPr txBox="1"/>
                  <p:nvPr/>
                </p:nvSpPr>
                <p:spPr>
                  <a:xfrm>
                    <a:off x="8544094" y="3081560"/>
                    <a:ext cx="503022" cy="84029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C7215A11-0D7D-B611-A28B-37A9947A5C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44094" y="3081560"/>
                    <a:ext cx="503022" cy="840295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B2E9F9C2-94B8-29D5-FAE3-C4602DEC6A01}"/>
                      </a:ext>
                    </a:extLst>
                  </p:cNvPr>
                  <p:cNvSpPr txBox="1"/>
                  <p:nvPr/>
                </p:nvSpPr>
                <p:spPr>
                  <a:xfrm>
                    <a:off x="8183499" y="3198404"/>
                    <a:ext cx="283283" cy="57823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oMath>
                      </m:oMathPara>
                    </a14:m>
                    <a:endParaRPr lang="en-US" sz="20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B2E9F9C2-94B8-29D5-FAE3-C4602DEC6A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83499" y="3198404"/>
                    <a:ext cx="283283" cy="578235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6957345F-5155-D961-4B20-E980F574FB97}"/>
                    </a:ext>
                  </a:extLst>
                </p:cNvPr>
                <p:cNvSpPr txBox="1"/>
                <p:nvPr/>
              </p:nvSpPr>
              <p:spPr>
                <a:xfrm>
                  <a:off x="3548767" y="4969024"/>
                  <a:ext cx="72416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6957345F-5155-D961-4B20-E980F574FB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8767" y="4969024"/>
                  <a:ext cx="724166" cy="400110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Arrow: Right 73">
              <a:extLst>
                <a:ext uri="{FF2B5EF4-FFF2-40B4-BE49-F238E27FC236}">
                  <a16:creationId xmlns:a16="http://schemas.microsoft.com/office/drawing/2014/main" id="{1DC0E423-5859-D21E-C916-92E5E54305A5}"/>
                </a:ext>
              </a:extLst>
            </p:cNvPr>
            <p:cNvSpPr/>
            <p:nvPr/>
          </p:nvSpPr>
          <p:spPr>
            <a:xfrm>
              <a:off x="2009649" y="5097713"/>
              <a:ext cx="239883" cy="210350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A1E9B8C-938D-E283-A229-BAAE7C6DB7F1}"/>
                  </a:ext>
                </a:extLst>
              </p:cNvPr>
              <p:cNvSpPr txBox="1"/>
              <p:nvPr/>
            </p:nvSpPr>
            <p:spPr>
              <a:xfrm>
                <a:off x="8747099" y="4642802"/>
                <a:ext cx="82829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A1E9B8C-938D-E283-A229-BAAE7C6DB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099" y="4642802"/>
                <a:ext cx="828294" cy="461665"/>
              </a:xfrm>
              <a:prstGeom prst="rect">
                <a:avLst/>
              </a:prstGeom>
              <a:blipFill>
                <a:blip r:embed="rId39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D24C3A5-6679-A9BB-DBB6-FC6CCCBD53B3}"/>
                  </a:ext>
                </a:extLst>
              </p:cNvPr>
              <p:cNvSpPr txBox="1"/>
              <p:nvPr/>
            </p:nvSpPr>
            <p:spPr>
              <a:xfrm>
                <a:off x="8703032" y="5517851"/>
                <a:ext cx="82829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D24C3A5-6679-A9BB-DBB6-FC6CCCBD5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3032" y="5517851"/>
                <a:ext cx="828294" cy="461665"/>
              </a:xfrm>
              <a:prstGeom prst="rect">
                <a:avLst/>
              </a:prstGeom>
              <a:blipFill>
                <a:blip r:embed="rId40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37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4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7" grpId="0"/>
      <p:bldP spid="18" grpId="0"/>
      <p:bldP spid="19" grpId="0"/>
      <p:bldP spid="69" grpId="0" animBg="1"/>
      <p:bldP spid="70" grpId="0" animBg="1"/>
      <p:bldP spid="71" grpId="0" animBg="1"/>
      <p:bldP spid="72" grpId="0" animBg="1"/>
      <p:bldP spid="76" grpId="0"/>
      <p:bldP spid="7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4575E1F-6F19-603E-9B9E-D45721421572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F69AF-AF2B-727A-7B32-F868AE943F9A}"/>
              </a:ext>
            </a:extLst>
          </p:cNvPr>
          <p:cNvSpPr txBox="1"/>
          <p:nvPr/>
        </p:nvSpPr>
        <p:spPr>
          <a:xfrm>
            <a:off x="1369248" y="1434390"/>
            <a:ext cx="503155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Repeat until convergence {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	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	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(for 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= 0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= 1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dirty="0">
                <a:solidFill>
                  <a:schemeClr val="tx1"/>
                </a:solidFill>
              </a:rPr>
              <a:t>	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BF7E13-FA80-2442-4F79-D43C2B7696A0}"/>
              </a:ext>
            </a:extLst>
          </p:cNvPr>
          <p:cNvSpPr txBox="1"/>
          <p:nvPr/>
        </p:nvSpPr>
        <p:spPr>
          <a:xfrm>
            <a:off x="1206272" y="499153"/>
            <a:ext cx="4805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FFFF00"/>
                </a:solidFill>
              </a:rPr>
              <a:t>Gradient descent algorithm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3E34FEC-0CF1-5A92-4684-FDD94949B6F7}"/>
              </a:ext>
            </a:extLst>
          </p:cNvPr>
          <p:cNvGrpSpPr/>
          <p:nvPr/>
        </p:nvGrpSpPr>
        <p:grpSpPr>
          <a:xfrm>
            <a:off x="2286424" y="2208240"/>
            <a:ext cx="4740944" cy="1008225"/>
            <a:chOff x="1203415" y="1352213"/>
            <a:chExt cx="4740944" cy="10082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6EC7CF4-9EEA-FE1A-850D-233256EFEF5F}"/>
                    </a:ext>
                  </a:extLst>
                </p:cNvPr>
                <p:cNvSpPr txBox="1"/>
                <p:nvPr/>
              </p:nvSpPr>
              <p:spPr>
                <a:xfrm>
                  <a:off x="1203415" y="1542971"/>
                  <a:ext cx="3464163" cy="6158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sz="24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a14:m>
                  <a:endPara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6EC7CF4-9EEA-FE1A-850D-233256EFEF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415" y="1542971"/>
                  <a:ext cx="3464163" cy="615874"/>
                </a:xfrm>
                <a:prstGeom prst="rect">
                  <a:avLst/>
                </a:prstGeom>
                <a:blipFill>
                  <a:blip r:embed="rId2"/>
                  <a:stretch>
                    <a:fillRect b="-79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512300E-04C0-553F-48C9-06DB1089F72C}"/>
                    </a:ext>
                  </a:extLst>
                </p:cNvPr>
                <p:cNvSpPr txBox="1"/>
                <p:nvPr/>
              </p:nvSpPr>
              <p:spPr>
                <a:xfrm>
                  <a:off x="3548767" y="1618975"/>
                  <a:ext cx="2395592" cy="4239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sz="2400" i="1" baseline="-25000" dirty="0">
                                        <a:solidFill>
                                          <a:schemeClr val="tx1"/>
                                        </a:solidFill>
                                        <a:latin typeface="Times New Roman" panose="020206030504050203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θ</m:t>
                                    </m:r>
                                  </m:sub>
                                </m:sSub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 − 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oMath>
                    </m:oMathPara>
                  </a14:m>
                  <a:endParaRPr lang="en-US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512300E-04C0-553F-48C9-06DB1089F7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8767" y="1618975"/>
                  <a:ext cx="2395592" cy="423962"/>
                </a:xfrm>
                <a:prstGeom prst="rect">
                  <a:avLst/>
                </a:prstGeom>
                <a:blipFill>
                  <a:blip r:embed="rId3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1060BFE-379A-ACAB-08B7-20C31A61D065}"/>
                    </a:ext>
                  </a:extLst>
                </p:cNvPr>
                <p:cNvSpPr txBox="1"/>
                <p:nvPr/>
              </p:nvSpPr>
              <p:spPr>
                <a:xfrm>
                  <a:off x="3213212" y="1352213"/>
                  <a:ext cx="603563" cy="10082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1060BFE-379A-ACAB-08B7-20C31A61D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212" y="1352213"/>
                  <a:ext cx="603563" cy="100822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D8B89A7-CF2B-A9C8-61AD-BFF558CC3800}"/>
              </a:ext>
            </a:extLst>
          </p:cNvPr>
          <p:cNvGrpSpPr/>
          <p:nvPr/>
        </p:nvGrpSpPr>
        <p:grpSpPr>
          <a:xfrm>
            <a:off x="2324064" y="3389106"/>
            <a:ext cx="5430107" cy="1008225"/>
            <a:chOff x="1203415" y="1352213"/>
            <a:chExt cx="5430107" cy="10082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6D05DCF-AD5B-DB33-9553-FF158D45B5C9}"/>
                    </a:ext>
                  </a:extLst>
                </p:cNvPr>
                <p:cNvSpPr txBox="1"/>
                <p:nvPr/>
              </p:nvSpPr>
              <p:spPr>
                <a:xfrm>
                  <a:off x="1203415" y="1542971"/>
                  <a:ext cx="3464163" cy="6158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sz="2400" i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a14:m>
                  <a:endPara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6D05DCF-AD5B-DB33-9553-FF158D45B5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3415" y="1542971"/>
                  <a:ext cx="3464163" cy="615874"/>
                </a:xfrm>
                <a:prstGeom prst="rect">
                  <a:avLst/>
                </a:prstGeom>
                <a:blipFill>
                  <a:blip r:embed="rId5"/>
                  <a:stretch>
                    <a:fillRect b="-79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9D90A71-8509-3161-0D33-531C69912D9C}"/>
                    </a:ext>
                  </a:extLst>
                </p:cNvPr>
                <p:cNvSpPr txBox="1"/>
                <p:nvPr/>
              </p:nvSpPr>
              <p:spPr>
                <a:xfrm>
                  <a:off x="3548767" y="1618975"/>
                  <a:ext cx="3084755" cy="4239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sz="2400" i="1" baseline="-25000" dirty="0">
                                        <a:solidFill>
                                          <a:schemeClr val="tx1"/>
                                        </a:solidFill>
                                        <a:latin typeface="Times New Roman" panose="020206030504050203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θ</m:t>
                                    </m:r>
                                  </m:sub>
                                </m:sSub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 − 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oMath>
                    </m:oMathPara>
                  </a14:m>
                  <a:endParaRPr lang="en-US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9D90A71-8509-3161-0D33-531C69912D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8767" y="1618975"/>
                  <a:ext cx="3084755" cy="423962"/>
                </a:xfrm>
                <a:prstGeom prst="rect">
                  <a:avLst/>
                </a:prstGeom>
                <a:blipFill>
                  <a:blip r:embed="rId6"/>
                  <a:stretch>
                    <a:fillRect b="-101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4B614F7-536B-7EC6-034D-62497E38BB0A}"/>
                    </a:ext>
                  </a:extLst>
                </p:cNvPr>
                <p:cNvSpPr txBox="1"/>
                <p:nvPr/>
              </p:nvSpPr>
              <p:spPr>
                <a:xfrm>
                  <a:off x="3213212" y="1352213"/>
                  <a:ext cx="603563" cy="10082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4B614F7-536B-7EC6-034D-62497E38B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212" y="1352213"/>
                  <a:ext cx="603563" cy="100822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Right Brace 44">
            <a:extLst>
              <a:ext uri="{FF2B5EF4-FFF2-40B4-BE49-F238E27FC236}">
                <a16:creationId xmlns:a16="http://schemas.microsoft.com/office/drawing/2014/main" id="{34FF0C55-A371-BDC2-CA33-512ACEEF0E8C}"/>
              </a:ext>
            </a:extLst>
          </p:cNvPr>
          <p:cNvSpPr/>
          <p:nvPr/>
        </p:nvSpPr>
        <p:spPr>
          <a:xfrm>
            <a:off x="7864397" y="2298144"/>
            <a:ext cx="265303" cy="2181924"/>
          </a:xfrm>
          <a:prstGeom prst="rightBrac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0F8BA1-44E8-AB79-F5B2-42E95A43C870}"/>
                  </a:ext>
                </a:extLst>
              </p:cNvPr>
              <p:cNvSpPr txBox="1"/>
              <p:nvPr/>
            </p:nvSpPr>
            <p:spPr>
              <a:xfrm>
                <a:off x="8715200" y="2786642"/>
                <a:ext cx="20759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Update</a:t>
                </a:r>
                <a:r>
                  <a:rPr lang="en-US" sz="2400" dirty="0">
                    <a:solidFill>
                      <a:srgbClr val="FFFF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0F8BA1-44E8-AB79-F5B2-42E95A43C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200" y="2786642"/>
                <a:ext cx="2075935" cy="830997"/>
              </a:xfrm>
              <a:prstGeom prst="rect">
                <a:avLst/>
              </a:prstGeom>
              <a:blipFill>
                <a:blip r:embed="rId8"/>
                <a:stretch>
                  <a:fillRect t="-6061" b="-1515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9226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B8D0CD-25CC-5098-0921-3FE389097671}"/>
              </a:ext>
            </a:extLst>
          </p:cNvPr>
          <p:cNvSpPr txBox="1"/>
          <p:nvPr/>
        </p:nvSpPr>
        <p:spPr>
          <a:xfrm>
            <a:off x="10639425" y="6353175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Oybek </a:t>
            </a:r>
            <a:r>
              <a:rPr lang="en-US" b="1" dirty="0" err="1">
                <a:solidFill>
                  <a:srgbClr val="00B0F0"/>
                </a:solidFill>
              </a:rPr>
              <a:t>Eraliev</a:t>
            </a:r>
            <a:endParaRPr lang="en-US" b="1" dirty="0">
              <a:solidFill>
                <a:srgbClr val="00B0F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89D4C01-5752-5030-6955-0FE96D04361A}"/>
              </a:ext>
            </a:extLst>
          </p:cNvPr>
          <p:cNvCxnSpPr>
            <a:cxnSpLocks/>
          </p:cNvCxnSpPr>
          <p:nvPr/>
        </p:nvCxnSpPr>
        <p:spPr>
          <a:xfrm flipH="1" flipV="1">
            <a:off x="933568" y="669203"/>
            <a:ext cx="2966" cy="2931301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1847BF-4FF5-C40E-8AA7-7B0FE10FDF48}"/>
              </a:ext>
            </a:extLst>
          </p:cNvPr>
          <p:cNvCxnSpPr>
            <a:cxnSpLocks/>
          </p:cNvCxnSpPr>
          <p:nvPr/>
        </p:nvCxnSpPr>
        <p:spPr>
          <a:xfrm>
            <a:off x="812555" y="3438115"/>
            <a:ext cx="4594159" cy="0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6759F301-C2EA-A6FA-044B-18E9AE9E6417}"/>
              </a:ext>
            </a:extLst>
          </p:cNvPr>
          <p:cNvSpPr/>
          <p:nvPr/>
        </p:nvSpPr>
        <p:spPr>
          <a:xfrm>
            <a:off x="2478688" y="2559908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D18C9F8F-F964-1CCD-9975-09454924E17D}"/>
              </a:ext>
            </a:extLst>
          </p:cNvPr>
          <p:cNvSpPr/>
          <p:nvPr/>
        </p:nvSpPr>
        <p:spPr>
          <a:xfrm>
            <a:off x="3208418" y="2227585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BBC3B4C6-DCE4-F441-50A6-930ADEC95257}"/>
              </a:ext>
            </a:extLst>
          </p:cNvPr>
          <p:cNvSpPr/>
          <p:nvPr/>
        </p:nvSpPr>
        <p:spPr>
          <a:xfrm>
            <a:off x="1665150" y="2952764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3FF1450-6BC1-89ED-4CA3-0155B57C6592}"/>
              </a:ext>
            </a:extLst>
          </p:cNvPr>
          <p:cNvSpPr/>
          <p:nvPr/>
        </p:nvSpPr>
        <p:spPr>
          <a:xfrm>
            <a:off x="4047903" y="1830228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68E20FE-394D-5F31-D0BE-FB5F565CD577}"/>
              </a:ext>
            </a:extLst>
          </p:cNvPr>
          <p:cNvCxnSpPr>
            <a:cxnSpLocks/>
          </p:cNvCxnSpPr>
          <p:nvPr/>
        </p:nvCxnSpPr>
        <p:spPr>
          <a:xfrm>
            <a:off x="812555" y="3009900"/>
            <a:ext cx="45941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1396634-C6FB-55C7-A08B-AEF0118AA3D1}"/>
              </a:ext>
            </a:extLst>
          </p:cNvPr>
          <p:cNvCxnSpPr>
            <a:cxnSpLocks/>
          </p:cNvCxnSpPr>
          <p:nvPr/>
        </p:nvCxnSpPr>
        <p:spPr>
          <a:xfrm>
            <a:off x="831605" y="2590800"/>
            <a:ext cx="45751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6175600-1154-6F1E-29AC-7799F519320F}"/>
              </a:ext>
            </a:extLst>
          </p:cNvPr>
          <p:cNvCxnSpPr>
            <a:cxnSpLocks/>
          </p:cNvCxnSpPr>
          <p:nvPr/>
        </p:nvCxnSpPr>
        <p:spPr>
          <a:xfrm>
            <a:off x="822080" y="2171700"/>
            <a:ext cx="45846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76E1109-C3D3-711C-A5A3-95E9C1A8CBBE}"/>
              </a:ext>
            </a:extLst>
          </p:cNvPr>
          <p:cNvCxnSpPr>
            <a:cxnSpLocks/>
          </p:cNvCxnSpPr>
          <p:nvPr/>
        </p:nvCxnSpPr>
        <p:spPr>
          <a:xfrm>
            <a:off x="841130" y="1752600"/>
            <a:ext cx="45655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3628D5E-8EB9-E8C0-0D31-AE47BD7E1834}"/>
              </a:ext>
            </a:extLst>
          </p:cNvPr>
          <p:cNvCxnSpPr>
            <a:cxnSpLocks/>
          </p:cNvCxnSpPr>
          <p:nvPr/>
        </p:nvCxnSpPr>
        <p:spPr>
          <a:xfrm>
            <a:off x="841130" y="1400175"/>
            <a:ext cx="45655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235A29E-B4B3-B487-A8FE-01D20B79D9A8}"/>
              </a:ext>
            </a:extLst>
          </p:cNvPr>
          <p:cNvCxnSpPr>
            <a:cxnSpLocks/>
          </p:cNvCxnSpPr>
          <p:nvPr/>
        </p:nvCxnSpPr>
        <p:spPr>
          <a:xfrm>
            <a:off x="860180" y="981075"/>
            <a:ext cx="4546534" cy="15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8CB6820-3DB1-0B1C-621A-116A8F244EBF}"/>
              </a:ext>
            </a:extLst>
          </p:cNvPr>
          <p:cNvCxnSpPr>
            <a:cxnSpLocks/>
          </p:cNvCxnSpPr>
          <p:nvPr/>
        </p:nvCxnSpPr>
        <p:spPr>
          <a:xfrm flipV="1">
            <a:off x="1717430" y="3349141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CE6B39C-3FC2-1236-9DAC-EB7A2809494C}"/>
              </a:ext>
            </a:extLst>
          </p:cNvPr>
          <p:cNvCxnSpPr>
            <a:cxnSpLocks/>
          </p:cNvCxnSpPr>
          <p:nvPr/>
        </p:nvCxnSpPr>
        <p:spPr>
          <a:xfrm flipV="1">
            <a:off x="2565155" y="3362325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1A85DBB-F791-94D4-3EF7-9203AF8EB507}"/>
              </a:ext>
            </a:extLst>
          </p:cNvPr>
          <p:cNvCxnSpPr>
            <a:cxnSpLocks/>
          </p:cNvCxnSpPr>
          <p:nvPr/>
        </p:nvCxnSpPr>
        <p:spPr>
          <a:xfrm flipV="1">
            <a:off x="3270005" y="3362325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1BD370E-4EDD-A752-CDF6-2335D805C649}"/>
              </a:ext>
            </a:extLst>
          </p:cNvPr>
          <p:cNvCxnSpPr>
            <a:cxnSpLocks/>
          </p:cNvCxnSpPr>
          <p:nvPr/>
        </p:nvCxnSpPr>
        <p:spPr>
          <a:xfrm flipV="1">
            <a:off x="4117730" y="3375509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0EE8E9F-0A37-B83F-6051-A0D2F86E5C54}"/>
              </a:ext>
            </a:extLst>
          </p:cNvPr>
          <p:cNvCxnSpPr>
            <a:cxnSpLocks/>
          </p:cNvCxnSpPr>
          <p:nvPr/>
        </p:nvCxnSpPr>
        <p:spPr>
          <a:xfrm flipV="1">
            <a:off x="4898780" y="3375509"/>
            <a:ext cx="0" cy="177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lowchart: Connector 84">
            <a:extLst>
              <a:ext uri="{FF2B5EF4-FFF2-40B4-BE49-F238E27FC236}">
                <a16:creationId xmlns:a16="http://schemas.microsoft.com/office/drawing/2014/main" id="{E807C37E-15A8-7D6E-8187-16267AE84235}"/>
              </a:ext>
            </a:extLst>
          </p:cNvPr>
          <p:cNvSpPr/>
          <p:nvPr/>
        </p:nvSpPr>
        <p:spPr>
          <a:xfrm>
            <a:off x="4756946" y="1494169"/>
            <a:ext cx="123174" cy="11632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E1FE7C09-5D87-536E-DF0F-721F14E0DDC5}"/>
              </a:ext>
            </a:extLst>
          </p:cNvPr>
          <p:cNvCxnSpPr>
            <a:cxnSpLocks/>
          </p:cNvCxnSpPr>
          <p:nvPr/>
        </p:nvCxnSpPr>
        <p:spPr>
          <a:xfrm flipV="1">
            <a:off x="1313419" y="1261675"/>
            <a:ext cx="4093295" cy="1945294"/>
          </a:xfrm>
          <a:prstGeom prst="line">
            <a:avLst/>
          </a:prstGeom>
          <a:ln w="38100">
            <a:solidFill>
              <a:srgbClr val="FF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C761097D-8D21-4C54-02DC-3CC520B6DB27}"/>
              </a:ext>
            </a:extLst>
          </p:cNvPr>
          <p:cNvSpPr/>
          <p:nvPr/>
        </p:nvSpPr>
        <p:spPr>
          <a:xfrm>
            <a:off x="325501" y="1293340"/>
            <a:ext cx="371317" cy="20599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872427-9095-3164-202F-ED1FC528F27C}"/>
              </a:ext>
            </a:extLst>
          </p:cNvPr>
          <p:cNvSpPr txBox="1"/>
          <p:nvPr/>
        </p:nvSpPr>
        <p:spPr>
          <a:xfrm>
            <a:off x="286356" y="24061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7886FB-881A-5C01-3D1A-08AE1349A4A6}"/>
              </a:ext>
            </a:extLst>
          </p:cNvPr>
          <p:cNvSpPr txBox="1"/>
          <p:nvPr/>
        </p:nvSpPr>
        <p:spPr>
          <a:xfrm>
            <a:off x="276831" y="20060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2A5AFC3-B921-1C83-9137-5D51909D818C}"/>
              </a:ext>
            </a:extLst>
          </p:cNvPr>
          <p:cNvSpPr txBox="1"/>
          <p:nvPr/>
        </p:nvSpPr>
        <p:spPr>
          <a:xfrm>
            <a:off x="286356" y="15869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D110D2-6E19-A260-99A0-AE6A00C16DA5}"/>
              </a:ext>
            </a:extLst>
          </p:cNvPr>
          <p:cNvSpPr txBox="1"/>
          <p:nvPr/>
        </p:nvSpPr>
        <p:spPr>
          <a:xfrm>
            <a:off x="295881" y="11869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2EE2DC7-7795-9B38-7490-F398008A2ACA}"/>
              </a:ext>
            </a:extLst>
          </p:cNvPr>
          <p:cNvSpPr txBox="1"/>
          <p:nvPr/>
        </p:nvSpPr>
        <p:spPr>
          <a:xfrm>
            <a:off x="305406" y="76783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EC38B-480E-28F0-75AD-D5E4C47777A5}"/>
              </a:ext>
            </a:extLst>
          </p:cNvPr>
          <p:cNvSpPr txBox="1"/>
          <p:nvPr/>
        </p:nvSpPr>
        <p:spPr>
          <a:xfrm>
            <a:off x="295881" y="282523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386EF4B-EFCA-E058-9C8A-FDCB7C3338FE}"/>
              </a:ext>
            </a:extLst>
          </p:cNvPr>
          <p:cNvCxnSpPr>
            <a:cxnSpLocks/>
            <a:endCxn id="10" idx="2"/>
          </p:cNvCxnSpPr>
          <p:nvPr/>
        </p:nvCxnSpPr>
        <p:spPr>
          <a:xfrm flipH="1" flipV="1">
            <a:off x="7444618" y="1444563"/>
            <a:ext cx="3953" cy="2138417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668B743-79BE-FBE4-E957-1A9785488D71}"/>
              </a:ext>
            </a:extLst>
          </p:cNvPr>
          <p:cNvCxnSpPr>
            <a:cxnSpLocks/>
          </p:cNvCxnSpPr>
          <p:nvPr/>
        </p:nvCxnSpPr>
        <p:spPr>
          <a:xfrm flipV="1">
            <a:off x="7208086" y="3420591"/>
            <a:ext cx="3628420" cy="598"/>
          </a:xfrm>
          <a:prstGeom prst="straightConnector1">
            <a:avLst/>
          </a:prstGeom>
          <a:ln w="38100">
            <a:solidFill>
              <a:srgbClr val="00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13C2C1-721E-28F0-076F-5B63DDC0F642}"/>
                  </a:ext>
                </a:extLst>
              </p:cNvPr>
              <p:cNvSpPr txBox="1"/>
              <p:nvPr/>
            </p:nvSpPr>
            <p:spPr>
              <a:xfrm>
                <a:off x="7100190" y="1075231"/>
                <a:ext cx="688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i="1" dirty="0">
                                  <a:solidFill>
                                    <a:srgbClr val="FFFF00"/>
                                  </a:solidFill>
                                  <a:latin typeface="Times New Roman" panose="020206030504050203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13C2C1-721E-28F0-076F-5B63DDC0F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190" y="1075231"/>
                <a:ext cx="688856" cy="369332"/>
              </a:xfrm>
              <a:prstGeom prst="rect">
                <a:avLst/>
              </a:prstGeom>
              <a:blipFill>
                <a:blip r:embed="rId2"/>
                <a:stretch>
                  <a:fillRect l="-885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75F5C7-215A-C118-FDE5-E5E8204CAA8A}"/>
                  </a:ext>
                </a:extLst>
              </p:cNvPr>
              <p:cNvSpPr txBox="1"/>
              <p:nvPr/>
            </p:nvSpPr>
            <p:spPr>
              <a:xfrm>
                <a:off x="8864116" y="3577625"/>
                <a:ext cx="3712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rgbClr val="FFFF00"/>
                              </a:solidFill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75F5C7-215A-C118-FDE5-E5E8204CA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4116" y="3577625"/>
                <a:ext cx="371268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4A38C39-9166-44DF-DB28-E78AC569AFEF}"/>
              </a:ext>
            </a:extLst>
          </p:cNvPr>
          <p:cNvSpPr txBox="1"/>
          <p:nvPr/>
        </p:nvSpPr>
        <p:spPr>
          <a:xfrm>
            <a:off x="7311206" y="3579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36BE110-AD4A-B263-4E40-843FBBFC3BBB}"/>
              </a:ext>
            </a:extLst>
          </p:cNvPr>
          <p:cNvSpPr/>
          <p:nvPr/>
        </p:nvSpPr>
        <p:spPr>
          <a:xfrm>
            <a:off x="7834771" y="1495363"/>
            <a:ext cx="2429958" cy="1767875"/>
          </a:xfrm>
          <a:custGeom>
            <a:avLst/>
            <a:gdLst>
              <a:gd name="connsiteX0" fmla="*/ 0 w 2429958"/>
              <a:gd name="connsiteY0" fmla="*/ 26992 h 1474799"/>
              <a:gd name="connsiteX1" fmla="*/ 641350 w 2429958"/>
              <a:gd name="connsiteY1" fmla="*/ 1163642 h 1474799"/>
              <a:gd name="connsiteX2" fmla="*/ 1219200 w 2429958"/>
              <a:gd name="connsiteY2" fmla="*/ 1474792 h 1474799"/>
              <a:gd name="connsiteX3" fmla="*/ 1758950 w 2429958"/>
              <a:gd name="connsiteY3" fmla="*/ 1169992 h 1474799"/>
              <a:gd name="connsiteX4" fmla="*/ 2292350 w 2429958"/>
              <a:gd name="connsiteY4" fmla="*/ 306392 h 1474799"/>
              <a:gd name="connsiteX5" fmla="*/ 2425700 w 2429958"/>
              <a:gd name="connsiteY5" fmla="*/ 33342 h 1474799"/>
              <a:gd name="connsiteX6" fmla="*/ 2419350 w 2429958"/>
              <a:gd name="connsiteY6" fmla="*/ 33342 h 1474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29958" h="1474799">
                <a:moveTo>
                  <a:pt x="0" y="26992"/>
                </a:moveTo>
                <a:cubicBezTo>
                  <a:pt x="219075" y="474667"/>
                  <a:pt x="438150" y="922342"/>
                  <a:pt x="641350" y="1163642"/>
                </a:cubicBezTo>
                <a:cubicBezTo>
                  <a:pt x="844550" y="1404942"/>
                  <a:pt x="1032933" y="1473734"/>
                  <a:pt x="1219200" y="1474792"/>
                </a:cubicBezTo>
                <a:cubicBezTo>
                  <a:pt x="1405467" y="1475850"/>
                  <a:pt x="1580092" y="1364725"/>
                  <a:pt x="1758950" y="1169992"/>
                </a:cubicBezTo>
                <a:cubicBezTo>
                  <a:pt x="1937808" y="975259"/>
                  <a:pt x="2181225" y="495834"/>
                  <a:pt x="2292350" y="306392"/>
                </a:cubicBezTo>
                <a:cubicBezTo>
                  <a:pt x="2403475" y="116950"/>
                  <a:pt x="2425700" y="33342"/>
                  <a:pt x="2425700" y="33342"/>
                </a:cubicBezTo>
                <a:cubicBezTo>
                  <a:pt x="2446867" y="-12166"/>
                  <a:pt x="2380192" y="-10050"/>
                  <a:pt x="2419350" y="33342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00607BB-76D2-53AF-3828-137AA5B8EC87}"/>
              </a:ext>
            </a:extLst>
          </p:cNvPr>
          <p:cNvSpPr/>
          <p:nvPr/>
        </p:nvSpPr>
        <p:spPr>
          <a:xfrm>
            <a:off x="10082851" y="1778554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42DB9C0-D52F-DD51-0ED9-AA78CAA00061}"/>
              </a:ext>
            </a:extLst>
          </p:cNvPr>
          <p:cNvCxnSpPr>
            <a:cxnSpLocks/>
          </p:cNvCxnSpPr>
          <p:nvPr/>
        </p:nvCxnSpPr>
        <p:spPr>
          <a:xfrm flipH="1">
            <a:off x="9921740" y="1867986"/>
            <a:ext cx="194646" cy="434407"/>
          </a:xfrm>
          <a:prstGeom prst="straightConnector1">
            <a:avLst/>
          </a:prstGeom>
          <a:ln w="28575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B8D6491B-166A-3BFA-FC50-4C277BA8C495}"/>
              </a:ext>
            </a:extLst>
          </p:cNvPr>
          <p:cNvSpPr/>
          <p:nvPr/>
        </p:nvSpPr>
        <p:spPr>
          <a:xfrm>
            <a:off x="9849686" y="2302393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A83474-5B42-AB87-2059-0B07DF1A05A9}"/>
              </a:ext>
            </a:extLst>
          </p:cNvPr>
          <p:cNvCxnSpPr>
            <a:cxnSpLocks/>
          </p:cNvCxnSpPr>
          <p:nvPr/>
        </p:nvCxnSpPr>
        <p:spPr>
          <a:xfrm flipH="1">
            <a:off x="9649660" y="2395036"/>
            <a:ext cx="231776" cy="409007"/>
          </a:xfrm>
          <a:prstGeom prst="straightConnector1">
            <a:avLst/>
          </a:prstGeom>
          <a:ln w="28575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5329DE3-4EBC-F6CE-70A2-A40CD7E3B71D}"/>
              </a:ext>
            </a:extLst>
          </p:cNvPr>
          <p:cNvSpPr/>
          <p:nvPr/>
        </p:nvSpPr>
        <p:spPr>
          <a:xfrm>
            <a:off x="9582986" y="2804043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11461B-F7CC-54B0-9F63-D9982162F292}"/>
              </a:ext>
            </a:extLst>
          </p:cNvPr>
          <p:cNvCxnSpPr>
            <a:cxnSpLocks/>
            <a:endCxn id="27" idx="7"/>
          </p:cNvCxnSpPr>
          <p:nvPr/>
        </p:nvCxnSpPr>
        <p:spPr>
          <a:xfrm flipH="1">
            <a:off x="9413461" y="2877636"/>
            <a:ext cx="169525" cy="209312"/>
          </a:xfrm>
          <a:prstGeom prst="straightConnector1">
            <a:avLst/>
          </a:prstGeom>
          <a:ln w="28575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7C76F2EF-1909-96A0-8142-995F0AC7F315}"/>
              </a:ext>
            </a:extLst>
          </p:cNvPr>
          <p:cNvSpPr/>
          <p:nvPr/>
        </p:nvSpPr>
        <p:spPr>
          <a:xfrm>
            <a:off x="9332161" y="3073918"/>
            <a:ext cx="95249" cy="889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367D9FC-94AD-B6A8-A291-C7E14D79DD59}"/>
              </a:ext>
            </a:extLst>
          </p:cNvPr>
          <p:cNvSpPr/>
          <p:nvPr/>
        </p:nvSpPr>
        <p:spPr>
          <a:xfrm>
            <a:off x="8966040" y="3162892"/>
            <a:ext cx="167420" cy="167162"/>
          </a:xfrm>
          <a:prstGeom prst="ellipse">
            <a:avLst/>
          </a:prstGeom>
          <a:solidFill>
            <a:srgbClr val="FF99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B75F2D0-3F0D-8A78-1FC0-C47E7C5EFB39}"/>
              </a:ext>
            </a:extLst>
          </p:cNvPr>
          <p:cNvCxnSpPr>
            <a:cxnSpLocks/>
            <a:stCxn id="27" idx="3"/>
            <a:endCxn id="29" idx="6"/>
          </p:cNvCxnSpPr>
          <p:nvPr/>
        </p:nvCxnSpPr>
        <p:spPr>
          <a:xfrm flipH="1">
            <a:off x="9133460" y="3149862"/>
            <a:ext cx="212650" cy="96611"/>
          </a:xfrm>
          <a:prstGeom prst="straightConnector1">
            <a:avLst/>
          </a:prstGeom>
          <a:ln w="28575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7788A6D-EF1C-6261-B072-B3717EC6E338}"/>
                  </a:ext>
                </a:extLst>
              </p:cNvPr>
              <p:cNvSpPr txBox="1"/>
              <p:nvPr/>
            </p:nvSpPr>
            <p:spPr>
              <a:xfrm>
                <a:off x="841130" y="540691"/>
                <a:ext cx="688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7788A6D-EF1C-6261-B072-B3717EC6E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30" y="540691"/>
                <a:ext cx="688856" cy="369332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620191D-36B1-2AEB-9D4B-F014BB060C86}"/>
                  </a:ext>
                </a:extLst>
              </p:cNvPr>
              <p:cNvSpPr txBox="1"/>
              <p:nvPr/>
            </p:nvSpPr>
            <p:spPr>
              <a:xfrm>
                <a:off x="5146620" y="3225502"/>
                <a:ext cx="688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620191D-36B1-2AEB-9D4B-F014BB060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620" y="3225502"/>
                <a:ext cx="6888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8C56C1C5-BD91-BC4C-8419-C56B3941FA8E}"/>
              </a:ext>
            </a:extLst>
          </p:cNvPr>
          <p:cNvSpPr txBox="1"/>
          <p:nvPr/>
        </p:nvSpPr>
        <p:spPr>
          <a:xfrm>
            <a:off x="1517385" y="35534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4DBE42-AE8C-3EE2-F50A-D5FF711E60AB}"/>
              </a:ext>
            </a:extLst>
          </p:cNvPr>
          <p:cNvSpPr txBox="1"/>
          <p:nvPr/>
        </p:nvSpPr>
        <p:spPr>
          <a:xfrm>
            <a:off x="2352488" y="35534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5B8E93-82C4-91E6-9E90-E05C048E08B3}"/>
              </a:ext>
            </a:extLst>
          </p:cNvPr>
          <p:cNvSpPr txBox="1"/>
          <p:nvPr/>
        </p:nvSpPr>
        <p:spPr>
          <a:xfrm>
            <a:off x="3061240" y="35534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4A96A1-EBC5-D778-4060-3E88AF5BC049}"/>
              </a:ext>
            </a:extLst>
          </p:cNvPr>
          <p:cNvSpPr txBox="1"/>
          <p:nvPr/>
        </p:nvSpPr>
        <p:spPr>
          <a:xfrm>
            <a:off x="3896343" y="35534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03D270-6FED-23CA-E37E-76506865C480}"/>
              </a:ext>
            </a:extLst>
          </p:cNvPr>
          <p:cNvSpPr txBox="1"/>
          <p:nvPr/>
        </p:nvSpPr>
        <p:spPr>
          <a:xfrm>
            <a:off x="4698884" y="35534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4C439F-AEA9-78E4-1500-6B5CFAFC983D}"/>
              </a:ext>
            </a:extLst>
          </p:cNvPr>
          <p:cNvSpPr txBox="1"/>
          <p:nvPr/>
        </p:nvSpPr>
        <p:spPr>
          <a:xfrm>
            <a:off x="2505057" y="323006"/>
            <a:ext cx="9828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</a:t>
            </a:r>
            <a:r>
              <a:rPr lang="en-US" sz="2400" b="1" i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sz="2400" b="1" i="1" dirty="0">
                <a:solidFill>
                  <a:srgbClr val="FFFF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(x</a:t>
            </a:r>
            <a:r>
              <a:rPr lang="en-US" sz="2400" b="1" i="1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endParaRPr lang="en-US" sz="2400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59F831C-BC05-15A7-AF30-D2F582205E94}"/>
                  </a:ext>
                </a:extLst>
              </p:cNvPr>
              <p:cNvSpPr txBox="1"/>
              <p:nvPr/>
            </p:nvSpPr>
            <p:spPr>
              <a:xfrm>
                <a:off x="8462088" y="400906"/>
                <a:ext cx="136233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𝑱</m:t>
                    </m:r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400" b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59F831C-BC05-15A7-AF30-D2F582205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2088" y="400906"/>
                <a:ext cx="1362332" cy="461665"/>
              </a:xfrm>
              <a:prstGeom prst="rect">
                <a:avLst/>
              </a:prstGeom>
              <a:blipFill>
                <a:blip r:embed="rId6"/>
                <a:stretch>
                  <a:fillRect l="-3125" r="-3125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AF79AE-E0B3-324D-D562-ECF4F9067CEA}"/>
              </a:ext>
            </a:extLst>
          </p:cNvPr>
          <p:cNvCxnSpPr>
            <a:cxnSpLocks/>
          </p:cNvCxnSpPr>
          <p:nvPr/>
        </p:nvCxnSpPr>
        <p:spPr>
          <a:xfrm>
            <a:off x="933568" y="3429000"/>
            <a:ext cx="4417155" cy="6822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D898CC3-B095-9732-09D6-391EE485127A}"/>
              </a:ext>
            </a:extLst>
          </p:cNvPr>
          <p:cNvCxnSpPr>
            <a:cxnSpLocks/>
          </p:cNvCxnSpPr>
          <p:nvPr/>
        </p:nvCxnSpPr>
        <p:spPr>
          <a:xfrm flipV="1">
            <a:off x="1285794" y="2701949"/>
            <a:ext cx="4060587" cy="636961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BCD7F7E-BE44-B31E-AC25-A6E80B5A636D}"/>
              </a:ext>
            </a:extLst>
          </p:cNvPr>
          <p:cNvCxnSpPr>
            <a:cxnSpLocks/>
          </p:cNvCxnSpPr>
          <p:nvPr/>
        </p:nvCxnSpPr>
        <p:spPr>
          <a:xfrm flipV="1">
            <a:off x="1322735" y="2158516"/>
            <a:ext cx="4005648" cy="1104848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DCA40CB-1B86-0A80-BDA8-2501DD2A9896}"/>
              </a:ext>
            </a:extLst>
          </p:cNvPr>
          <p:cNvCxnSpPr>
            <a:cxnSpLocks/>
          </p:cNvCxnSpPr>
          <p:nvPr/>
        </p:nvCxnSpPr>
        <p:spPr>
          <a:xfrm flipV="1">
            <a:off x="1313263" y="1572755"/>
            <a:ext cx="4121076" cy="1632852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A122E3F0-7367-156A-30A3-3220DED65B76}"/>
              </a:ext>
            </a:extLst>
          </p:cNvPr>
          <p:cNvSpPr txBox="1"/>
          <p:nvPr/>
        </p:nvSpPr>
        <p:spPr>
          <a:xfrm>
            <a:off x="258037" y="4177078"/>
            <a:ext cx="1218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Iterations: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B88A9E-1BC1-F7F5-77CE-6BE104760375}"/>
              </a:ext>
            </a:extLst>
          </p:cNvPr>
          <p:cNvSpPr txBox="1"/>
          <p:nvPr/>
        </p:nvSpPr>
        <p:spPr>
          <a:xfrm>
            <a:off x="5628101" y="3266632"/>
            <a:ext cx="439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F0000"/>
                </a:solidFill>
              </a:rPr>
              <a:t>1.</a:t>
            </a:r>
            <a:r>
              <a:rPr lang="en-US" dirty="0"/>
              <a:t>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B29D63-034F-7021-8A92-A7C9239E88AB}"/>
              </a:ext>
            </a:extLst>
          </p:cNvPr>
          <p:cNvSpPr txBox="1"/>
          <p:nvPr/>
        </p:nvSpPr>
        <p:spPr>
          <a:xfrm>
            <a:off x="10336783" y="1638375"/>
            <a:ext cx="439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F0000"/>
                </a:solidFill>
              </a:rPr>
              <a:t>1.</a:t>
            </a:r>
            <a:r>
              <a:rPr lang="en-US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B67988C-E9A7-3177-0C65-9A3F911EFC42}"/>
              </a:ext>
            </a:extLst>
          </p:cNvPr>
          <p:cNvSpPr txBox="1"/>
          <p:nvPr/>
        </p:nvSpPr>
        <p:spPr>
          <a:xfrm>
            <a:off x="5452853" y="2496254"/>
            <a:ext cx="439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F0000"/>
                </a:solidFill>
              </a:rPr>
              <a:t>2.</a:t>
            </a:r>
            <a:r>
              <a:rPr lang="en-US" dirty="0"/>
              <a:t>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C6739DF-F098-891C-A2E6-92FF272A50ED}"/>
              </a:ext>
            </a:extLst>
          </p:cNvPr>
          <p:cNvSpPr txBox="1"/>
          <p:nvPr/>
        </p:nvSpPr>
        <p:spPr>
          <a:xfrm>
            <a:off x="10126264" y="2194634"/>
            <a:ext cx="439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F0000"/>
                </a:solidFill>
              </a:rPr>
              <a:t>2.</a:t>
            </a:r>
            <a:r>
              <a:rPr lang="en-US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90AD78D-FBA0-2FDC-A7EF-7C9A34D82AA2}"/>
              </a:ext>
            </a:extLst>
          </p:cNvPr>
          <p:cNvSpPr txBox="1"/>
          <p:nvPr/>
        </p:nvSpPr>
        <p:spPr>
          <a:xfrm>
            <a:off x="5459204" y="1933580"/>
            <a:ext cx="439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F0000"/>
                </a:solidFill>
              </a:rPr>
              <a:t>3.</a:t>
            </a:r>
            <a:r>
              <a:rPr lang="en-US" dirty="0"/>
              <a:t> 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BFDEFED-084C-A24B-5541-2CAAF8792566}"/>
              </a:ext>
            </a:extLst>
          </p:cNvPr>
          <p:cNvSpPr txBox="1"/>
          <p:nvPr/>
        </p:nvSpPr>
        <p:spPr>
          <a:xfrm>
            <a:off x="9796488" y="2706406"/>
            <a:ext cx="439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F0000"/>
                </a:solidFill>
              </a:rPr>
              <a:t>3.</a:t>
            </a:r>
            <a:r>
              <a:rPr lang="en-US" dirty="0"/>
              <a:t>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9C4FB83-CAE6-ADE9-28D4-DDB1A547114A}"/>
              </a:ext>
            </a:extLst>
          </p:cNvPr>
          <p:cNvSpPr txBox="1"/>
          <p:nvPr/>
        </p:nvSpPr>
        <p:spPr>
          <a:xfrm>
            <a:off x="5483335" y="1417013"/>
            <a:ext cx="439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F0000"/>
                </a:solidFill>
              </a:rPr>
              <a:t>4.</a:t>
            </a:r>
            <a:r>
              <a:rPr lang="en-US" dirty="0"/>
              <a:t>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D642FA9-C0BE-3B40-807D-B61DAD6B70DA}"/>
              </a:ext>
            </a:extLst>
          </p:cNvPr>
          <p:cNvSpPr txBox="1"/>
          <p:nvPr/>
        </p:nvSpPr>
        <p:spPr>
          <a:xfrm>
            <a:off x="9535482" y="3021142"/>
            <a:ext cx="439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F0000"/>
                </a:solidFill>
              </a:rPr>
              <a:t>4.</a:t>
            </a:r>
            <a:r>
              <a:rPr lang="en-US" dirty="0"/>
              <a:t>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4A00C62-0E15-719E-87CB-85FB70DAC75E}"/>
              </a:ext>
            </a:extLst>
          </p:cNvPr>
          <p:cNvSpPr txBox="1"/>
          <p:nvPr/>
        </p:nvSpPr>
        <p:spPr>
          <a:xfrm>
            <a:off x="5434339" y="1035996"/>
            <a:ext cx="439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F0000"/>
                </a:solidFill>
              </a:rPr>
              <a:t>5.</a:t>
            </a:r>
            <a:r>
              <a:rPr lang="en-US" dirty="0"/>
              <a:t>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4EF9E0A-212F-461A-8DEA-AB30DE4249D2}"/>
              </a:ext>
            </a:extLst>
          </p:cNvPr>
          <p:cNvSpPr txBox="1"/>
          <p:nvPr/>
        </p:nvSpPr>
        <p:spPr>
          <a:xfrm>
            <a:off x="8789672" y="2838079"/>
            <a:ext cx="439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F0000"/>
                </a:solidFill>
              </a:rPr>
              <a:t>5.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FF72FC-A1DB-CE45-B484-535E15635D8A}"/>
                  </a:ext>
                </a:extLst>
              </p:cNvPr>
              <p:cNvSpPr txBox="1"/>
              <p:nvPr/>
            </p:nvSpPr>
            <p:spPr>
              <a:xfrm>
                <a:off x="241636" y="4765847"/>
                <a:ext cx="20639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=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= …</a:t>
                </a:r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FF72FC-A1DB-CE45-B484-535E15635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36" y="4765847"/>
                <a:ext cx="2063901" cy="369332"/>
              </a:xfrm>
              <a:prstGeom prst="rect">
                <a:avLst/>
              </a:prstGeom>
              <a:blipFill>
                <a:blip r:embed="rId8"/>
                <a:stretch>
                  <a:fillRect l="-266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A30FD91-4E73-9E91-BBDE-EAC67801D32E}"/>
                  </a:ext>
                </a:extLst>
              </p:cNvPr>
              <p:cNvSpPr txBox="1"/>
              <p:nvPr/>
            </p:nvSpPr>
            <p:spPr>
              <a:xfrm>
                <a:off x="221190" y="5649864"/>
                <a:ext cx="22856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5.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99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1" dirty="0">
                            <a:solidFill>
                              <a:srgbClr val="FF99FF"/>
                            </a:solidFill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99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99FF"/>
                    </a:solidFill>
                  </a:rPr>
                  <a:t> = 32,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99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1" dirty="0">
                            <a:solidFill>
                              <a:srgbClr val="FF99FF"/>
                            </a:solidFill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solidFill>
                              <a:srgbClr val="FF99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99FF"/>
                    </a:solidFill>
                  </a:rPr>
                  <a:t> = 1.8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A30FD91-4E73-9E91-BBDE-EAC67801D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90" y="5649864"/>
                <a:ext cx="2285610" cy="369332"/>
              </a:xfrm>
              <a:prstGeom prst="rect">
                <a:avLst/>
              </a:prstGeom>
              <a:blipFill>
                <a:blip r:embed="rId9"/>
                <a:stretch>
                  <a:fillRect l="-213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8695126-4D50-F558-4515-6AE0517B4E0E}"/>
                  </a:ext>
                </a:extLst>
              </p:cNvPr>
              <p:cNvSpPr txBox="1"/>
              <p:nvPr/>
            </p:nvSpPr>
            <p:spPr>
              <a:xfrm>
                <a:off x="233148" y="5071774"/>
                <a:ext cx="20639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=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= …</a:t>
                </a:r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8695126-4D50-F558-4515-6AE0517B4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48" y="5071774"/>
                <a:ext cx="2063901" cy="369332"/>
              </a:xfrm>
              <a:prstGeom prst="rect">
                <a:avLst/>
              </a:prstGeom>
              <a:blipFill>
                <a:blip r:embed="rId10"/>
                <a:stretch>
                  <a:fillRect l="-2360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403347-57FB-C3F9-E35B-5F606E7BA25F}"/>
                  </a:ext>
                </a:extLst>
              </p:cNvPr>
              <p:cNvSpPr txBox="1"/>
              <p:nvPr/>
            </p:nvSpPr>
            <p:spPr>
              <a:xfrm>
                <a:off x="220177" y="5348910"/>
                <a:ext cx="20639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4.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=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= …</a:t>
                </a:r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403347-57FB-C3F9-E35B-5F606E7BA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77" y="5348910"/>
                <a:ext cx="2063901" cy="369332"/>
              </a:xfrm>
              <a:prstGeom prst="rect">
                <a:avLst/>
              </a:prstGeom>
              <a:blipFill>
                <a:blip r:embed="rId11"/>
                <a:stretch>
                  <a:fillRect l="-236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C5DBF3E-45A3-9C4B-7E75-C3BEE83B8596}"/>
                  </a:ext>
                </a:extLst>
              </p:cNvPr>
              <p:cNvSpPr txBox="1"/>
              <p:nvPr/>
            </p:nvSpPr>
            <p:spPr>
              <a:xfrm>
                <a:off x="6819066" y="6339850"/>
                <a:ext cx="11583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sz="1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=0.01</m:t>
                      </m:r>
                    </m:oMath>
                  </m:oMathPara>
                </a14:m>
                <a:endParaRPr 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C5DBF3E-45A3-9C4B-7E75-C3BEE83B8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066" y="6339850"/>
                <a:ext cx="115836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5F749185-7A3D-BDEB-B5DF-318BF60B212D}"/>
              </a:ext>
            </a:extLst>
          </p:cNvPr>
          <p:cNvGrpSpPr/>
          <p:nvPr/>
        </p:nvGrpSpPr>
        <p:grpSpPr>
          <a:xfrm>
            <a:off x="2340840" y="4860906"/>
            <a:ext cx="3458333" cy="672172"/>
            <a:chOff x="956420" y="4014866"/>
            <a:chExt cx="3458333" cy="672172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8830082-F9CB-321F-F146-310FDDA042AF}"/>
                </a:ext>
              </a:extLst>
            </p:cNvPr>
            <p:cNvGrpSpPr/>
            <p:nvPr/>
          </p:nvGrpSpPr>
          <p:grpSpPr>
            <a:xfrm>
              <a:off x="1952923" y="4014866"/>
              <a:ext cx="2461830" cy="672172"/>
              <a:chOff x="7559661" y="732612"/>
              <a:chExt cx="2461830" cy="67217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80A27561-AFF5-C28F-D9B4-61DF93E74A13}"/>
                      </a:ext>
                    </a:extLst>
                  </p:cNvPr>
                  <p:cNvSpPr txBox="1"/>
                  <p:nvPr/>
                </p:nvSpPr>
                <p:spPr>
                  <a:xfrm>
                    <a:off x="8353086" y="902099"/>
                    <a:ext cx="1668405" cy="33752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1600" b="1" i="1" baseline="-25000" dirty="0">
                                          <a:solidFill>
                                            <a:schemeClr val="tx1"/>
                                          </a:solidFill>
                                          <a:latin typeface="Times New Roman" panose="020206030504050203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θ</m:t>
                                      </m:r>
                                    </m:sub>
                                  </m:sSub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16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 − </m:t>
                                  </m:r>
                                  <m:sSup>
                                    <m:sSupPr>
                                      <m:ctrlP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oMath>
                      </m:oMathPara>
                    </a14:m>
                    <a:endParaRPr lang="en-US" sz="16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44680AC4-6108-EAEB-8A9D-77103597DD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53086" y="902099"/>
                    <a:ext cx="1668405" cy="337528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218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B7179C91-FDFE-4B79-54E8-AD2940B36AFA}"/>
                      </a:ext>
                    </a:extLst>
                  </p:cNvPr>
                  <p:cNvSpPr txBox="1"/>
                  <p:nvPr/>
                </p:nvSpPr>
                <p:spPr>
                  <a:xfrm>
                    <a:off x="8011046" y="732612"/>
                    <a:ext cx="402353" cy="67217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ctrlP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oMath>
                      </m:oMathPara>
                    </a14:m>
                    <a:endParaRPr lang="en-US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FE82F950-CFE9-23C8-23DE-B1FE1F0CE7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11046" y="732612"/>
                    <a:ext cx="402353" cy="67217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736CDCDF-0704-9FA1-0801-5B676BAAB249}"/>
                      </a:ext>
                    </a:extLst>
                  </p:cNvPr>
                  <p:cNvSpPr txBox="1"/>
                  <p:nvPr/>
                </p:nvSpPr>
                <p:spPr>
                  <a:xfrm>
                    <a:off x="7559661" y="849456"/>
                    <a:ext cx="340158" cy="46262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oMath>
                      </m:oMathPara>
                    </a14:m>
                    <a:endParaRPr lang="en-US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887DB006-7994-1506-AB43-1094D0B9BB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59661" y="849456"/>
                    <a:ext cx="340158" cy="46262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F7E2BC5-A14B-1C64-CBCA-BC918BBEE1AF}"/>
                    </a:ext>
                  </a:extLst>
                </p:cNvPr>
                <p:cNvSpPr txBox="1"/>
                <p:nvPr/>
              </p:nvSpPr>
              <p:spPr>
                <a:xfrm>
                  <a:off x="956420" y="4239912"/>
                  <a:ext cx="100309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  <m:d>
                          <m:dPr>
                            <m:ctrlP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1600" b="1" i="1" dirty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1600" b="1" i="1" dirty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F7E2BC5-A14B-1C64-CBCA-BC918BBEE1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420" y="4239912"/>
                  <a:ext cx="1003095" cy="246221"/>
                </a:xfrm>
                <a:prstGeom prst="rect">
                  <a:avLst/>
                </a:prstGeom>
                <a:blipFill>
                  <a:blip r:embed="rId16"/>
                  <a:stretch>
                    <a:fillRect l="-6061" r="-606" b="-2926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AC3789FE-381E-5E41-ABB0-4A5F9F7691CE}"/>
              </a:ext>
            </a:extLst>
          </p:cNvPr>
          <p:cNvSpPr txBox="1"/>
          <p:nvPr/>
        </p:nvSpPr>
        <p:spPr>
          <a:xfrm>
            <a:off x="2217925" y="4195620"/>
            <a:ext cx="2311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Cost function: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7F3127B-383C-9D74-21B8-B183E2D53075}"/>
              </a:ext>
            </a:extLst>
          </p:cNvPr>
          <p:cNvSpPr txBox="1"/>
          <p:nvPr/>
        </p:nvSpPr>
        <p:spPr>
          <a:xfrm>
            <a:off x="6150337" y="4171551"/>
            <a:ext cx="2311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Gradient descent: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DD8F290-4070-8C04-5DBC-F46AFA06E949}"/>
              </a:ext>
            </a:extLst>
          </p:cNvPr>
          <p:cNvCxnSpPr>
            <a:cxnSpLocks/>
          </p:cNvCxnSpPr>
          <p:nvPr/>
        </p:nvCxnSpPr>
        <p:spPr>
          <a:xfrm>
            <a:off x="84306" y="4056604"/>
            <a:ext cx="12044822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3674254-8093-A327-BF72-5690572CDA01}"/>
              </a:ext>
            </a:extLst>
          </p:cNvPr>
          <p:cNvCxnSpPr>
            <a:cxnSpLocks/>
          </p:cNvCxnSpPr>
          <p:nvPr/>
        </p:nvCxnSpPr>
        <p:spPr>
          <a:xfrm>
            <a:off x="2133600" y="4056604"/>
            <a:ext cx="0" cy="217473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CDA96AA-749C-63E3-065A-6BA348C82C64}"/>
              </a:ext>
            </a:extLst>
          </p:cNvPr>
          <p:cNvCxnSpPr>
            <a:cxnSpLocks/>
          </p:cNvCxnSpPr>
          <p:nvPr/>
        </p:nvCxnSpPr>
        <p:spPr>
          <a:xfrm>
            <a:off x="6071269" y="4052308"/>
            <a:ext cx="0" cy="217903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37F6997-618D-82C1-41AB-B82F616B5CDF}"/>
                  </a:ext>
                </a:extLst>
              </p:cNvPr>
              <p:cNvSpPr txBox="1"/>
              <p:nvPr/>
            </p:nvSpPr>
            <p:spPr>
              <a:xfrm>
                <a:off x="241636" y="4496587"/>
                <a:ext cx="20639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= 0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= 0</a:t>
                </a:r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37F6997-618D-82C1-41AB-B82F616B5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36" y="4496587"/>
                <a:ext cx="2063901" cy="369332"/>
              </a:xfrm>
              <a:prstGeom prst="rect">
                <a:avLst/>
              </a:prstGeom>
              <a:blipFill>
                <a:blip r:embed="rId17"/>
                <a:stretch>
                  <a:fillRect l="-266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" name="Picture 6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99589A6-57C9-06ED-42C3-FFF7E17B2C5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06265" y="4522569"/>
            <a:ext cx="5727698" cy="174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8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3500"/>
                            </p:stCondLst>
                            <p:childTnLst>
                              <p:par>
                                <p:cTn id="12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1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1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1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1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1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3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1500"/>
                            </p:stCondLst>
                            <p:childTnLst>
                              <p:par>
                                <p:cTn id="2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1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3000"/>
                            </p:stCondLst>
                            <p:childTnLst>
                              <p:par>
                                <p:cTn id="2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4000"/>
                            </p:stCondLst>
                            <p:childTnLst>
                              <p:par>
                                <p:cTn id="2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0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5500"/>
                            </p:stCondLst>
                            <p:childTnLst>
                              <p:par>
                                <p:cTn id="26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6500"/>
                            </p:stCondLst>
                            <p:childTnLst>
                              <p:par>
                                <p:cTn id="2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8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7500"/>
                            </p:stCondLst>
                            <p:childTnLst>
                              <p:par>
                                <p:cTn id="2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9000"/>
                            </p:stCondLst>
                            <p:childTnLst>
                              <p:par>
                                <p:cTn id="2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1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10500"/>
                            </p:stCondLst>
                            <p:childTnLst>
                              <p:par>
                                <p:cTn id="2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0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1000"/>
                            </p:stCondLst>
                            <p:childTnLst>
                              <p:par>
                                <p:cTn id="28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2000"/>
                            </p:stCondLst>
                            <p:childTnLst>
                              <p:par>
                                <p:cTn id="2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3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3000"/>
                            </p:stCondLst>
                            <p:childTnLst>
                              <p:par>
                                <p:cTn id="2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1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1500"/>
                            </p:stCondLst>
                            <p:childTnLst>
                              <p:par>
                                <p:cTn id="3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6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2500"/>
                            </p:stCondLst>
                            <p:childTnLst>
                              <p:par>
                                <p:cTn id="30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3500"/>
                            </p:stCondLst>
                            <p:childTnLst>
                              <p:par>
                                <p:cTn id="31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4500"/>
                            </p:stCondLst>
                            <p:childTnLst>
                              <p:par>
                                <p:cTn id="3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8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85" grpId="0" animBg="1"/>
      <p:bldP spid="61" grpId="0"/>
      <p:bldP spid="62" grpId="0"/>
      <p:bldP spid="63" grpId="0"/>
      <p:bldP spid="64" grpId="0"/>
      <p:bldP spid="65" grpId="0"/>
      <p:bldP spid="5" grpId="0"/>
      <p:bldP spid="10" grpId="0"/>
      <p:bldP spid="13" grpId="0"/>
      <p:bldP spid="14" grpId="0"/>
      <p:bldP spid="15" grpId="0" animBg="1"/>
      <p:bldP spid="16" grpId="0" animBg="1"/>
      <p:bldP spid="19" grpId="0" animBg="1"/>
      <p:bldP spid="23" grpId="0" animBg="1"/>
      <p:bldP spid="27" grpId="0" animBg="1"/>
      <p:bldP spid="29" grpId="0" animBg="1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/>
      <p:bldP spid="41" grpId="0"/>
      <p:bldP spid="76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6" grpId="0"/>
      <p:bldP spid="87" grpId="0"/>
      <p:bldP spid="88" grpId="0"/>
      <p:bldP spid="20" grpId="0"/>
      <p:bldP spid="24" grpId="0"/>
      <p:bldP spid="25" grpId="0"/>
      <p:bldP spid="28" grpId="0"/>
      <p:bldP spid="40" grpId="0"/>
      <p:bldP spid="59" grpId="0"/>
      <p:bldP spid="66" grpId="0"/>
      <p:bldP spid="9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ADE2B-C90C-7421-8A1D-BB870B7E6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33</a:t>
            </a:fld>
            <a:endParaRPr lang="en-US"/>
          </a:p>
        </p:txBody>
      </p:sp>
      <p:pic>
        <p:nvPicPr>
          <p:cNvPr id="4098" name="Picture 2" descr="Free question mark pear think illustration">
            <a:extLst>
              <a:ext uri="{FF2B5EF4-FFF2-40B4-BE49-F238E27FC236}">
                <a16:creationId xmlns:a16="http://schemas.microsoft.com/office/drawing/2014/main" id="{914A221E-E6C6-419D-DE72-121BC49C84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6"/>
          <a:stretch/>
        </p:blipFill>
        <p:spPr bwMode="auto">
          <a:xfrm>
            <a:off x="949325" y="0"/>
            <a:ext cx="10291763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309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94484-54C4-485B-B776-7AE91F45B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34</a:t>
            </a:fld>
            <a:endParaRPr lang="en-US"/>
          </a:p>
        </p:txBody>
      </p:sp>
      <p:pic>
        <p:nvPicPr>
          <p:cNvPr id="1026" name="Picture 2" descr="Free thank you polaroid letters illustration">
            <a:extLst>
              <a:ext uri="{FF2B5EF4-FFF2-40B4-BE49-F238E27FC236}">
                <a16:creationId xmlns:a16="http://schemas.microsoft.com/office/drawing/2014/main" id="{02402CB5-AAA2-3D1F-A673-BBDCA9DA2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7800"/>
            <a:ext cx="1219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53108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27579</TotalTime>
  <Words>1783</Words>
  <Application>Microsoft Macintosh PowerPoint</Application>
  <PresentationFormat>Widescreen</PresentationFormat>
  <Paragraphs>665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Times New Roman</vt:lpstr>
      <vt:lpstr>Wingdings</vt:lpstr>
      <vt:lpstr>Retrospect</vt:lpstr>
      <vt:lpstr>Intro to Machine Learning</vt:lpstr>
      <vt:lpstr>Content</vt:lpstr>
      <vt:lpstr>What is Machine Learning?</vt:lpstr>
      <vt:lpstr>PowerPoint Presentation</vt:lpstr>
      <vt:lpstr>PowerPoint Presentation</vt:lpstr>
      <vt:lpstr>Content</vt:lpstr>
      <vt:lpstr>Supervised Learning</vt:lpstr>
      <vt:lpstr>Supervised Learning</vt:lpstr>
      <vt:lpstr>Supervised Learning</vt:lpstr>
      <vt:lpstr>Content</vt:lpstr>
      <vt:lpstr>Unsupervised Learning</vt:lpstr>
      <vt:lpstr>PowerPoint Presentation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of Things (IoT)  Spring 2024</dc:title>
  <dc:creator>Oybek Eraliev</dc:creator>
  <cp:lastModifiedBy>Oybek Eraliev</cp:lastModifiedBy>
  <cp:revision>409</cp:revision>
  <dcterms:created xsi:type="dcterms:W3CDTF">2024-02-05T06:25:01Z</dcterms:created>
  <dcterms:modified xsi:type="dcterms:W3CDTF">2025-11-26T06:01:42Z</dcterms:modified>
</cp:coreProperties>
</file>